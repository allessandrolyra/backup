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F1B6E-4D78-4029-AE99-601123355B3D}" type="datetimeFigureOut">
              <a:rPr lang="pt-BR" smtClean="0"/>
              <a:t>12/02/2025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95B7DD-43AA-4055-8AA5-8CD4E195B3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237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95B7DD-43AA-4055-8AA5-8CD4E195B387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2533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60A98-49C3-454B-9315-E18EF192FC63}" type="datetimeFigureOut">
              <a:rPr lang="pt-BR" smtClean="0"/>
              <a:t>12/02/2025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61473-9CD6-4CDB-9F8C-CF648CC800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2276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60A98-49C3-454B-9315-E18EF192FC63}" type="datetimeFigureOut">
              <a:rPr lang="pt-BR" smtClean="0"/>
              <a:t>12/02/2025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61473-9CD6-4CDB-9F8C-CF648CC800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5179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60A98-49C3-454B-9315-E18EF192FC63}" type="datetimeFigureOut">
              <a:rPr lang="pt-BR" smtClean="0"/>
              <a:t>12/02/2025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61473-9CD6-4CDB-9F8C-CF648CC800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3984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60A98-49C3-454B-9315-E18EF192FC63}" type="datetimeFigureOut">
              <a:rPr lang="pt-BR" smtClean="0"/>
              <a:t>12/02/2025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61473-9CD6-4CDB-9F8C-CF648CC800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4357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60A98-49C3-454B-9315-E18EF192FC63}" type="datetimeFigureOut">
              <a:rPr lang="pt-BR" smtClean="0"/>
              <a:t>12/02/2025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61473-9CD6-4CDB-9F8C-CF648CC800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4566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60A98-49C3-454B-9315-E18EF192FC63}" type="datetimeFigureOut">
              <a:rPr lang="pt-BR" smtClean="0"/>
              <a:t>12/02/2025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61473-9CD6-4CDB-9F8C-CF648CC800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4777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60A98-49C3-454B-9315-E18EF192FC63}" type="datetimeFigureOut">
              <a:rPr lang="pt-BR" smtClean="0"/>
              <a:t>12/02/2025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61473-9CD6-4CDB-9F8C-CF648CC800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2547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60A98-49C3-454B-9315-E18EF192FC63}" type="datetimeFigureOut">
              <a:rPr lang="pt-BR" smtClean="0"/>
              <a:t>12/02/2025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61473-9CD6-4CDB-9F8C-CF648CC800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7827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60A98-49C3-454B-9315-E18EF192FC63}" type="datetimeFigureOut">
              <a:rPr lang="pt-BR" smtClean="0"/>
              <a:t>12/02/2025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61473-9CD6-4CDB-9F8C-CF648CC800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2221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60A98-49C3-454B-9315-E18EF192FC63}" type="datetimeFigureOut">
              <a:rPr lang="pt-BR" smtClean="0"/>
              <a:t>12/02/2025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61473-9CD6-4CDB-9F8C-CF648CC800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5992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60A98-49C3-454B-9315-E18EF192FC63}" type="datetimeFigureOut">
              <a:rPr lang="pt-BR" smtClean="0"/>
              <a:t>12/02/2025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61473-9CD6-4CDB-9F8C-CF648CC800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6745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E60A98-49C3-454B-9315-E18EF192FC63}" type="datetimeFigureOut">
              <a:rPr lang="pt-BR" smtClean="0"/>
              <a:t>12/02/2025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A61473-9CD6-4CDB-9F8C-CF648CC800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6649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21" y="177982"/>
            <a:ext cx="11833191" cy="6614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193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562" y="9525"/>
            <a:ext cx="10048875" cy="683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9547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</Words>
  <Application>Microsoft Office PowerPoint</Application>
  <PresentationFormat>Widescreen</PresentationFormat>
  <Paragraphs>1</Paragraphs>
  <Slides>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Alessandro Lisboa de lyra</dc:creator>
  <cp:lastModifiedBy>Alessandro Lisboa de lyra</cp:lastModifiedBy>
  <cp:revision>3</cp:revision>
  <dcterms:created xsi:type="dcterms:W3CDTF">2025-02-12T17:31:39Z</dcterms:created>
  <dcterms:modified xsi:type="dcterms:W3CDTF">2025-02-12T18:16:27Z</dcterms:modified>
</cp:coreProperties>
</file>