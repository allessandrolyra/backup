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8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924FE-A465-4F5E-A949-DAD13F18E57F}" type="datetimeFigureOut">
              <a:rPr lang="pt-BR" smtClean="0"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B739-7AFA-4462-99A4-FA271C3424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434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924FE-A465-4F5E-A949-DAD13F18E57F}" type="datetimeFigureOut">
              <a:rPr lang="pt-BR" smtClean="0"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B739-7AFA-4462-99A4-FA271C3424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947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924FE-A465-4F5E-A949-DAD13F18E57F}" type="datetimeFigureOut">
              <a:rPr lang="pt-BR" smtClean="0"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B739-7AFA-4462-99A4-FA271C3424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0763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924FE-A465-4F5E-A949-DAD13F18E57F}" type="datetimeFigureOut">
              <a:rPr lang="pt-BR" smtClean="0"/>
              <a:t>10/06/2025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B739-7AFA-4462-99A4-FA271C3424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34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924FE-A465-4F5E-A949-DAD13F18E57F}" type="datetimeFigureOut">
              <a:rPr lang="pt-BR" smtClean="0"/>
              <a:t>10/06/2025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B739-7AFA-4462-99A4-FA271C3424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924FE-A465-4F5E-A949-DAD13F18E57F}" type="datetimeFigureOut">
              <a:rPr lang="pt-BR" smtClean="0"/>
              <a:t>10/06/2025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B739-7AFA-4462-99A4-FA271C3424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3072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924FE-A465-4F5E-A949-DAD13F18E57F}" type="datetimeFigureOut">
              <a:rPr lang="pt-BR" smtClean="0"/>
              <a:t>10/06/2025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B739-7AFA-4462-99A4-FA271C3424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3300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924FE-A465-4F5E-A949-DAD13F18E57F}" type="datetimeFigureOut">
              <a:rPr lang="pt-BR" smtClean="0"/>
              <a:t>10/06/2025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B739-7AFA-4462-99A4-FA271C3424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0655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924FE-A465-4F5E-A949-DAD13F18E57F}" type="datetimeFigureOut">
              <a:rPr lang="pt-BR" smtClean="0"/>
              <a:t>10/06/2025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B739-7AFA-4462-99A4-FA271C3424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283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924FE-A465-4F5E-A949-DAD13F18E57F}" type="datetimeFigureOut">
              <a:rPr lang="pt-BR" smtClean="0"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B739-7AFA-4462-99A4-FA271C3424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42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924FE-A465-4F5E-A949-DAD13F18E57F}" type="datetimeFigureOut">
              <a:rPr lang="pt-BR" smtClean="0"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B739-7AFA-4462-99A4-FA271C3424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646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924FE-A465-4F5E-A949-DAD13F18E57F}" type="datetimeFigureOut">
              <a:rPr lang="pt-BR" smtClean="0"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6B739-7AFA-4462-99A4-FA271C3424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7901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894" y="-91439"/>
            <a:ext cx="10362345" cy="705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4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Alessandro Lisboa de lyra</dc:creator>
  <cp:lastModifiedBy>Alessandro Lisboa de lyra</cp:lastModifiedBy>
  <cp:revision>2</cp:revision>
  <dcterms:created xsi:type="dcterms:W3CDTF">2025-06-10T13:46:52Z</dcterms:created>
  <dcterms:modified xsi:type="dcterms:W3CDTF">2025-06-10T14:25:34Z</dcterms:modified>
</cp:coreProperties>
</file>