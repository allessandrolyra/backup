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AECC"/>
    <a:srgbClr val="6DC3B1"/>
    <a:srgbClr val="6CC4C2"/>
    <a:srgbClr val="58CCD8"/>
    <a:srgbClr val="090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C102-ED59-4102-87F4-49AFA7A8DB9E}" type="datetimeFigureOut">
              <a:rPr lang="pt-BR" smtClean="0"/>
              <a:t>20/06/2024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BA6E-E435-4C19-BE34-6B96D0195D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563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C102-ED59-4102-87F4-49AFA7A8DB9E}" type="datetimeFigureOut">
              <a:rPr lang="pt-BR" smtClean="0"/>
              <a:t>20/06/2024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BA6E-E435-4C19-BE34-6B96D0195D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6711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C102-ED59-4102-87F4-49AFA7A8DB9E}" type="datetimeFigureOut">
              <a:rPr lang="pt-BR" smtClean="0"/>
              <a:t>20/06/2024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BA6E-E435-4C19-BE34-6B96D0195D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5526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C102-ED59-4102-87F4-49AFA7A8DB9E}" type="datetimeFigureOut">
              <a:rPr lang="pt-BR" smtClean="0"/>
              <a:t>20/06/2024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BA6E-E435-4C19-BE34-6B96D0195D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64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C102-ED59-4102-87F4-49AFA7A8DB9E}" type="datetimeFigureOut">
              <a:rPr lang="pt-BR" smtClean="0"/>
              <a:t>20/06/2024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BA6E-E435-4C19-BE34-6B96D0195D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3817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C102-ED59-4102-87F4-49AFA7A8DB9E}" type="datetimeFigureOut">
              <a:rPr lang="pt-BR" smtClean="0"/>
              <a:t>20/06/2024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BA6E-E435-4C19-BE34-6B96D0195D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6616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C102-ED59-4102-87F4-49AFA7A8DB9E}" type="datetimeFigureOut">
              <a:rPr lang="pt-BR" smtClean="0"/>
              <a:t>20/06/2024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BA6E-E435-4C19-BE34-6B96D0195D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036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C102-ED59-4102-87F4-49AFA7A8DB9E}" type="datetimeFigureOut">
              <a:rPr lang="pt-BR" smtClean="0"/>
              <a:t>20/06/2024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BA6E-E435-4C19-BE34-6B96D0195D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769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C102-ED59-4102-87F4-49AFA7A8DB9E}" type="datetimeFigureOut">
              <a:rPr lang="pt-BR" smtClean="0"/>
              <a:t>20/06/2024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BA6E-E435-4C19-BE34-6B96D0195D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2817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C102-ED59-4102-87F4-49AFA7A8DB9E}" type="datetimeFigureOut">
              <a:rPr lang="pt-BR" smtClean="0"/>
              <a:t>20/06/2024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BA6E-E435-4C19-BE34-6B96D0195D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4926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C102-ED59-4102-87F4-49AFA7A8DB9E}" type="datetimeFigureOut">
              <a:rPr lang="pt-BR" smtClean="0"/>
              <a:t>20/06/2024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BA6E-E435-4C19-BE34-6B96D0195D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580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7C102-ED59-4102-87F4-49AFA7A8DB9E}" type="datetimeFigureOut">
              <a:rPr lang="pt-BR" smtClean="0"/>
              <a:t>20/06/2024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BBA6E-E435-4C19-BE34-6B96D0195D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4223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10" y="96950"/>
            <a:ext cx="11717528" cy="6761050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8686800" y="35242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 smtClean="0">
                <a:latin typeface="Bahnschrift SemiLight" panose="020B0502040204020203" pitchFamily="34" charset="0"/>
              </a:rPr>
              <a:t>Hotlist</a:t>
            </a:r>
            <a:endParaRPr lang="pt-BR" b="1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63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809" y="1235532"/>
            <a:ext cx="10058400" cy="5462073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402" y="1384663"/>
            <a:ext cx="446292" cy="387528"/>
          </a:xfrm>
          <a:prstGeom prst="rect">
            <a:avLst/>
          </a:prstGeom>
        </p:spPr>
      </p:pic>
      <p:sp>
        <p:nvSpPr>
          <p:cNvPr id="8" name="Retângulo Arredondado 7"/>
          <p:cNvSpPr/>
          <p:nvPr/>
        </p:nvSpPr>
        <p:spPr>
          <a:xfrm>
            <a:off x="5284491" y="-81441"/>
            <a:ext cx="2890506" cy="748191"/>
          </a:xfrm>
          <a:prstGeom prst="roundRect">
            <a:avLst>
              <a:gd name="adj" fmla="val 15672"/>
            </a:avLst>
          </a:prstGeom>
          <a:gradFill flip="none" rotWithShape="1">
            <a:gsLst>
              <a:gs pos="0">
                <a:srgbClr val="090060"/>
              </a:gs>
              <a:gs pos="26000">
                <a:srgbClr val="002060"/>
              </a:gs>
              <a:gs pos="53000">
                <a:schemeClr val="accent5">
                  <a:lumMod val="75000"/>
                </a:schemeClr>
              </a:gs>
              <a:gs pos="97000">
                <a:srgbClr val="090060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114925" y="-81442"/>
            <a:ext cx="3181350" cy="174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6272544" y="10798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>
                <a:solidFill>
                  <a:schemeClr val="bg1"/>
                </a:solidFill>
                <a:latin typeface="Bahnschrift SemiLight" panose="020B0502040204020203" pitchFamily="34" charset="0"/>
              </a:rPr>
              <a:t>Hotlist</a:t>
            </a:r>
            <a:endParaRPr lang="pt-BR" dirty="0">
              <a:solidFill>
                <a:schemeClr val="bg1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18" name="Retângulo Arredondado 17"/>
          <p:cNvSpPr/>
          <p:nvPr/>
        </p:nvSpPr>
        <p:spPr>
          <a:xfrm>
            <a:off x="6055684" y="543973"/>
            <a:ext cx="1299832" cy="240744"/>
          </a:xfrm>
          <a:prstGeom prst="roundRect">
            <a:avLst>
              <a:gd name="adj" fmla="val 44087"/>
            </a:avLst>
          </a:prstGeom>
          <a:solidFill>
            <a:srgbClr val="18AE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6169321" y="543973"/>
            <a:ext cx="1186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i="1" dirty="0" smtClean="0">
                <a:solidFill>
                  <a:schemeClr val="bg1"/>
                </a:solidFill>
              </a:rPr>
              <a:t>Cenário Ilustrativo</a:t>
            </a:r>
            <a:endParaRPr lang="pt-BR" sz="1000" i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What is WebRTC and is it safe? | Wildix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9340" y="3931643"/>
            <a:ext cx="355704" cy="42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m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328" y="2733675"/>
            <a:ext cx="306898" cy="323849"/>
          </a:xfrm>
          <a:prstGeom prst="rect">
            <a:avLst/>
          </a:prstGeom>
        </p:spPr>
      </p:pic>
      <p:pic>
        <p:nvPicPr>
          <p:cNvPr id="1034" name="Picture 10" descr="e-CPF Pdtec – Certificado Digital PRONOV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69" y="1384663"/>
            <a:ext cx="1108497" cy="277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880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067917c-5cbc-4020-9aca-481eecb008a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674911336ADB4786CFAEEDDC432B13" ma:contentTypeVersion="11" ma:contentTypeDescription="Crie um novo documento." ma:contentTypeScope="" ma:versionID="053e5c1fd74b1ba3a5dc649676c0f5a2">
  <xsd:schema xmlns:xsd="http://www.w3.org/2001/XMLSchema" xmlns:xs="http://www.w3.org/2001/XMLSchema" xmlns:p="http://schemas.microsoft.com/office/2006/metadata/properties" xmlns:ns3="b067917c-5cbc-4020-9aca-481eecb008a7" targetNamespace="http://schemas.microsoft.com/office/2006/metadata/properties" ma:root="true" ma:fieldsID="eaf20354630d8713275e1a4df3f06163" ns3:_="">
    <xsd:import namespace="b067917c-5cbc-4020-9aca-481eecb008a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LengthInSecond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67917c-5cbc-4020-9aca-481eecb008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40CBE0-BB51-4285-AACF-CB4FCB820E1B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infopath/2007/PartnerControls"/>
    <ds:schemaRef ds:uri="b067917c-5cbc-4020-9aca-481eecb008a7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7B5D395-7C9C-439C-86F0-406D3980EE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3B1ABD-7AB2-454B-A155-6C58488011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67917c-5cbc-4020-9aca-481eecb008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1625</TotalTime>
  <Words>4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Bahnschrift SemiLight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Alessandro Lisboa de lyra</dc:creator>
  <cp:lastModifiedBy>Alessandro Lisboa de lyra</cp:lastModifiedBy>
  <cp:revision>9</cp:revision>
  <dcterms:created xsi:type="dcterms:W3CDTF">2024-06-19T11:26:21Z</dcterms:created>
  <dcterms:modified xsi:type="dcterms:W3CDTF">2024-06-20T14:34:18Z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0x010100B0674911336ADB4786CFAEEDDC432B13</vt:lpwstr>
  </property>
</Properties>
</file>