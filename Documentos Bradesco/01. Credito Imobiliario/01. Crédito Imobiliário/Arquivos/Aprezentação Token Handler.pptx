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 snapToGrid="0">
      <p:cViewPr>
        <p:scale>
          <a:sx n="125" d="100"/>
          <a:sy n="125" d="100"/>
        </p:scale>
        <p:origin x="-1037" y="-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98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72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77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76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36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05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6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50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16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7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93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F1A73-AB1C-457D-A9E8-82BE1C48EBBD}" type="datetimeFigureOut">
              <a:rPr lang="pt-BR" smtClean="0"/>
              <a:t>14/01/2025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10BED-7200-4059-A7D2-EA9C566C0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20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2049"/>
            <a:ext cx="11220223" cy="619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9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09" y="743630"/>
            <a:ext cx="8094245" cy="409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72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6</cp:revision>
  <dcterms:created xsi:type="dcterms:W3CDTF">2024-11-04T14:24:01Z</dcterms:created>
  <dcterms:modified xsi:type="dcterms:W3CDTF">2025-01-14T22:16:31Z</dcterms:modified>
</cp:coreProperties>
</file>