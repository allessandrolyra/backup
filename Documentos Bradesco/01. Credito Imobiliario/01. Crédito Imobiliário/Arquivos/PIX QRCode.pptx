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44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28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8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25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83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802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87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9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709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31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58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A6FC-9FA7-4C7D-9C35-896925093D13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A373E-281D-4B66-AC97-6EEB2756DB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16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cb.gov.br/content/estabilidadefinanceira/spb_docs/ManualBRCode.pdf" TargetMode="External"/><Relationship Id="rId3" Type="http://schemas.openxmlformats.org/officeDocument/2006/relationships/hyperlink" Target="https://confluence.bradesco.com.br:8443/display/PGMTS/SQUAD+API+CLOUD" TargetMode="External"/><Relationship Id="rId7" Type="http://schemas.openxmlformats.org/officeDocument/2006/relationships/hyperlink" Target="https://www.bcb.gov.br/content/estabilidadefinanceira/cedsfn/Manual_de_Seguranca_PIX.pdf" TargetMode="External"/><Relationship Id="rId2" Type="http://schemas.openxmlformats.org/officeDocument/2006/relationships/hyperlink" Target="https://confluence.bradesco.com.br:8443/display/PGMTS/SQUAD+API+PI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cb.gov.br/content/estabilidadefinanceira/pix/Regulamento_Pix/II_ManualdePadroesparaIniciacaodoPix.pdf" TargetMode="External"/><Relationship Id="rId5" Type="http://schemas.openxmlformats.org/officeDocument/2006/relationships/hyperlink" Target="https://bacen.github.io/pix-api/index.html" TargetMode="External"/><Relationship Id="rId4" Type="http://schemas.openxmlformats.org/officeDocument/2006/relationships/hyperlink" Target="https://www.bcb.gov.br/estabilidadefinanceira/negociopix" TargetMode="External"/><Relationship Id="rId9" Type="http://schemas.openxmlformats.org/officeDocument/2006/relationships/hyperlink" Target="https://www.emvco.com/terms-of-use/?u=/wp-content/uploads/documents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488" y="-57150"/>
            <a:ext cx="12372975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8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63" y="-52388"/>
            <a:ext cx="12353925" cy="696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8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52388"/>
            <a:ext cx="12344400" cy="696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2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5" y="-71438"/>
            <a:ext cx="12363450" cy="700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13" y="-47625"/>
            <a:ext cx="12392025" cy="69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5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488" y="-57150"/>
            <a:ext cx="12372975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905691" y="1500564"/>
            <a:ext cx="9535885" cy="375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 tooltip="https://confluence.bradesco.com.br:8443/display/pgmts/squad+api+pix"/>
              </a:rPr>
              <a:t>SQUAD API PIX - PIX | PIX - Confluence(bradesco.com.br)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 tooltip="https://confluence.bradesco.com.br:8443/display/pgmts/squad+api+cloud"/>
              </a:rPr>
              <a:t>SQUADAPI CLOUD - PIX | PIX - Confluence(bradesco.com.br)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Projeto PGMTS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Visão de negócio do Bacen: </a:t>
            </a: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 tooltip="https://www.bcb.gov.br/estabilidadefinanceira/negociopix"/>
              </a:rPr>
              <a:t>Negócios (bcb.gov.br)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 err="1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Swagger</a:t>
            </a: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 API Pix (Padrão Bacen): </a:t>
            </a:r>
            <a:r>
              <a:rPr lang="pt-BR" u="sng" dirty="0" err="1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 tooltip="https://bacen.github.io/pix-api/index.html"/>
              </a:rPr>
              <a:t>Swagger</a:t>
            </a: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 tooltip="https://bacen.github.io/pix-api/index.html"/>
              </a:rPr>
              <a:t> UI (bacen.github.io)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Manual de padrões de iniciação: </a:t>
            </a: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6" tooltip="https://www.bcb.gov.br/content/estabilidadefinanceira/pix/regulamento_pix/ii_manualdepadroesparainiciacaodopix.pdf"/>
              </a:rPr>
              <a:t>II_ManualdePadroesparaIniciacaodoPix.pdf (bcb.gov.br)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Manual de segurança: </a:t>
            </a: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7" tooltip="https://www.bcb.gov.br/content/estabilidadefinanceira/cedsfn/manual_de_seguranca_pix.pdf"/>
              </a:rPr>
              <a:t>Manual_de_Seguranca_PIX.pdf (bcb.gov.br)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Manual do BR </a:t>
            </a:r>
            <a:r>
              <a:rPr lang="pt-BR" dirty="0" err="1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r>
              <a:rPr lang="pt-BR" u="sng" dirty="0" err="1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8" tooltip="https://www.bcb.gov.br/content/estabilidadefinanceira/spb_docs/manualbrcode.pdf"/>
              </a:rPr>
              <a:t>ManualBRCode.pdf</a:t>
            </a: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8" tooltip="https://www.bcb.gov.br/content/estabilidadefinanceira/spb_docs/manualbrcode.pdf"/>
              </a:rPr>
              <a:t> (bcb.gov.br)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Padrão EMV: </a:t>
            </a:r>
            <a:r>
              <a:rPr lang="pt-BR" u="sng" dirty="0" err="1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9" tooltip="https://www.emvco.com/terms-of-use/?u=/wp-content/uploads/documents/"/>
              </a:rPr>
              <a:t>Terms</a:t>
            </a: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9" tooltip="https://www.emvco.com/terms-of-use/?u=/wp-content/uploads/documents/"/>
              </a:rPr>
              <a:t> </a:t>
            </a:r>
            <a:r>
              <a:rPr lang="pt-BR" u="sng" dirty="0" err="1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9" tooltip="https://www.emvco.com/terms-of-use/?u=/wp-content/uploads/documents/"/>
              </a:rPr>
              <a:t>ofUse</a:t>
            </a:r>
            <a:r>
              <a:rPr lang="pt-BR" u="sng" dirty="0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9" tooltip="https://www.emvco.com/terms-of-use/?u=/wp-content/uploads/documents/"/>
              </a:rPr>
              <a:t> | </a:t>
            </a:r>
            <a:r>
              <a:rPr lang="pt-BR" u="sng" dirty="0" err="1">
                <a:solidFill>
                  <a:srgbClr val="0000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9" tooltip="https://www.emvco.com/terms-of-use/?u=/wp-content/uploads/documents/"/>
              </a:rPr>
              <a:t>EMVCo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Banco Central do Brasil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77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" y="-47625"/>
            <a:ext cx="12325350" cy="69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4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67917c-5cbc-4020-9aca-481eecb008a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674911336ADB4786CFAEEDDC432B13" ma:contentTypeVersion="14" ma:contentTypeDescription="Crie um novo documento." ma:contentTypeScope="" ma:versionID="6f89d01018517e1b4a20966707db1033">
  <xsd:schema xmlns:xsd="http://www.w3.org/2001/XMLSchema" xmlns:xs="http://www.w3.org/2001/XMLSchema" xmlns:p="http://schemas.microsoft.com/office/2006/metadata/properties" xmlns:ns3="b067917c-5cbc-4020-9aca-481eecb008a7" xmlns:ns4="0ba53bdc-13c0-4d4d-b7f8-3295b790f778" targetNamespace="http://schemas.microsoft.com/office/2006/metadata/properties" ma:root="true" ma:fieldsID="48a29cde2d42204c1a7941f368a37dfa" ns3:_="" ns4:_="">
    <xsd:import namespace="b067917c-5cbc-4020-9aca-481eecb008a7"/>
    <xsd:import namespace="0ba53bdc-13c0-4d4d-b7f8-3295b790f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7917c-5cbc-4020-9aca-481eecb008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3bdc-13c0-4d4d-b7f8-3295b790f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974BD0-41BD-4932-824C-D6C24A8D7200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0ba53bdc-13c0-4d4d-b7f8-3295b790f778"/>
    <ds:schemaRef ds:uri="b067917c-5cbc-4020-9aca-481eecb008a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329B725-8BC8-47C9-8E10-0F5AE726C6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6B5CE1-A839-4F62-ACCB-72EB79AB8C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67917c-5cbc-4020-9aca-481eecb008a7"/>
    <ds:schemaRef ds:uri="0ba53bdc-13c0-4d4d-b7f8-3295b790f7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82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7</cp:revision>
  <dcterms:created xsi:type="dcterms:W3CDTF">2024-09-25T18:18:34Z</dcterms:created>
  <dcterms:modified xsi:type="dcterms:W3CDTF">2024-09-25T19:16:31Z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0x010100B0674911336ADB4786CFAEEDDC432B13</vt:lpwstr>
  </property>
</Properties>
</file>