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71695-FD5B-4DC9-9860-994E700452F8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BF8E9-C653-4409-82F9-DDAD2E12FB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035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71695-FD5B-4DC9-9860-994E700452F8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BF8E9-C653-4409-82F9-DDAD2E12FB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9681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71695-FD5B-4DC9-9860-994E700452F8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BF8E9-C653-4409-82F9-DDAD2E12FB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24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71695-FD5B-4DC9-9860-994E700452F8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BF8E9-C653-4409-82F9-DDAD2E12FB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7580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71695-FD5B-4DC9-9860-994E700452F8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BF8E9-C653-4409-82F9-DDAD2E12FB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8079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71695-FD5B-4DC9-9860-994E700452F8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BF8E9-C653-4409-82F9-DDAD2E12FB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8166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71695-FD5B-4DC9-9860-994E700452F8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BF8E9-C653-4409-82F9-DDAD2E12FB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5783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71695-FD5B-4DC9-9860-994E700452F8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BF8E9-C653-4409-82F9-DDAD2E12FB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4449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71695-FD5B-4DC9-9860-994E700452F8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BF8E9-C653-4409-82F9-DDAD2E12FB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8492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71695-FD5B-4DC9-9860-994E700452F8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BF8E9-C653-4409-82F9-DDAD2E12FB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6254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71695-FD5B-4DC9-9860-994E700452F8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BF8E9-C653-4409-82F9-DDAD2E12FB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3289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71695-FD5B-4DC9-9860-994E700452F8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BF8E9-C653-4409-82F9-DDAD2E12FB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063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524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64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Alessandro Lisboa de lyra</dc:creator>
  <cp:lastModifiedBy>Alessandro Lisboa de lyra</cp:lastModifiedBy>
  <cp:revision>1</cp:revision>
  <dcterms:created xsi:type="dcterms:W3CDTF">2025-03-24T14:10:12Z</dcterms:created>
  <dcterms:modified xsi:type="dcterms:W3CDTF">2025-03-24T19:16:28Z</dcterms:modified>
</cp:coreProperties>
</file>