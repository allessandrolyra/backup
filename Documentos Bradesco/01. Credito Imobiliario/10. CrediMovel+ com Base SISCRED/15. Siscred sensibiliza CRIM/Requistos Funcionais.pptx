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023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4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488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1768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924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10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184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9101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94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617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77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7789F-1B6C-4203-9BE2-4418495292CB}" type="datetimeFigureOut">
              <a:rPr lang="pt-BR" smtClean="0"/>
              <a:t>09/04/2025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EAFDC-C5B9-4839-A356-B753C6BC71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147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4" y="47207"/>
            <a:ext cx="11904234" cy="669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58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92" y="135827"/>
            <a:ext cx="11418215" cy="6419960"/>
          </a:xfrm>
        </p:spPr>
      </p:pic>
    </p:spTree>
    <p:extLst>
      <p:ext uri="{BB962C8B-B14F-4D97-AF65-F5344CB8AC3E}">
        <p14:creationId xmlns:p14="http://schemas.microsoft.com/office/powerpoint/2010/main" val="283878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AutoShape 4" descr="data:image/png;base64,iVBORw0KGgoAAAANSUhEUgAACQEAAAUQCAIAAABxiJPCAAAAAXNSR0IArs4c6QAAAARnQU1BAACxjwv8YQUAAAAJcEhZcwAAJOgAACToAYJjBRwAAP+lSURBVHhe7N13eBTl+v/x37+HJsXusR71fPV4jqGKBRBUUFQEAQsWsIGKvWBDLNgbigWx916wS+89m2x6771skk0vu8vv2ezk5s7nnk02oYVwP9fr4oLZZ2ZrwmbfmZn/9/ch9yjVXdxta6nfXUEdfGdwd9ha5jc7uNuF21q7VVo+YFZwM4O7JZgVA24O7qag+t8Y3A3BrOw/I7jpwV0fzKr+1wXV79rgrglmdb9pwV0d3FXBrOl7ZXBXBDc1mLV9pwQ3OaiDLg9uUjDrDpoY3GXBTQhm/UGXBtXnkuAuDmZDn/HBXRTchcFs7D0uuLHBXRDMpt7nB3deUL3GBDc6mM29zg1uVHAjg9nSa0RQPc8J7uxgtvY8K7gzgxsezLYeZwQ3LLihwWzvMSS4wUH9Y1BwA4MJ/0dYcKcrpZRSSimllFJKqb1JG5jqTrB+BWgDE0T6Iti9OExfRHQvDroXh+mLYPfisHtxmL6I6F4cdC8O0xcR3YuD7sVh+iKie3EifRHsXhymLyK6Fwfdi8P0RbB7cdi9OExfRHQvDroXh+mLiO7FQffiMH0R0b04kb4Idi8O0xcR3YuD7sVh+iLYvTjsXhymLyK6Fwfdi8P0RUT34qB7cZi+iOhenEhfBLsXh+mLiO7F4ZswpZRSSimllFJKKbVHaQNT3QnWr4Dd3sAM0b04CGCGNjBbmL4Idi8OuxeH6YuI7sVB9+IwfRHRvTjoXhymLyK6FyfSF8HuxWH6IqJ7cdC9OExfBLsXh92Lw/RFRPfioHtxmL6I6F4cdC8O0xcR3YsT6Ytg9+IwfRHRvTjoXhymL4Ldi8PuxWH6IqJ7cdC9OExfRHQvDroXh+mLiO7FifRFsHtxmL6I6F4cvglTSimllFJKKaWUUnuUNjDVnWD9CtAGJoj0RbB7cZi+iOheHHQvDtMXwe7FYffiMH0R0b046F4cpi8iuhcH3YvD9EVE9+JE+iLYvThMX0R0Lw66F4fpi2D34rB7cZi+iOheHHQvDtMXEd2Lg+7FYfoiontxIn0R7F4cpi8iuhcH3YvD9EWwe3HYvThMX0R0Lw66F4fpi4juxUH34jB9EdG9OJG+CHYvDtMXEd2LwzdhSimllFJKKaWUUmqP0gamuhOsXwHawASRvgh2Lw7TFxHdi4PuxWH6Iti9OOxeHKYvIroXB92Lw/RFRPfioHtxmL6I6F6cSF8EuxeH6YuI7sVB9+IwfRHsXhx2Lw7TFxHdi4PuxWH6IqJ7cdC9OExfRHQvTqQvgt2Lw/RFRPfioHtxmL4Idi8OuxeH6YuI7sVB9+IwfRHRvTjoXhymLyK6FyfSF8HuxWH6IqJ7cfgmTCmllFJKKaWUUkrtUdrAVHeC9StAG5gg0hfB7sVh+iKie3HQvThMXwS7F4fdi8P0RUT34qB7cZi+iOheHHQvDtMXEd2LE+mLYPfiMH0R0b046F4cpi+C3YvD7sVh+iKie3HQvThMX0R0Lw66F4fpi4juxYn0RbB7cZi+iOheHHQvDtMXwe7FYffiMH0R0b046F4cpi8iuhcH3YvD9EVE9+JE+iLYvThMX0R0Lw7fhCmllFJKKaWUUkqpPUobmOpOsH4R7F4cdi8O0xcR3YuDAGZoA7OF6Ytg9+Kwe3GYvojoXhx0Lw7TFxHdi4PuxWH6IqJ7cSJ9EexeHKYvIroXB92Lw/RFsHtx2L04TF9EdC8OuheH6YuI7sVB9+IwfRHRvTiRvgh2Lw7TFxHdi4PuxWH6Iti9OOxeHKYvIroXB92Lw/RFRPfioHtxmL6I6F6cSF8EuxeH6YuI7sXhmzCllFJKKaWUUkoptUdpA1PdCaYvgt2Lw+7FYfoiontxEMAMbWC2MH0R7F4cdi8O0xcR3YuD7sVh+iKie3HQvThMX0R0L06kL4Ldi8P0RUT34qB7cZi+CHYvDrsXh+mLiO7FQffiMH0R0b046F4cpi8iuhcn0hfB7sVh+iKie3HQvThMXwS7F4fdi8P0RUT34qB7cZi+iOheHHQvDtMXEd2LE+mLYPfiMH0R0b04fBOmlFJKKaWUUkoppfYobWCqO8H0RbB7cdi9OExfRHQvDgKYoQ3MFqYvgt2Lw+7FYfoiontx0L04TF9EdC8OuheH6YuI7sWJ9EWwe3GYvojoXhx0Lw7TF8HuxWH34jB9EdG9OOheHKYvIroXB92Lw/RFRPfiRPoi2L04TF9EdC8OuheH6Ytg9+Kwe3GYvojoXhx0Lw7TFxHdi4PuxWH6IqJ7cSJ9EexeHKYvIroXh2/ClFJKKaWUUkoppdQepQ1MdSeYvgh2Lw67F4fpi4juxUEAM7SB2cL0RbB7cdi9OExfRHQvDroXh+mLiO7FQffiMH0R0b04kb4Idi8O0xcR3YuD7sVh+iLYvTjsXhymLyK6Fwfdi8P0RUT34qB7cZi+iOhenEhfBLsXh+mLiO7FQffiMH0R7F4cdi8O0xcR3YuD7sVh+iKie3HQvThMX0R0L06kL4Ldi8P0RUT34vBNmFJKKaWUUkoppZTao7SBqe4E0xfB7sVh9+IwfRHRvTgIYIY2MFuYvgh2Lw67F4fpi4juxUH34jB9EdG9OOheHKYvIroXJ9IXwe7FYfoiontx0L04TF8EuxeH3YvD9EVE9+Kge3GYvojoXhx0Lw7TFxHdixPpi2D34jB9EdG9OOheHKYvgt2Lw+7FYfoiontx0L04TF9EdC8OuheH6YuI7sWJ9EWwe3GYvojoXhy+CVNKKaWUUkoppZRSe5Q2MNWdYPoi2L047F4cpi8iuhcHAczQBmYL0xfB7sVh9+IwfRHRvTjoXhymLyK6Fwfdi8P0RUT34kT6Iti9OExfRHQvDroXh+mLYPfisHtxmL6I6F4cdC8O0xcR3YuD7sVh+iKie3EifRHsXhymLyK6Fwfdi8P0RbB7cdi9OExfRHQvDroXh+mLiO7FQffiMH0R0b04kb4Idi8O0xcR3YvDN2FKKaWUUkoppZRSao/SBqa6E0xfBLsXh92Lw/RFRPfiIIAZ2sBsYfoi2L047F4cpi8iuhcH3YvD9EVE9+Kge3GYvojoXpxIXwS7F4fpi4juxUH34jB9EexeHHYvDtMXEd2Lg+7FYfoiontx0L04TF9EdC9OpC+C3YvD9EVE9+Kge3GYvgh2Lw67F4fpi4juxUH34jB9EdG9OOheHKYvIroXJ9IXwe7FYfoiontx+CZMKaWUUkoppZRSSu1R2sBUd4Lpi2D34rB7cZi+iOheHAQwQxuYLUxfBLsXh92Lw/RFRPfioHtxmL6I6F4cdC8O0xcR3YsT6Ytg9+IwfRHRvTjoXhymL4Ldi8PuxWH6IqJ7cdC9OExfRHQvDroXh+mLiO7FifRFsHtxmL6I6F4cdC8O0xfB7sVh9+IwfRHRvTjoXhymLyK6Fwfdi8P0RUT34kT6Iti9OExfRHQvDt+EKaWUUkoppZRSSqk9ShuY6k4wfRHsXhx2Lw7TFxHdi4MAZmgDs4Xpi2D34rB7cZi+iOheHHQvDtMXEd2Lg+7FYfoiontxIn0R7F4cpi8iuhcH3YvD9EWwe3HYvThMX0R0Lw66F4fpi4juxUH34jB9EdG9OJG+CHYvDtMXEd2Lg+7FYfoi2L047F4cpi8iuhcH3YvD9EVE9+Kge3GYvojoXpxIXwS7F4fpi4juxeGbMKWUUkoppZRSSim1R2kDU90Jpi+C3YvD7sVh+iKie3EQwAxtYLYwfRHsXhx2Lw7TFxHdi4PuxWH6IqJ7cdC9OExfRHQvTqQvgt2Lw/RFRPfioHtxmL4Idi8OuxeH6YuI7sVB9+IwfRHRvTjoXhymLyK6FyfSF8HuxWH6IqJ7cdC9OExfBLsXh92Lw/RFRPfioHtxmL6I6F4cdC8O0xcR3YsT6Ytg9+IwfRHRvTh8E6aUUkoppZRSSiml9ihtYKo7wfRFsHtx2L04TF9EdC8OApihDcwWpi+C3YvD7sVh+iKie3HQvThMX0R0Lw66F4fpi4juxYn0RbB7cZi+iOheHHQvDtMXwe7FYffiMH0R0b046F4cpi8iuhcH3YvD9EVE9+JE+iLYvThMX0R0Lw66F4fpi2D34rB7cZi+iOheHHQvDtMXEd2Lg+7FYfoiontxIn0R7F4cpi8iuheHb8KUUkoppZRSSiml1B6lDUx1J5i+CHYvDrsXh+mLiO7FQQAztIHZwvRFsHtx2L04TF9EdC8OuheH6YuI7sVB9+IwfRHRvTiRvgh2Lw7TFxHdi4PuxWH6Iti9OOxeHKYvIroXB92Lw/RFRPfioHtxmL6I6F6cSF8EuxeH6YuI7sVB9+IwfRHsXhx2Lw7TFxHdi4PuxWH6IqJ7cdC9OExfRHQvTqQvgt2Lw/RFRPfi8E2YUkoppZRSSimllNqjtIGp7gTTF8HuxWH34jB9EdG9OAhghjYwW5i+CHYvDrsXh+mLiO7FQffiMH0R0b046F4cpi8iuhcn0hfB7sVh+iKie3HQvThMXwS7F4fdi8P0RUT34qB7cZi+iOheHHQvDtMXEd2LE+mLYPfiMH0R0b046F4cpi+C3YvD7sVh+iKie3HQvThMX0R0Lw66F4fpi4juxYn0RbB7cZi+iOheHL4JU0oppZRSSimllFJ7lDYw1Z1g+iLYvTjsXhymLyK6FwcBzNAGZgvTF8HuxWH34jB9EdG9OOheHKYvIroXB92Lw/RFRPfiRPoi2L04TF9EdC8OuheH6Ytg9+Kwe3GYvojoXhx0Lw7TFxHdi4PuxWH6IqJ7cSJ9EexeHKYvIroXB92Lw/RFsHtx2L04TF9EdC8OuheH6YuI7sVB9+IwfRHRvTiRvgh2Lw7TFxHdi8M3YUoppZRSSimllFJqj9IGproTTF8EuxeH3YvD9EVE9+IggBnawGxh+iLYvTjsXhymLyK6Fwfdi8P0RUT34qB7cZi+iOhenEhfBLsXh+mLiO7FQffiMH0R7F4cdi8O0xcR3YuD7sVh+iKie3HQvThMX0R0L06kL4Ldi8P0RUT34qB7cZi+CHYvDrsXh+mLiO7FQffiMH0R0b046F4cpi8iuhcn0hfB7sVh+iKie3H4JkwppZRSSimllFJK7VHawFR3gumLYPfisHtxmL6I6F4cBDBDG5gtTF8EuxeH3YvD9EVE9+Kge3GYvojoXhx0Lw7TFxHdixPpi2D34jB9EdG9OOheHKYvgt2Lw+7FYfoiontx0L04TF9EdC8OuheH6YuI7sWJ9EWwe3GYvojoXhx0Lw7TF8HuxWH34jB9EdG9OOheHKYvIroXB92Lw/RFRPfiRPoi2L04TF9EdC8O34QppZRSSimllFJKqT1KG5jqTjB9EexeHHYvDtMXEd2LgwBmaAOzhemLYPfisHtxmL6I6F4cdC8O0xcR3YuD7sVh+iKie3EifRHsXhymLyK6Fwfdi8P0RbB7cdi9OExfRHQvDroXh+mLiO7FQffiMH0R0b04kb4Idi8O0xcR3YuD7sVh+iLYvTjsXhymLyK6Fwfdi8P0RUT34qB7cZi+iOhenEhfBLsXh+mLiO7F4ZswpZRSSimllFIhcv5zVFNpOSxUSql2aQNT3QmmL4Ldi8PuxWH6IqJ7cRDADG1gtjB9EexeHHYvDtMXEd2Lg+7FYfoiontx0L04TF9EdC9OpC+C3YvD9EVE9+Kge3GYvgh2Lw67F4fpi4juxUH34jB9EdG9OOheHKYvIroXJ9IXwe7FYfoiontx0L04TF8EuxeH3YvD9EVE9+Kge3GYvojoXhx0Lw7TFxHdixPpi2D34jB9EdG9OHwTppRSSimllFIqRNrAlFKdow1MdSeYvgh2Lw67F4fpi4juxUEAM7SB2cL0RbB7cdi9OExfRHQvDroXh+mLiO7FQffiMH0R0b04kb4Idi8O0xcR3YuD7sVh+iLYvTjsXhymLyK6Fwfdi8P0RUT34qB7cZi+iOhenEhfBLsXh+mLiO7FQffiMH0R7F4cdi8O0xcR3YuD7sVh+iKie3HQvThMX0R0L06kL4Ldi8P0RUT34vBNmFJKKaWUUkqpEGkDU0p1jjYw1Z1g+iLYvTjsXhymLyK6FwcBzNAGZgvTF8HuxWH34jB9EdG9OOheHKYvIroXB92Lw/RFRPfiRPoi2L04TF9EdC8OuheH6Ytg9+Kwe3GYvojoXhx0Lw7TFxHdi4PuxWH6IqJ7cSJ9EexeHKYvIroXB92Lw/RFsHtx2L04TF9EdC8OuheH6YuI7sVB9+IwfRHRvTiRvgh2Lw7TFxHdi8M3YUoppZRSSimlQqQNTCnVOdrAVHeC6Ytg9+Kwe3GYvojoXhwEMEMbmC1MXwS7F4fdi8P0RUT34qB7cZi+iOheHHQvDtMXEd2LE+mLYPfiMH0R0b046F4cpi+C3YvD7sVh+iKie3HQvThMX0R0Lw66F4fpi4juxYn0RbB7cZi+iOheHHQvDtMXwe7FYffiMH0R0b046F4cpi8iuhcH3YvD9EVE9+JE+iLYvThMX0R0Lw7fhCmllFJKKaWUCpE2MKVU52gDU90Jpi+C3YvD7sVh+iKie3EQwAxtYLYwfRHsXhx2Lw7TFxHdi4PuxWH6IqJ7cdC9OExfRHQvTqQvgt2Lw/RFRPfioHtxmL4Idi8OuxeH6YuI7sVB9+IwfRHRvTjoXhymLyK6FyfSF8HuxWH6IqJ7cdC9OExfBLsXh92Lw/RFRPfioHtxmL6I6F4cdC8O0xcR3YsT6Ytg9+IwfRHRvTh8E6aUUkoppZRSKkTawJRSnaMNTHUnmL4Idi8OuxeH6YuI7sVBADO0gdnC9EWwe3HYvThMX0R0Lw66F4fpi4juxUH34jB9EdG9OJG+CHYvDtMXEd2Lg+7FYfoi2L047F4cpi8iuhcH3YvD9EVE9+Kge3GYvojoXpxIXwS7F4fpi4juxUH34jB9EexeHHYvDtMXEd2Lg+7FYfoiontx0L04TF9EdC9OpC+C3YvD9EVE9+LwTZhSSimllFJKqRBpA1NKdY42MNWdYPoi2L047F4cpi8iuhcHAczQBmYL0xfB7sVh9+IwfRHRvTjoXhymLyK6Fwfdi8P0RUT34kT6Iti9OExfRHQvDroXh+mLYPfisHtxmL6I6F4cdC8O0xcR3YuD7sVh+iKie3EifRHsXhymLyK6Fwfdi8P0RbB7cdi9OExfRHQvDroXh+mLiO7FQffiMH0R0b04kb4Idi8O0xcR3YvDN2FKKaWUUkoppUKkDUwp1TnawFR3gumLYPfisHtxmL6I6F4cBDBDG5gtTF8EuxeH3YvD9EVE9+Kge3GYvojoXhx0Lw7TFxHdixPpi2D34jB9EdG9OOheHKYvgt2Lw+7FYfoiontx0L04TF9EdC8OuheH6YuI7sWJ9EWwe3GYvojoXhx0Lw7TF8HuxWH34jB9EdG9OOheHKYvIroXB92Lw/RFRPfiRPoi2L04TF9EdC8O34QppZRSSimllAqRNjClVOdoA1PdCaYvgt2Lw+7FYfoiontxEMAMbWC2MH0R7F4cdi8O0xcR3YuD7sVh+iKie3HQvThMX0R0L06kL4Ldi8P0RUT34qB7cZi+CHYvDrsXh+mLiO7FQffiMH0R0b046F4cpi8iuhcn0hfB7sVh+iKie3HQvThMXwS7F4fdi8P0RUT34qB7cZi+iOheHHQvDtMXEd2LE+mLYPfiMH0R0b04fBOmlFJKKaWUUipE2sCUUp2jDUx1J5i+CHYvDrsXh+mLiO7FQQAztIHZwvRFsHtx2L04TF9EdC8OuheH6YuI7sVB9+IwfRHRvTiRvgh2Lw7TFxHdi4PuxWH6Iti9OOxeHKYvIroXB92Lw/RFRPfioHtxmL6I6F6cSF8EuxeH6YuI7sVB9+IwfRHsXhx2Lw7TFxHdi4PuxWH6IqJ7cdC9OExfRHQvTqQvgt2Lw/RFRPfi8E2YUkoppZRSSqkQaQNTSnWONjDVnWD6Iti9OOxeHKYvIroXBwHM0AZmC9MXwe7FYffiMH0R0b046F4cpi8iuhcH3YvD9EVE9+JE+iLYvThMX0R0Lw66F4fpi2D34rB7cZi+iOheHHQvDtMXEd2Lg+7FYfoiontxIn0R7F4cpi8iuhcH3YvD9EWwe3HYvThMX0R0Lw66F4fpi4juxUH34jB9EdG9OJG+CHYvDtMXEd2LwzdhSimllFJKKaVCpA1MKdU52sBUd4Lpi2D34rB7cZi+iOheHAQwQxuYLUxfBLsXh92Lw/RFRPfioHtxmL6I6F4cdC8O0xcR3YsT6Ytg9+IwfRHRvTjoXhymL4Ldi8PuxWH6IqJ7cdC9OExfRHQvDroXh+mLiO7FifRFsHtxmL6I6F4cdC8O0xfB7sVh9+IwfRHRvTjoXhymLyK6Fwfdi8P0RUT34kT6Iti9OExfRHQvDt+EKaWUUkoppZQKkTYwpVTnaANT3QmmL4Ldi8PuxWH6IqJ7cRDADG1gtjB9EexeHHYvDtMXEd2Lg+7FYfoiontx0L04TF9EdC9OpC+C3YvD9EVE9+Kge3GYvgh2Lw67F4fpi4juxUH34jB9EdG9OOheHKYvIroXJ9IXwe7FYfoiontx0L04TF8EuxeH3YvD9EVE9+Kge3GYvojoXhx0Lw7TFxHdixPpi2D34jB9EdG9OHwTppRSSimllFIqRNrAlFKdow1MdSeYvgh2Lw67F4fpi4juxUEAM7SB2cL0RbB7cdi9OExfRHQvDroXh+mLiO7FQffiMH0R0b04kb4Idi8O0xcR3YuD7sVh+iLYvTjsXhymLyK6Fwfdi8P0RUT34qB7cZi+iOhenEhfBLsXh+mLiO7FQffiMH0R7F4cdi8O0xcR3YuD7sVh+iKie3HQvThMX0R0L06kL4Ldi8P0RUT34vBNmFJKKaWUUkqpEGkDU0p1jjYw1Z1g+iLYvTjsXhymLyK6FwcBzNAGZgvTF8HuxWH34jB9EdG9OOheHKYvIroXB92Lw/RFRPfiRPoi2L04TF9EdC8OuheH6Ytg9+Kwe3GYvojoXhx0Lw7TFxHdi4PuxWH6IqJ7cSJ9EexeHKYvIroXB92Lw/RFsHtx2L04TF9EdC8OuheH6YuI7sVB9+IwfRHRvTiRvgh2Lw7TFxHdi8M3YUoppZRSSimlQqQNTCnVOdrAVHeC6Ytg9+Kwe3GYvojoXhwEMEMbmC1MXwS7F4fdi8P0RUT34qB7cZi+iOheHHQvDtMXEd2LE+mLYPfiMH0R0b046F4cpi+C3YvD7sVh+iKie3HQvThMX0R0Lw66F4fpi4juxYn0RbB7cZi+iOheHHQvDtMXwe7FYffiMH0R0b046F4cpi8iuhcH3YvD9EVE9+JE+iLYvThMX0R0Lw7fhCmllFJKKaWUCpE2MKVU52gDU90Jpi+C3YvD7sVh+iKie3EQwAxtYLYwfRHsXhx2Lw7TFxHdi4PuxWH6IqJ7cdC9OExfRHQvTqQvgt2Lw/RFRPfioHtxmL4Idi8OuxeH6YuI7sVB9+IwfRHRvTjoXhymLyK6FyfSF8HuxWH6IqJ7cdC9OExfBLsXh92Lw/RFRPfioHtxmL6I6F4cdC8O0xcR3YsT6Ytg9+IwfRHRvTh8E6aUUkoppZRSKkTawJRSnaMNTHUnmL4Idi8OuxeH6YuI7sVBADO0gdnC9EWwe3HYvThMX0R0Lw66F4fpi4juxUH34jB9EdG9OJG+CHYvDtMXEd2Lg+7FYfoi2L047F4cpi8iuhcH3YvD9EVE9+Kge3GYvojoXpxIXwS7F4fpi4juxUH34jB9EexeHHYvDtMXEd2Lg+7FYfoiontx0L04TF9EdC9OpC+C3YvD9EVE9+LwTZhSSimllFJKqRBpA1NKdY42sAPL0sPuhSXdC6Yvgt2Lw+7FYfoiontxEMAMbWC2MH0R7F4cdi8O0xcR3YuD7sVh+iKie3HQvThMX0R0L06kL4Ldi8P0RUT34qB7cZi+CHYvDrsXh+mLiO7FQffiMH0R0b046F4cpi8iuhcn0hfB7sVh+iKie3HQvThMXwS7F4fdi8P0RUT34qB7cZi+iOheHHQvDtMXEd2LE+mLYPfiMH0R0b04fBOmlFJKKaWUUipE2sCUUp2jDexAsfTw+5Kf/8O1PrlbZzBMXwS7F4fdi8P0RUT34iCAGdrAbGH6Iti9OOxeHKYvIroXB92Lw/RFRPfioHtxmL6I6F6cSF8EuxeH6YuI7sVB9+IwfRHsXhx2Lw7TFxHdi4PuxWH6IqJ7cdC9OExfRHQvTqQvgt2Lw/RFRPfioHtxmL4Idi8OuxeH6YuI7sVB9+IwfRHRvTjoXhymLyK6FyfSF8HuxWH6IqJ7cfgmTCmllFJKKaVUiLSBKaU6RxvYAWHN6U+61qfsaB4pL/wJl3YjmL4Idi8OuxeH6YuI7sVBADO0gdnC9EWwe3HYvThMX0R0Lw66F4fpi4juxUH34jB9EdG9OJG+CHYvDtMXEd2Lg+7FYfoi2L047F4cpi8iuhcH3YvD9EVE9+Kge3GYvojoXpxIXwS7F4fpi4juxUH34jB9EexeHHYvDtMXEd2Lg+7FYfoiontx0L04TF9EdC9OpC+C3YvD9EVE9+LwTZhSSimllFKqDVHHjUkadzMsVLvCedTI5EtmwcL9hTYwpVTnaAPr/iKu+6DRVR0IYGZ4Gz0bzn4e5nQXmL4Idi8OuxeH6YuI7sVBADO0gdnC9EWwe3HYvThMX0R0Lw66F4fpi4juxUH34jB9EdG9OJG+CHYvDtMXEd2Lg+7FYfoi2L047F4cpi8iuhcH3YvD9EVE9+Kge3GYvojoXpxIXwS7F4fpi4juxUH34jB9EexeHHYvDtMXEd2Lg+7FYfoiontx0L04TF9EdC9OpC+C3YvD9EVE9+LwTZhSSimllFIqwNFnSOqV98aGTaQlEX2HVm+NqnUm0BK168p+XNZYWMqXxJx2Sdp1cyL6DeMLuyZtYEqpztEG1p0tP+bBrPfXWe2reXhqG2Pv+xamdSOYvgh2Lw67F4fpi4juxUEAM7SB2cL0RbB7cdi9OExfRHQvDroXh+mLiO7FQffiMH0R0b04kb4Idi8O0xcR3YuD7sVh+iLYvTjsXhymLyK6Fwfdi8P0RUT34qB7cZi+iOhenEhfBLsXh+mLiO7FQffiMH0R7F4cdi8O0xcR3YuD7sVh+iKie3HQvThMX0R0L06kL4Ldi8P0RUT34vBNmFJKKaWUUt1JyqQ7ch9/w/nPUbDcVsTBw3MefS15/MzAPxPPm7HD56uJSgzvad5UN0/Y0w2sZ1jGTY+Z2xDR/wy8qA09wtKum5PzyKuOPoPxov0BNDBzL9zLN/k83tSp99DCLksbmFKqc7SBdVvrz36+MjbPal/Noyo+f8M5L8C07gXTF8HuxWH34jB9EdG9OAhghjYwW626F9cqegHsXhymLyK6Fwfdi8P0RUT34qB7cZi+iOhenEhfBLsXh+mLiO7FQffiMH0R7F4cdi8O0xcR3YuD7sVh+iKie3HQvThMX0R0L06kL4Ldi8P0RUT34qB7cZi+CHYvDrsXh+mLiO7FQffiMH0R0b046F4cpi8iuhcn0hfB7sVh+iKie3H4JkwppZRSSqnuJPGCG3web8ZNj8FyWymT7vA1NCaef0Pgn1EnnF+1MSLvqbdowp5uYI5eg9yrtvhv8Mx5cFEbYv83weOuaiwsjRjQkXLWZeB+YD3Cch561TzyMf+dsHNhV6UNTCnVOdrAuqeYe7721DRY7at5ZH20YdlRD8C0bgfTF8HuxWH34jB9EdG9OAhghjYwW5i+CHYvDrsXh+mLiO7FQffiMH0R0b046F4cpi8iuhcn0hfB7sVh+iKie3HQvThMXwS7F4fdi8P0RUT34qB7cZi+iOheHHQvDtMXEd2LE+mLYPfiMH0R0b046F4cpi+C3YvD7sVh+iKie3HQvThMX0R0Lw66F4fpi4juxYn0RbB7cZi+iOheHL4JU0oppZRSqjuJPOTM2rjU6q3Rjl6D4CLg6D24YumGuoS0Ng7Bt3ca2I4dOxpyC51HjYRLbTkOGlLxl/94S92nge1XtIEppTpHG1h3s+JfDxf8HNGcvazRWFEbcf2HMK2bwvRFsHtx2L04TF9EdC8OApihDcwWpi+C3YvD7sVh+iKie3HQvThMX0R0Lw66F4fpi4juxYn0RbB7cZi+iOheHHQvDtMXwe7FYffiMH0R0b046F4cpi8iuhcH3YvD9EVE9+JE+iLYvThMX0R0Lw66F4fpi2D34rB7cZi+iOheHHQvDtMXEd2Lg+7FYfoiontxIn0R7F4cpi8iuheHb8KUUkoppZTqZvKefttbXRs3bCosB9EnjfO4q7LnvAzLub3TwDzllZ6qmryn34FLbaVedZ+3vqEhO18b2D6hDUwp1TnawLqVzeMW1Ga5rPbVPMo2p60Z+BRM674wfRHsXhx2Lw7TFxHdi4MAZmgDs4Xpi2D34rB7cZi+iOheHHQvDtMXEd2Lg+7FYfoiontxIn0R7F4cpi8iuhcH3YvD9EWwe3HYvThMX0R0Lw66F4fpi4juxUH34jB9EdG9OJG+CHYvDtMXEd2Lg+7FYfoi2L047F4cpi8iuhcH3YvD9EVE9+Kge3GYvojoXpxIXwS7F4fpi4juxeGbMKWUUkoppbqZ6JPHeSqrC179GJaDvKfe9pS7Y04ZD8u5vdPAamOTixZ93VRWEXPqxTABOI8cUZ+aXb5kRelnS7SB7RPawJRSnaMNrLs47N7kZ3/3NXmt9rVjh/+Eli//vfSwe3Fmd4bpi2D34rB7cZi+iOheHAQwQxuYLUxfBLsXh92Lw/RFRPfioHtxmL6I6F4cdC8O0xcR3YsT6Ytg9+IwfRHRvTjoXhymL4Ldi8PuxWH6IqJ7cdC9OExfRHQvDroXh+mLiO7FifRFsHtxmL6I6F4cdC8O0xfB7sVh9+IwfRHRvTjoXhymLyK6Fwfdi8P0RUT34kT6Iti9OExfRHQvDt+EKaWUUkop1c04eg9y/72+Ia8o8rCz4SIScfCZtbHJ5b+u4gsjjxhR8fuazFufoCXtNrC4oVOK3/u2Pi1nh89n1KfnFL7+WdRxY2BaMFYDi06KOnZMY35x6ee/wIRWeoQVvvZJU5k75j8Xl37ycxsNLOaU8QUvf1gbl+KtrffWNdQlpBe+8Vm0Xe0zd7nsh6WRh/sfKEefwek3PFK2ZIW5F5Wrt/Jp5iLzsFSu3e6pqtmxY4e3rt69cnPqVfeF9zQ/feycxpm7ljxxdvlvqxtyCvyrVFZXrtqSfv1DZhXZwDJve7Lir3VRx53HFxrmejNmzatcs81TWR24XrORtKvvd/QKer17mjYwpVTnaAPrDlb/94nSdcn+8NUy6vLKt166EKYdADB9EexeHHYvDtMXEd2LgwBmaAOzhemLYPfisHtxmL6I6F4cdC8O0xcR3YuD7sVh+iKie3EifRHsXhymLyK6Fwfdi8P0RbB7Ndv0zysjL5yTcM9byU9+HJA0513nhEc3n3DNftrAtp18VczUxxJmvZj6xPtGyqOLEm5+Lubyh7ceM0kbWHDQvThMX0R0Lw66F4fpi4juxYn0RbB7cZi+iOheHL4JO4D0CIv+z8VJV9ydMXdBxuOv+817I3nGwzFnTDU/WuNkpZRSSim1P0uZONvX1JQy+S5YThLPm+Gtb0i+eBZf6Dx2dJOrIv+F92hJGw3MXFT09le+hsb6zNyid77KeeiVvGcWlf20zFtX35BTEDtwEsy3RQ3M/D1nzsvemrqEc6bxCVzc4MmeyurcRxeYvwdrYI6eAzNvf8rchqbS8pIPf8h9bEHu42+UfrrEU1Hlq2/IuutZ866Yz48yd7mkLH74FYljptfGJJsHreKvdYWvfZwxcx7NSRh5bV1iuq/J416+Mf/Zd809LVr0dW1s8g6vt3jR17YZLOr488z98nm8leu25z+3OOOWx80tKftxmbeqpnpLlLm/0MDyX3zf466K/r+L+MKEEdfUJaT5PB73ik07rzem+Xrf+25fZbADt4GZV07PA/snSqV2jTaw/Z5j2nuNLv9vZNAo/CN65UmPwrQDw87otWXyW5UhjIpiV0lCdu7yqMTX/tw8/rVlh97dbgPLXx9nrdypEX3/51C/8tfFWpd1amw+/xmevrZd9nKl221d1jLMVaw4mFcxf+7aNuFFmFmSkLXmhDtE+iJW8Vp9zG3uigprnZZRHJmy8mDbGAbdy5Lz21ZrTTYqCkvWHDsz9AaWv8pprdkySmLTVx9yPQQwQ3QvzipeyS99b22lZVQUFK85xEzAAJa/MsKa0amR8NCHEMDyV4Rbl7WMxMc/Wduv/QaW+MiH1gpsxM56nTew1Be/sS7Y5ZH60tdQvwJ4+trQ/7Loq+fnLlnndpVZq8GocBesCk+4a+HGQyfx7sWJ7sVB9/KLPO8edzm+JkMfZWnZmwaMFwHM8KevLUdPSnl8cdEGp/zKCgxz1YUrt6U88s7WoycGa2Bp822eqc6NzAVf8gZW8Mc664I2h7mPJdtj835amXT7C46TL8f0RVqKV9oTi6w12ch8/QuoXwHQvQp+XW2twEbsxXfyAJb++NvWBbs8shZ+SQ3MccwFFUXF1gUto6Kw2HHICJG+iFW8Ys66Rr5oi9dtC+8zrHX9GhRz5tVBX95suEtdZfEpRUvXZ7/+SfyFN+9K6YkZONFdUmptl43cj76Hn6LbEHvGFeYmWWu2OcoSUouWrst56/PEKXdFHHImbKejnMeOyXzyzdLIuEr7L6DK8pz83A++ixt5Tej3pV0xQybbPmIw3K7m52jZ+uw3Pk0Yf4vjoCGwHS7tvuet1XZ55H34PWy8lR5hscOvSL11XubTb+W+903u+99mv/ZR+sOvJFx6a9u3UCmllFKqi4g8/Jz61KyKv9fbv8HrOdD13V/1GbkRBw/nyzvUwHIeftVbV58z5xVH36F8ecKIaxpyi2occRH9hvHltngDizzkzLr4VPfKzY7eg/icAHMt7hWbzMzA22P7BtYjLOehV3yNTcXvfgN3LfLws0s+XeLzeM0Evjzq2NHe6trixd+aO1765W9RJ1zALzUij/AffbFqizNuyBS+3LwtLFzwia/Jk3bNA3y54Tz6XPPgN2TmJZ5/A150zOji977b4fW228DMDa5LyazeFh03tNV53cwPNQWvfOS/3usf4sv3mgOngUUednbcsCnJE2dnP7ogf8EnBe98VbT424KFn+e+8F7a9XMSRl8fdewY8wKGtZRSwWgD248t++cDmYvXWuGreXhqG+PmfA/TDiQdbmAwXBkFkbd/esA2MDOyftgYfG+w3dbA1p92j7vC/tPQ2Hs/3JUGZkb8o59CADNE9+L8AWzTwLvdrnJrEy1jHzYwd2lZ+JiH9rsGFnH+A8XbQv0CKUvLjr/ttfUH2ewQJroXhwHM2EMNbFO/CxNue7ksM9ea194ozy1InvPm5oMvhABm7PMG1mq43QW/rYkIuxoDmKENrPXYlQYGozwnL+3uZ8M79VNKxtwF1lZaj/K0TPjpug2hNzA+3EUl2Qs+jjp5HGwtFI6+QzOfecdswdpW28O8LJcsj/7vpbCRzgmxgcEoz81Pu/8FR2/7WrkXGljU/12U9fIHrrgka54YFXkFuR//GNXemSqUUkoppfa5wgWfeioqY06zeXfnPMa/81PuvIW4vCMNzNFncLBziWXOftrX0JA4Zjosl3gDM1Kn3u2rb0iZdAdNIGnXzfHW1SeNnxn4p20Diz/jCo+7qnjxN7blz9F7UOlnv3ira800WuhvYDV1vsamnAdfpoUg+t8X2h50MeJgf7Sr2hTJF5qHxfXNn+bhjf3vBL58p54Dy39fHcp+YNEnm+u1+VnDLKyNTTbPCyzfO7p9A4s89KzUK+4t+fLXmtjkprIKX0Oj/zifrYevqclTXVuXll2xfGPmXc/6z2O3+36bUKnuShvY/mrdGc+6nTnW97/mUZVQsGHkizDtALOrDSwwcldErzr10QOzgZkRc+/Hon4F7LYGFjfnU2s1MfLXRq06eDp2L669BuZKzVl73C0dbWBZX9t8ar8PG5gZJXFpG46+fj9qYAl3v+kuw47Y7sj/Y9OmY67sgg1sU7+Lsj/9w5rRkVEaleQYeH2XbmDNo6KoJOXB17f0aX1oRG1grcdubGCBUbJ+e0cDhqPfsLKkNGt9MZLEL34G07kGFhgVhUVpD71s+yuxwUQefW7hHzavhLaHebJSb39y14/y0bkGFhglmxzR/7P5yGCPNrCIQ8/KfO7dEG+zu6g43d/q9Lc+lVJKKdV1xZx2ibemNufhV2G5kXX3sx53Vax4x9WhBtYG59HnNhW7cue+DsslaGCOvkMr12zz7+wFO6gdNbIhM8/11e9UGmwaWM+Bru//biwoMZN3LmzNeczohtxC1zd/0JJAAyt65yta0iH5zy/2lLn5+c9iThnvra03jzAtkeT5wGwbWBvy5r/jqaiMOh7PH7YXdNsG1jMs5rRLc556uyoizuf1Wp/zhjJ8vvq8oqJPfkq44AY9aIRSbdAGtl+KvuNLT02D9f2ueWR/umnZ0Q/CtAPP7mlgZhRsSVr+z3uhfgV0+wZWXliy6ay5IoAZu6mBDZhREpNurSaH271x8P3Yvbj2GpgZyS/90KEGtv2CuZV2+6Xt2wZmRtaXK9b2mwrdi+siDWzjYZMz3//N9uUUyiiJStp62g1dq4H1GZf59o+dvkflWXlRF97TxRuYf7jdyXe9tKW3NrC918DMcEXFRx4Z9AdjKX7sje7yoHW58M81IbaQXWlggVH464qI4Cc252KHX1GWkGqt1tHhdmc+884uHtZjVxqYGa7YpMhjzoVt7rkGFjdmellKhnVZyCPrpfc7t1uhUkoppdRe4DhoSOXqrXVJGXBMQvPP6i1R7uWb5J4ru6uBRR56Vl1ieukXv8JyCRqYkXDONG9NXeZtT9KS8J4Di978vMlVHv3vC2mhbGDOo0Y1FrmKFn1NS2z0CCv56EdzH53HjA4sCTSwUHKdrYybHvPW1MYN23m4wvznFnvKK6NPHEtLpF1vYOkzHvHW1sUPvxKW7wXdsoE5jxuT+/ziusw8n9jlK/TRVFFZ8tVvcUOn6D5hStnSBrafWXH8Q/k/OazvcM2jsaLWedMnMO1AtdsamBmZP2xZeggGMKPbNzAzirYnrTpi1h5qYNvGPd12Wkh5bQl2Ly6EBlZRWLL+lNmhNrD+0wo2RFtrth77vIGZ4Q9aIn2RLtLA0hZ8Z83o7Ch2JGw6ckrXaWBRF963Kxs0o3hr9Ob+Y7t6A6usdLvKYsbdoQ1sbzYwM4qWrgv99GB5X/5irWY33MUlzhPOh1Vs7XoDM6NkY3jEoWfBloG5PeXpWdYKnRtud/qDL+7KD2+72MDMKF65Cc4tsUcaWI+wlFvmdvJ5cbvT7n2Obp5SSimlVFeTft0cX0Nj4nmtzkoVN2SKt7YuZfKdfGHA7mpggbXKflwGyyXZwMwS19e/N+YVOY+2fiMqbthUT2V11j2t3nfJBhYbNnGH15c65S5aYit16j3+enT21YF/7mIDSxp7k7e2Pv7sadaSngMr/ljD746tXW9gieff4K2rTxhxDSzfC7pZA3P0Hpw04baqbdHWJ7y7POrzizPvfCb0A+YrdeDQBrY/2Tz2tdrMUusbW/Mo35q+dtDTMO0A1k4Dy1sbFzd/CUlZtCLrl+2u9HzrYhgV7g0jn4UAZhwIDcyMtPeWrhiwRxpY6qI/rXWCjNLErNVtHA4xhAZmRvr7f6/qH1IDc177SrDHoSs0MHMbtgy+A9IX6QoNzHn5PNu96GiUpWSVxqe5kjIq25pVmfPdyvV9rXODie7FYQAzdnMD6zOucOU267LWo6KoJG/J2qz3fk5/8fPsD38tXB1ue/hHV2L69v+7igLY3m9gac98kPrEuwHm79kf/1K4eluwp6lw6aatB52rDWwXG1hpeHT6429ktMh+/ZP87/8qSwyyL5TbHT/2RnhDZst53JiKwiJrrSAj4wk8lYKt3dLAzCj8dYWjT9CDbJif4gp+W2lNtRvuktKy+GRXXHJ5Tp61yG6YmxofwikcgrFtYKWRcRmPv06yF3yc/92frvgU62IYbnfCJbP4NvdEA4sdfuWutLqyhNR2k6RSSiml1L7iPHJkQ1a+/xCCbGHx+9835BREHm5zdIFONLDok8bmzHm5aNHXFX+urVy7vWrddv+f68M97qrONTAj5pTx/pvx7Lvm7+YGVK7bXuOIgzNyyQaWMnG2r779k5DFn321r6kpueW8YiE2MHM7zfbNTSr94tfKNdsC99SocSbwBuZ/uLY4/fvYtV4dhN7AHL0GJk+4na63aq3/4TVqIhO0ge26iP5nZD+xsNFVYX3CG3x4autqE9PL/lhT/OWvhe9+U/D6p0Uf/lD6zR/lyzfWZ+d7G5usec3DW99Q/MUv5ksDrk6pA5w2sP3EYfcmPf2br2nnMWHN31NfXbr0iPtw5gGtnQaW9PpfSw+5Cyw/+r7Yud/LqGNG+pcbIIAZtg1s7cDH14bNbfGYnUcDVh53TygNLOa+z5yz3g/Be6tPumdPNDBzUcR1C3d7A1tzzKyKghJrncCwuw2OSc9j+iKhNTB3Wfmmwfe128DWHjm9NDHo/godamCbw+7cdNrtzW4Dm1v/c/3R14fewMwo2hy77rCroH4FhNLAoq95PvPDP1v7I6BwQ5S1DhtFG6NpQmu/R1/7HASwLafcUJaRa63ZepRn5yc+sGjLSdet73NJwMYjpsTOeKEkItGaAaPCHX3Fk7uxgeV8s3zbqddtO/V68+f2U69l4J/XbPv31Rv7jKMGtu2kq9ylNnv5ZL79/ebDL93Y+wJjU+/zA7YccWn89KeLt8ZYk5qLmmPgdB7AjNgrH8v6YAnJZn8vWuuw1mSjeJOTZmZ/8DMXf/0T7TawrYeO3dxrJIgcen3Bn+utGXy43c4zpu/lBhZ/+X057/9gq2j1VmsdNko2O1smfA+Spj/WFRpY3le/bf/HQCP8H2HE0XdY6uyn3MU2kcN/DMMQDmSXcsMj8E1Sfvst2RYFeyzZsm1gpc64+AtvijtvOkmaenf6w68UrdjYRtv2737UA7cfkP7Ai5V2/5+aUfj76gTz034v8xBZk2PCJma9+F6wCFSyPcrRv9WRc0Jn28AKfvwbphmOg4ak3DrPvEisSWwULd/Ad9czNz73/W9tmZnWOmyUbo+GaSRl5uO02Yy5C+wfsYoKV1xy0cqN/qNKBv/POmXmXNqUUkoppVRXU/zet02l5VEnXBD4p//EWtkF+c8tpglchxpY5KFnFX/wva++oTG/uHLVltLPfyGur35rKnZ1uoGF9wgzt8FTURlz6sUZN8/11tYlnt9qVzZjlxpYY1PShbcE/hlKA0u+9Lba+DSfx1O9Pabsx6X8nlYs3dCqgfUbVr0tunLNVlrXVogNLPmSWbVxqT6PtyY81qzS6nr/Xq8NbBeZr4WSL341T6v1Ia8cPl9DcWn5ys25T79tnprIw84yP7n4D4PfM8y8RB09Bzp6DzY/BkYeOSJ+xLSCNz93b3E2VlTSulVbnDH/vRSuVKkDmTaw/cDq/8wrXZNkfSNrHnV55dsmvgXTVOca2NKD7zTinv7ZmsRGSXzW0kPMpe03sGWH3rHs4Nktbhdua639Brb6pPuWD5jVYmZwO+tXwG5rYJWVZZkF6067f/c2sMjpb8DOQIWb4go340Oa9e3aVQOux/oVEFoDMyP7pw2r+ptpbTWw+DkfWbPtRoca2NqDp63pe2WzK4Jrlb5I2w3MjLQ3flrbbwoEMCOUBiatO2hiQOLD71vrsJH0yPvrDrrMTqv6FZD5we/Waq1HwSrH5uOnrT/oUgpgZMMhkzLfXWK7T1ixI35D/wm7q4Flffjbhj4XBmzsPS64lt2/WkSOnC1Pv1TiiN/U32zHH8B4AwvY3Hds/A3PVBQWl2fnR46YBQFsp15jpKR7FljXwUbq4+9u6jU6gBUvqQMNzNh2zCWlsTZ7vaQ++tZebmDNhttKnv2stQ4bGU8t2tbjjGaB3GWryzWwgJRbn5CRozwtM2JAe0eo6BFWsgkTac47X+K1u92xZ16F6wq2Dax4Q3iwMyfHjbimaOUma17rUZ6VG9lycBgu6uRxtjHJXVaWetuT4T131i8uZsjkYGfDSr3zaZgcotAbWEDyTY/Kr/ryjOwQz3+WPP0hax02sl7+AKbZcvQaZJ5T/t+xeTTSH3jByc5t7jzhgpxFX9mmsvyvW/1itVJKKaVUlxI3ZLK3rj6j5ReA0q55wFtVEzdkCk3gQm9gjj6DXd/95a2ty7z9KfnbYGZJ9RZn5xtYc5+oz8it+HNtQ05Bycc/waVGsGMhpky6g5bY8h8LsaY2/owrAv9st4H5j8TorqpcszX29MvgIsN/TELWwBy9B7lXbG7Izm/7oOKhNDDzxPmvd912c79oIUkcM10b2K5wHjmy9Ns/fZ6d+zm0Gj5fXVp2/isfxg6+PCLkXwqMOPSs+DHTiz/6sSG/KLCRqu0xsYMnwzSlDljawLq68KsWN5RUNX8XtEbRXzEr//0YTFPNOt/AVp38sAxCblf5siPuPmAbmBl5q5wrD7l5NzawvKX4eW7CvC9j7v7A+kfLqCgsWXvsLVi/AkJuYObebTtvbhsNbMO/by3PKbQm242u08DMfXFOmQ8BzNi3DWzLaTfZHlqtaHPMxqOm+gOYXQMzNvSbkPWJ/SExA7uCie7FYQAzdm8Di75kjtwDJm/Jmo0HmUvtG1iAY+D0qPPvxO7FiQBm7M0GZqQ8tNCaxEb2hz9rA9tzDSzisHMq8vFbjbusPPKokfCeDPhDTusvsYrcfOcx57pik6x/t4zcj35o+wddo6MNzIgYMDzvG/vO7Q884hoznrB5dZlvX6mzn2r75kX/b4K5a9Z8NkojYju3K1hHG5j5ibE8G4/N6C4vdx53Hsy0tSsNzHD0G2Zum1nFXGPWS+/bHt7Q0XtQ/nd/BLbMR9HKjf7fBhXzlVJKKaW6goi+Q6u2OKvDYx29Bjn6DHav2lK1wRHsnaFsYOadatXmSNnAYv83wVtXn/vYAlgesOsNzMicNW/Hjh2NBcVR/7J2YuNkA/O3meKyojc/pyU2eoSVfPRjY5Er8sgRgSXtNLCeA11f/d5UVhF17M7fjuKggRnFH/xgHkNzY2iJ1H4D6xlW+vkvnvLKqCBvhrWB7QrzQ1bJ57/4vPYBzFNZXfjuN9H/vtC/v5dYt13mR4PYsImun5Z7aut2+HZUOWKjT70Y5ih1YNIG1nUtO/L+9LdWWd8Fm4entjH+kR9hmmI638CM0lSbc5OsPu2xA7mBmZH47A+7q4FtHPQApAV3ecX6/9y9/n/3uEVyiL33Q6xfAaE3MHPHV0WuGmBm2jew1DeWWPOCjC7UwCory9JzN518U5dqYPH32pzSqaK4NHz4bCuABWlgxqajryhNsNnzI2/Jug19LxHdi8MAZuyF/cBcKVmbj7is7QbWQqQvIgKYsZcbWOxl98vCl79k1ZY+o7SB7aEGZpRuj7bmsREzaBK8JwNZz+KzULBkeXivgRnz3rD+3TL8e5W1d97jTjQwI+KIc0ojbf6TckUnRPRvdVIER79hZak2X9TmNvMjCgaTfP2cSvFVbEZcp3607mgDM+Qud2bEDrd+Rbdtu9jADPM4Fy3fYLbTRixMuPBm+cVbsjE8lCNhKqWUUkrtK5m3PRnY8ynmlPGeyuq0q++HCUQ2MPPWqPzXVQ1Z+Y7WRxFPmXxnGw0mcEjAXWxgZiM5c15OvuRWWB4gG5ij18Cyn5c35BZGHnEOLQTOo0Y15BQUv/cdLWm7gUX08+8GV7k66LENky66BRpY0tibdni95jGnJcg8pEtWtN3AzNvLqk2RlWu30wRgrkUbWOc4eg/Onvu6t6HR+pyXDZ/XW+NMSLrk1l3/FTfz81fq9IdqU7PMNvOaz2ynlNIG1kWtG/aMOzLb+kbYPKpTijaOfhmmqdZ2oYEdeld5XuvzVFXqfmD+4S4r3zb+ud3SwOIf/9Ka3TLyVztXDjAXXW/+Yi1qGQUbYlYdbHc4xI40MDMip71i28A2D73P3DVrUpDRpRqYGXl/b1vbf2rXaWC2pxPL/Wnt+n4T2m1gRsKdeGBMM8pzCjYeOkl0Lw4DmLF7G9j2/1wnC4cZxdtjnWPv2djHzNmPG1j8VXh+KTN0P7A928B6DCxLwENQtrsfWMSA4eXp2dbslpF09X3motjhNjUrecbDfHWpcw3MSLjsdps65XbHDL6cT4s9x+ZhMdNiR4b0s3FE/2GuuGRrLTay32rzd2mD6HAD6xHmikqw5rWMvbYfmKXdPfnOvEo+g4V/ru7cr4gqpZRSSu0dzqPPbSwsKVzwacHLHzYWlLSxi5JNA/vH6WYtT5k7+uQL+cL4s67yNXmSLryZLwxw9BqYO/f1HV7vLjawtskGZiSMuMZbU1u44BO+kJgbVvzed56KSn5Uw7YbmP/mLd9YG5MMywOiTxxbl5gODSzi4DNr41LrM3IjbY/p3SMs7fqHvHUN7TSwXoMq/l5vtkMTuKgTzq+LT9UG1jmJ425uKCq1Pudlw+f1un5bFX3yOJjfeT3CYgdNyn/5w4SR1+JFSh2QtIF1RdG3f+Gpqre+ETaP3C82Lz92DkxTQucb2NphT8nPhUviQj0f2NqBj68Nm9viMTuPrjrpgf2ggdlVsZKErDUn3LGLDWzVITeUJmRas1tG3IMfr+x/vRF9+7vWIhpu9+Yz5mAAMzrYwIq2J64+5DoIYEb2jxusGcFHhxrY5rA7N512e7PbwOaWv2z4141QvwJsG5jcN86MxMc/WduvSzSwDUddaRuKoi6ftzOAtdnAtpx8ndtlkyHDz54tuheHAcywbWA53yzfdup120693vy5/dRrmVb/3NT3Imhgm/pdVBqXam1FDFdSRtbin+Kue2rbiVNF/QoQ6YuIAGbs5QaW8ern1iQ2Uh9eqA1szzUw57/GyltVlpIBPzOD+PEzoTz5T0/VvLOXo/cgVzQGm8Kl69r+hcFONzBH36FlyenWCmykz3mJT0u5Za51ARul26Mc/UI9mGH6w69Yq7FRvHpzKLuRgY42MOdx51XkFVjzWkZ5etZeOB9Y6JJveNjaNBvZb34G05RSSimlupYeYaWf/eJxVzXkFBYubOvXm2wbWOzpl3mragoXfMJ3BXP+c1RjQUnV+nA4w270iWPLflzamFdUl5y59xuYuad5T7/ja/IUvPQBvION6D+s6M0vfI1Nmbc/xZe3ez6wvKfe8jU0ws5zjl4D066b05hfVPHnWv8+dqyBGUkX3eJrbKz4c52z9a/cRfQblv/su+bBrHHEtd3AjNx5C81G0q55kJb49RxoljTkNV9vbZ02sI4yz0jlpgjrc142vI1NJZ/9Enl40D0IlVK7ThtY17Li+IfyvttufRdsHk3uOuctn8A0FUQnG9iyw+7O+TvSmsRG8ltLef0KsG1goYy0D1eF3sA2jnx63ekPt3jI1qpj74QAZuxiA8v6fkNJrM3BrLJ+2LhigLUrWOca2Lbx8+Hq3KVl6066PdDA1p1yp9xm6sJfMYAZbTaw8ryi8jz8rDn2znchgIWPfxKOKFWeW1hRgDsCdqiBhTIyP1++ph8GMMO2gSXO/Vg+QeZBCx8zpys0sO1n3iGzk9tVtumoK0JsYOv7XFwSjTvHmJEwe4HoXhwGMMO2gYU4tp10FTQwI+n+N62L2xwlkYmZ7/wQe/W8LYddsl80MOeIm90lWEHcxaUR/5mqDWxPNbCeg/I+sznsat6Xv5qfIeE9GZf/LZ78Kf+b32mV9Idetpa2DHdJqfPEsbS61OkGZuS+9421AhvmFvJdl3IWfWVdwEa+uZvt7d5E4s6bLg9DWpaUFnHImTCzXR1rYD0H5n7wnTWJjfzv/+QftbRhLzSwyCNHyPPAucvKYwa12htPKaWUUqoLSjhnms/j8dbUxZ95JVzE2TYwR6+BhQs+8TV5KtdszX/x/YRzrwssT7/h0R1eb31qVt5Tb2Xc8nj2gy+V/bzCW1dftcER859LCl76YB80MLPB3oNyHl3ga2xqyM4vePXjzNuezLz1ycI3PjOTvTW1mbPmwfx2G1jEgOE1jlhz913f/JF15/yMWU8UvPhBXXKmt7o29/E3nP8cVZ+eAw3MvP1On/GIuTpzpcWLv82c/XTm7U8VvvlFY0FJU2l5+g2PpEya3W4Di+h/RvX2GPOsub79M+vOZzJmzTNz6pIyzGZzn3jTedRIc73awDqm18CcxxaYp9L6tLdl+Ly+4q9+izzc/7t35gUZcehZUcefFz/q2tQr7zXSrn0wbfpDadc/lDrtAfPPlCvuiT9nmvO4MREHnxke2o8qSqkAbWBdyKbzX61JL7G+CzaPivDMtYOehmkquA43sGVH3LN1ylt5q2KsGWy4XeVr/jcXApixdxpYKCPm/s8ggBm72MDSP16xedQTtjkh5t6PdqWBmS1bU1tG7t/bAwdCDMhdiudiKU3KXn3ojA41MFdKTtycj+EIe6WJmWuPnEEBbM0h1xVswGc8Ye5nZel4Qrh928A2/fumrC+WW/9goyQufcMx1+3zBhZ58SM2Z6aJSdkwYGLoDSzr07+sNdlIe/kr0b04DGDGbm9gW46+vCS8A1/pFYXFWR/8EjHspi7bwLafcFnqvEXl2TZnPcz7fpl1MjBtYLu1gTl6D46/4MbCX1faxOyy8pghk+ENGRd10ji3uCMJE26jCf7GI4JW5vy3aYK0Kw0s+YZHrBXYKFqx0dxHmlP4+yrrAjbS57xME9oVdcp482RZa7YMd1FJG+dUCCbEBmZ+yIwbM73g52WV4j81d3l57FlXwfxg9nQDc/QdmvfN79Z22ShesyWUp08ppZRSat+K6H9G6We/lH7+a9u/YBR5xIiK39dk3voELA/vEZZy+Z3lS1bUJaZn3tpypqseYYkX3Fi5Zpun3L1jx44mV0XFn2tTr7gn8EtjSRfdkv/MImtmG3oNLHz905JPfsbl7cl9bEH5kpX2p2XtERY3bGrpp0sasvN3+Hw+j7c+PafwzS94YSLmLruXbUyf3tZRzSMOHp7//Hv1qVn+fOL11iVlFLz8YXTzb7+ZG1C06Gt+cEUSO3BSyYc/NGTmBW5DbUxy3tNvRx072lzkPGZ0+c8r+OTM256s+GtdVOvDgEcMGJ7/7Lv1KS3Xm5xZ8MpH0Sf5D9Zn3oIWvfNVbNhEPn/v2H8bWMxpl9SmZgU+7OWjsbQs9/nFRR/9UPbLyuqYJPNqacgr8lTXWheL4amqacgtNNOqo5PMKmbFzLufTbrsdvPU+I8aEvIvICp1oNEG1jUcdm/ivCW+Jq/1Lc0Mry/ttWVLj7gPZ6q2tNPAyvNLSuKziSst37rAbsTO+wHqV0C3b2Ar+t8Y+5DN0dLKC0s2nfVY5xrY2hNuryjGjyOjZy+mAGY4b3nbuoCNiKkvdbSBrfnnTa5kPIlOwuOfUwOLuuF1uOMl8Rlrj5xelp5r/btl7OMGdtKNG4+fURpncwiyrC9XrO0/Zd82sKipT8rXT9GWmA39Lwu9gaW/8b21JhuZi38R3YvDAGbs9gZmbD/1WleyzT6RbQxzG3I+/3PbcZMwfRERwIw90cBcCWmuuFRLfKrsCjTKUjJ37gSmDWwXGpi7sNgVl0z8Bw8UXyA0/HWkzZ3AUm/Dry//7lD890x7Dix1YMs3Sxz97H4Ob7YrDSxhwm3y7pRsbLVuyYbt1gVspNw8lya0y3ncmIr8QmtNGm532ydOs2XbwNxFJa2eo6S2nqPsN1odb6dte7SBmQc598Pv5U11F5eEXumUUkoppZTqBvbXBtYzLGP2096GRusj390+fL6GrHz3+vCi97/LuOPp2KFT7AOtUgcwbWD73qpTHy9dnWh922oe9QUV2y9/G6apELTTwEIfyW8ubT5PGAYw40BoYCsPuTnnj23WIjaKwpNWHTmzEw0sauY7sG9WRVHpmmNn8ga27uQ73GV4FKzsH9avGnB9hxrY6oOvc87AylWeU7juuJtX95u29qgbZCGLuf3t1f2u7oINbG3fKY4LHpEPixmxs97Ytw0s+mo8uKUZRZuiO9TA0l6xOcBa1ge/ie7FtapfAXuigRlbjp6U9dGv8m62PVyJ6RFDb8T6FSACmLEnGliIozwn33nmDTsDmDawXWhgoY+8j39s+8Rd5tKS7VHW7JaR98mP8Dt9afc9Z11Gw+2OC37G411qYJfMkl8I0MBKxW02I+XGR2hCuyKPGS1PymXG7mpgoY/8L37p0EnI9lwDCxbAzPDv9qe/5qmUUkoppQ4k+2MDixgwPO6sq2pik63PfPfw8Pl8TZXVFau3ZD34Usz/JvBDdyh1INMGto9tn7KovtC/4zaN4mVxK//9GExTodkNDcyVWRBxy4fNAezAbWDG2v+7pyzT5rPItPeWdqKB5a/Gz0azl2ziB0IMyPltq3Vxy6goKl17/KyONrDVh1xfFJ5oLWoZqQt/Wd1/WsKjn1r/bhlF2xLWDJjWZRuYkfj4J1AQzTC3bcvg2fuwgTkve9zmWIjOpA4dCzHzQ5uje6Uv+FZ0Lw4DmLGHGtjG3hcYkSNvz/rglzZ2pZLDlZi+7YTJGMAMEcCMfdXA8pesivjPFa0CGGtgyXe+aM1jI+vtb6B+BXSdBhZ+8IiKgiJrnZbhLintIg2sIjc/9fYnw3u1tQeYETvcJlbFjZkO02IGTpSZJ++zn4N1kV1pYElX3WetwEbxqs08FBUt32BdwEbafc/ThHZF/fvCikL59LkijxgBM9vV6QZWkVeQetczbUdKaQ81MEffocECWP5Xv4XyxCmllFJKKdWd7EcNzPysFDtsavbDr1as2uypq7c+892bw+drLC0v/vyXlKl3Rx7e4cPLK9XNaAPbZ5YdeX/6wpU+r8/63rRjh7fRkzj3Z5imOmI3NLCo+75qCWAHdAMztl9usymzJOq2xW4RP9poYBuHzpGxxHnDQghgRuSMN2TsiXvw4442sFX9rnFMeg5ufEVR6bZzHzV/Wv9uGY6J81f3u7orN7B1B1+Rv8zmIGNFW2KTnvzM+gcbe6eBOcbcL7NTeV7hhoMnhd7ACpbb7G6YPPd90b04DGDGHm1gAZsOuTjq0jnpr3xZsHKbWxzYU47sT37f1EecG0wEMGOfNDBXQlr4CRMwgBktDSx+2mPWVDZyPvsV6lcANLCiVVusFdiIGTNzLzQwozzH5iC3jsNGivRFrAYWe+4Muc9l0cpN4b2H7q4GlvHkwvCe7e+4k/USfmG6YhMd/YfBtPAeYSVbIq0ZLaM8PSviMP/plKVdaWAZ896wVmCj8NcV/IiO+V/8Yl3ARs5bn9OEdpkfEeUtLM/KDXaP2tDpBpb57KK2D1Npa080MEf/M/K+tvktATMKf1/l6CdeD0oppZRSSnV3+0UDc/QZnHTxLNcPSxtd5T6Px/rMVwyf1+vzeL2NTU21dY3uKjO5sdjVUOxqLC1vrKhsrK71NjT6mjz+ab6dHx13Ynhq66o2O1OnPaC/RacOZNrA9o11Q+ZXOFqdC7EmtXjTea/ANNVBu6GBVVa4HTd+0NEGtuzQO5YdPLvF7UIgfZH9o4EZyQt+tS5gozzfZoeYNhpY4vxvrUmdGgUbYlYdzA6HGFoDW9X/2rxlGJYqSvDT1by/t69u3gls1xvY2oOnrel7ZbMrgsP6FdB2A1vbd/LmU2eW54rT5FRWlmXb7Ku3dxrY5pOn2x6kMXzEXSE2sI2HTpJniTPDecnDontxGMAM2waW9eFvG/pcGLCx97jgoHtxOxsYt/ng8c4xd6TMfbdorUNW28Bwl7i2Hj2xyzYwM0occduPvDBYA4ubeL/8/lDwx9otfcycNhtYr7PLUrOsFdiIOHXS3mlgrmjcB9SMmOHTRPoiVgNLnHK3zV1esnx7zyG7q4GZ7afe/Uzbx6+LOOzs8gw8XmuHRvIM+1Nqd76B9Qgr2WzzTS/zmXf4tPSHXrYuYKN49ZbQDyqYdO0D1mpslGyJ7MSx7Dt/LES3O+2BFzt6jMHd3sAiDj2z4NcV1oZaj8I/VvlPdi1WUUoppZRSqtvr4g0sot/QpItuKftttaem1vq0NzBExKqJSU6/ZW7S+JnRJ49zHn+e87gxzmNGO48e7f/TOHaMWRh1wgUJo65Nn/FI5r3P57/4QcmXv5b9sabKEVubnuOt7fCOZZ66etePS+POuqqjP+wo1T1oA9sHom/7vMldZ30Tah6532xbfuwcmKY6rp0GVp5fUhKfbZTl4NGW+Kgodq0bPn/fNrDwqxZuGf9i29b+50EIYMbubWCrjphVsCneuqzNEayBrTr0RlcatqWODbd78xlzOtzA+l2z7YJ5cv+zVsPt3jbqkUAA6+INzHBe8Ww7d6dl7J0Gtq7fZWVpOdY6bKQv+C7EBhY18TF5j9yuss3HXim6F4cBzNjLDczY1Pv8AMegGfl/2hwCzoz4GfP3VQNzJaS54lIN+TXOR/6PK7YeNMq2gUWfO1M2Tlds8tb+50IAM3gDc5w4wS3SZkVB0fZDRu+dBlb4xxprHTZS73lepC9iNbCM+TanQMt+4zMIYIZtA3MXFrviko3y9LYKlrvUFTcq6Cm7jMSJsyvFwWY7NAqXrrM9lF+nG1jM4Mtte1L8RTfzaf5zholbXlFY7PzXBXxaUD3Cipatt1ZjI/+b3zvxQ5ptA3MXlbQ8RzaZlobb5Yo//wbYYNt2bwOLPHJE4R+rrK20HgU//B0xQAOYUkoppZQ6QHXlBuboNSjnyTc9lVWBT3q9NbU1cSmu7/8ueOOzxtLywMLA8DU2ZT/0CqzeLrP9iH7DzCMQffK4hNHXp988t/Tr36ujEj2V1dZ2QxgNBcXZc17uxG8ZKrW/0wa2V604/qHcr7da33iaR1NVfdTMz2Ca6qx2GljS638tPeSugOVH3bd16lt5a+0PbJi/Pn7pIfuyga0+6b7lA2a1mBncnm1gxoZhj1QUtv/b9MEa2PaJz7f9KXwoI3Xhr51oYEbmlzbnJaKR9dWq1f2tncC6fgMz0t+2OdSYHHupgR00IX3hj9Y6bJSlZm88cmr7DazvpfnLt1rrsFG4LnJDv0tF9+IwgBn7sIEZmw8ZX+Kw+baQ/uzH+6qBbT107OZeIwPCT56c8tAbwc5nlnD947YNbPsxF7vlXnpud+SQayGAGbyBJVzzqPySL9kata3viL3TwNIesXk8C35btb33MFG/AvwBLPygM8riU6zZbCRdOwcCmGHbwPK++m37PwYa4f8Ic/QZEj/2poJfV9p+9yt1xLTxI0ewvX9CH+6SUueJY2GzRicbWM+B+d/YHJHPf9DFQ87kM53Hn1dRYLO7atZL74cSsWLPvFLePDOSpt0PM0Nh28AKfvybJjh6D447f0bBT8tsnyNXVHyHUtNubGCR/xxVvGqztYnWI//r3/SHVaWUUkqpA4fTvDN877vcua/rjjukSzew3oNyn1lUl5LlXr01Y/bTcWdc4TxqlFked+ZV0MAayyoSzpvB1+20yCPOiRsyJfuRVys3RTTkF7dx6EUavvqGwne/juz4AecDIgacETdsauyQyQfmyzLysLMSzp/hPP58WK66Pm1ge8+m816pTiu2vuU0j4qIrHVD5sM0tQs60MAClh1+d8ZXG62LWw/Hje9D/Qo40BqYEXXbe8EO+EYjWAPL+LytChXiKE3KXn3ojE40sM3DHrA9Xp8ZFUWlm06/a3W//amBbTjqmmKHzXHeYOy1BhYx/mHbXdMyF/+yvu+EthtY3M12Z5urrEx+/MP1fS4W3YvDAGbsiQYWM/mxpPsXbjzI/B0DmMEbmJH2/KfWtbKR9e6PXaGBBUQOua481+bImaXRSdsOOV82MKNka7Q1iY2cT37Z0ttcat/AtvU/t2RrlDWVjex3vxMBzMD6FbCLDSx23KxK8WJwF5VE/W+SqF8B/gaWMPlum7VKSiOOOBcCmNFuA7P0HJS94BPb13naPc/Cu7GAqP+7yNxUa9IujMz5b8OWjc41sNQ7n5aPjBn5X/0qz5tlG/AqCotjBl8OM0FE/2ElGx3WCmyUZ+VGHjECJoei3QZm6TnQf/Y1u+cofc5LODm43dXAIo85V57jLTByP/jO0UcP36+UUkqp7szRa2DMKeOTLrgxYeS1zmPOhUsPNOZdevmvq5pKymJPvwwu2hPMY16XmJ556xOwvKvp4sdCdPQdEnX8eXA0+MRxNzVVWDuHBUZNQlpUiEfLCJmj79DYQZMy73qmalu0p7bVscfk8DZ5ir/8raM/ajkOGpp08ayy31Y1uioK3/0aLu32Ig4+M236Q+612z3VNcmT74RLVdenDWwvSXz8Z28Dq/FeX/rCFUuPuA+mqV3T4QZmLD/6vuLoDGsGG4XhKba7gh2ADczI+HKtNSPIsG1ga0+c7S7t1FlzxIiY+lInGpiR9o7NHgxmpL39W/NOYPtTAzO2nnG3W5zVDMZea2DrB0wqdiRYq/FR4U58cJGVwUT9MqImz7O9F+W5hZuOnNIVGtj2066vyPPv0ZL/50bHsJshgBnQwHK+/DtwpXykP/9J12lgRtwVD9seZC9p9vO2DSztyXetGWy4y8pjL74rWANLn/eObU6IPvcmEcAMrF8Bu9jAIo4dW5Fvc7TbouUbw/udJQKYMTjyhHFlSenWPDaKVmwM7z0UApgRagP7R5ij77DitdusGWy4YpMc/YfBGzIj7c751oxdG/5dzfrh9jvawMwPUZlPvWUbwNwlpdF2P4rHj7vJ9tcOXHFJUf93EUwmEQPOyPt8ie1vWuSYn6w69duFoTaw5g8XzBNtzWCjLCEVdnRrw25pYFEnjXU57Q8+nP3Gp6GfVk0ppZRSar8TO2hSyUc/elt/cF+fnpPz6ALnkSNh8m6Udcd8T2X13olMHdMjLOehV7x1DSmX34EX7RlZdz9rHnPX17/D8q6mizcwGz1OT7nyXk9Nq9d26Xd/OcQvFO4uEQOGJ024zb1ue9slzNPQkPvsItuj6NuKPmlc8WdLmgLnOfP5Ct/+EiZ0Zz3D4oZNKV+2wdvY5L/3Hm/y3vrCVLuRNrA9btX/zS1eGuv/HtEy6ovc26e8A9PU7tCZBrb04Du3XfWONaP12H7NIghgxoHZwNYcP7s0sa0TqNg2sOg7bBKLKyWnJD6TK2V/Gq5Um/OHZf+wftWA6zvRwDacMruiCD8JLc8tXHfczc0BbD9rYEbcnW/ZZgYae62BGVFXPm1/lrIKd/bnS7ecMh3q16Z/XpH20lfBds5LfeHL9QddvM8b2OZDLy1ct/MpNlvO/W6Fc+w9G/uYS20aWNRF91bIwwZWVibe9lKXamCbe48qXG5zjLXSyPit/cfIBhZxmk0yMaOioChp1jNbepvJOxvY9kPPy3z1M9vGFuRAiAbWr4BdbGBG1hufW6u1HoV/ro36z2XQwGJHzygNEh6SrrE5EKIRegMz4kZeKyebkSp+xdLRZ7ArGnf0dJeUljWfwiqA/52YZ8SaTcPtNtcL2w+1gfUIixk0Ke3e51zRdoW7eeQs/EzuBGY4eg0qWrXJmtR6lGdkp9w8N7wX/ogVN+ra4jVbrEmtR0VuftRJNgd1DEXoDcyIPesq25d62l3PwMxgdr2BRf3nYvsH3O3Oeun90H80VUoppZTav5g3kLlzX/c1NnkqKgtf/zTtmgcSzpmWNPamjFlPVPy93ufxNBWVJu6mo8ZJXbaBJY6Zbm6Y/yiI4qI9JKL/sOSLZzmP2oPFcbfYDxtYWOq0+7219dYnwmb4fPkLPsFpu1vEIWemXHlv5RanN/jREZvcVckTboMVbfQIS544uyYuxVrNjAOpgZmfxdJnPl6fU2Ddd21g+y1tYHvWtklv1xe6ra+S5lGyKmH1qY/DNLWbdLKBLT30roItSdYkNvJWxyw9JKQGVpqQXRKfFcD/LmX9sHnZIftfAzO2nPeUzAw0bBtY4Wb8ZLm8oHj1Ubes7D+92fW21v7rNrcLG0lFiWvdv27tRAMzEp/4ojQ+g4t/6OOWALbbGlhpQqurCCLdyPl5/Zr+rXpYhxrY2n5Tsr9r6wiTe7OBret3Wd7v9kcTNcO8YAqWb0tf+EPykx+nvfx13pJ1tq0oMEqikjceOml9n93WwCoKi0vj01zxaebP0ridXOzv1pL4tOjLHqYGlrHgG2sTrUdFflHO10tTnng/4ebnYi5/OOHGZ5PvX5j/xwbbJOl2lW0/cUrXamC9RkZfcLu73CZAxk97VDYwI++7pdYMMVyJadmLvkt7YlH6U+/mfvF7hd2BFgMj4ao5on4FYP0K2PUGFjXMplEFhlle+MeazOfeS5/3ZtYrHxdvCLd9+swo2eoMP+gMqF8BHWpg4T0GFv5h8wVbuj0Kzu0UN2Ka3Gzu4m/a3REq1W7vsbwvfwnv2WpF2wZmlpTFpwRaWllccnlmjnVB8FHqjGtjB6mYoVNkfKJhtp/3+c8ZTy7MePz13Pe/Ld0eHezxNyP9oZfDe+D2Q9ShBmYe4YKfl1mT2CiNjI0YcAZOtrOLDSw6bGJZUpq1WuvhLi4pWra+8K+1weQs/rrto1kqpZRSSnVZjj6Di976wufxlHz8U+QR58ClRtywqXXxaZ6qmpSJs+Gi3aLLNrC4IZMTx0zXX4SS9r8G9o/TUy6/0xvYfap5+BqbMm6aC3P2EOexowsWfuZr8u+9ZDuqtkVHHtnOERGj/++i2qQMa4XAOJAaWMJ5M5rKK6073jy0ge2ntIHtKUuPuC/9jRU+r8/6Etmxw9voSXzyF5imdqvONrDgu4JtvvjVUBpY6CN/XeyyQ1rtCra/NLAV/W+In/eVNU8M2cA2n/2Y3EMo64cNKwcEAljQBmZk/2yTVeIf+axzDcxgxUvaPQ0s9FG4MXpt/ys738D6Tt544g2upKC75e3VBnbQhC2n3FCW1v7n5m2PiqKSiPPuCwSw3dXAOjRir34iEMBirpxnuzNTR0f+r2s3972gqzWwYLuCFW+M2Np3tGxgEf+9MnBMyE6P/CUrt/U5R9SvAKxfAbvewIys1z9r9yyGbQx3qSt2zA2QvkjHGljwXcESr7ibvyHLefMz6wI2Ys+ZxufYiv7fBLeoy/4zabU+y7FtA+voKM/INlfHNyul3//Crn8RFf6+alfSTscaWPBdwZKufQBm2tqVBhYzbGp5era1TsdHyVanPO6lUkoppdR+If2GR3yNjfnPv2d7jIEA57Gjq7fHNBYUR580Di7adV33WIgqiP2xgcWPvr6pbOfeEb6GxqTLboc5e475qSr9ticbCkusq289miqrk8bPhFVa6RGWMXMeVrQDp4H1DMt7brF1r1uGNrD9lDawPWLtoKfLwzOtL47mUZNesumCV2Ga2t0638CWHnpXUYTNb2Fn/xYOu4IdyA1s5aE35y2zzz+ygSW98KN1GRuR099oCWBtNTDn9Dfk59eFm+P8h0PUBtYsYvzcYJ8y7+UGZjjOvdc8Vtb6HR9uV1nMtc9QANu3Dcx5wT2uRJsTBHZoVBQWh//vWgxghghgxl5tYL1Gxlx0p+1jFXPhHbKBGfFXP2p7RqhQhis2OfzocSJ9EaxfAbulgYUfPMK/j1dnR9qcV7b3HALpi3S0gYX3GGh7xqniddvoJE+RR5xTkZtvXdAyXNGJtqcNQz3CSrZEWuuwkXJLq98u3PUGVpaUFjv8Sr5Nez0H5i76qo0dvNodJZsctr8IHLqONjDzGBb+ucaax4a5JbC7nq1daWA5b9kfujPEoQ1MKaWUUvupqOPPaywodq/c3O5vPsUNutxTUVn+6yrbVBbR/4yUy2bnPrYg75lFmXfMjx04CSa0wbaBmTei8WdcQf90/nNU+oxH8p58K3fu68kTboto782hmZAycXb2Ay/mzX8n89YnouVpcf3nFpoaefjO31eLOv78tGvnZN/7vHUQgh5hcUOnJLT8Mpyj16CEkdeaVQL/DCbykLOSxt5kbi0sNw9a4ujrzSPTfHueNFvGCc3MVSeNvdH2WIgR/YaZO57zyGvmEc6665m4IZNhwt60Xzaws69qLC23Ph3escPb0JgUyhEId6OeA9Nuesxb32DdAjZ8TZ7sh1/F+VyPsOxHX7Nm0ziAGtjAwtc/te51y9AGtp/SBrb7Rd3yaVNlqxMP5n27ffnxD8E0tQfsQgM7+M6IWz6y5vFR4d4w8lltYM1uMNb/9/6ybJv9QqCBrTr85rJM/Dy39YEQ22pg6+wOh2jG5jMf0gZGUp750nZPl73fwNYfdKnjnDtdyZnWJjoyynMKnJc+wgPYvm1gxtZjp+R+v7LTexG5XWXx05/a1EcEMEMEMGMvN7AtfUcXb4my5rFRuHTT1oNGQQDz6zUi5b5XO/HwliWlR/53quheHNavgN3SwIzIky7uXAbLfP697b2Gbu8xmHcvrsMN7B9hCeNn2hyF0u2OH3tT4N1Y4pS7ZNUO5UCIAbaHQyxaucnR22psxi42sIJfVjj/dQFtrW3mB/XMZxd1rp4W/LysjWMthqjDDcz8aHr+DTa767ndCZfMgpmSNjCllFJKqY7KfXSBp6omWJJppUdY4Wsf+2NV677l6D0o+74XPOX+PWy8dfUNuYX+D+B8vso120LabJAGlnThzXXJmeE9B0YeMaLkk598DY1mm41FpeZPs/m6pAxeyDjz3jtnzsuNhaX+W+HxNOT4b4/P6y37eXn0yTt3YnMcNKRqfXjqlfeav5tNuZdv9DX5z9jU5Cp3Hn2uf0KvQe5lG+riUqz5vQeV/7a6Ma8o8vC2fkss/4X3zOOJ92XczTXOBP/tLyxpCJzQyOt1r9wcc8p4Ps0wj63P402Z1OqTfXNLzEPU5Krw35H6BmsLPl/Vxoj4UH43bg/YHxuY85jRtYnp/oeueZhXVMqUVkcE2QvMq65w8bf8WGXW8PoK37A/2bOlR1jOI9rAWg1tYPspbWC70/Jj5+R+ucX6mmgeTVX10bd/AdPUHrNLDWzZEfeUpmAFMSP96w3awJr5G5jhuOo1uSI0MMcVr8g5rQ+E2FYDW9X/OtvDIaa9/bs2MLLukCsL1tjckn3SwIxNx0/L+bZj6Sjvtw1b/zMDApghuheHAczYvQ3M2NT3QrOkeGuMdXHIoywjJ3bqo/YBzBABzNjLDcyIu+IheZxS8wXrHD4DA1iLuMkPlGfZfHsMNgr+WOs4ccLWnmeJ7sVh/QrYXQ3MCD/s3Lyv/5Dfi4KNioKi5FvmWQFstzYw8/NwaXi0NZWNwr/WBI7yX7R8g7WIjdiz2z8QYoDt4RDdpa6of19IczrdwEqdccnXzWnr56IgEibcVpaSbm0lhGEe/7R7njU/acN2OqETDcxcb8kmhzWVjaIVG2l3vWC0gSmllFJKdUhE/zNqIuKrNkeG+Ctfsf+b4K2rz5nzMl+YO/d1X2NT8aKvaV+ryEPOTJ/+cF1ShqfMHcruSsEaWJOrIvGCG+vTc2qciekzHok4eLhZHnn4OWnT7m8qKWvMLYo64Xy+ihHRf1jZj8t8TU0lny2JP/OqwP0ytyfjlscbcgsbsvKjTxwbmOlvYBscBS9/kHXnM97auoo/1qZOudt5zOjApf4JrRuYkTTuJl+TJ928J29ZAiIPOcvc6/IlK3cu7BGWceNj3pra8t9Wxw23op3/LlzzYFORqyG7wDykOycHaWDZD7zov0cffB/zn4sDS8xDYbZQG5/qcVf57yabvHfsjw3M/DRR/usq62Pi5oKS+9jrMGcviDn14rqMXOtG0PD6ChZ+rg0sKG1g3Yg2sN1m46iXqlOKrC+I5uF2Zq8b9gxMU3vSLjUwI+q+L62pbLhd5WsHPaENjBqYkfrWn9YKLQMaWNYPNp/ntj4QYjsNzPZwiK7U3NWHTtcGRjb/d1ZFPh6EcF81sIDIcXPy/9zUTnWocOf/tTnywjnrD8L6FSC6F4cBzNjtDSxgU99xZnnBsi02e4eIUZ6Vl/7Kl9uOvRy7FycCmLH3G9jWg88rjUm2prKR/+OKLb1HQv0i244Ym/7U4orCdg56WbItOuGqh7b2Prs5gO3jBhYQe/7NRcs3tl1n3SWl2Qs/d5483qpfu7uBGUlX3CP39HKXlceeeWX0aZfKghXqgRADghwOMeuFxTSnow2sIjsv75OfEibcFt6rw/WLmB+S0x98qSy5nRJWnpOf+dyiSHnkls7qRAMzEifOlrvrmSVxI6+BmUAbmFJKKaVUh0SdONZX35B1x3xYHoy/mTniqjZG0BLnP0c1FpYW2x04IfLwc8yW2/01JiNYA/N5vZ6qmqJ3v7YOTsjEn321t7Yub/6iVst7Dix4+UNvXX36jIdbLW8W/a8Lsu55jjJDoIF5yt1Gml3Wkg3M3IwaZ0LVlih5ZwNSr7jHf5apC2+mJbFhEz3llSUf/xT4lTsu+t8XNmTmVa7Zyi+SDcw8jI15RaWf/mzzCB9yVtZdz4byCO92+2MDM1KvedDXvB+hf/h8he9+AxP2AvO6KnzvW+s2tAzzUs99+m2Y2Yo2MG1g3YU2sN0j/qEfvA3+nZet4fVlvL166RH3wTS1h+1sYKtOezzi1k+4yFs/2XjeSxjADNbAlh99X8Ssj5mPAjaM2Hk4xG1XvBk566M2fWjng4DtU9/gAczYNvV156wPnLPe51YeObtzDWzNKfc7Z73XbHHUrMXmTyN86mssgFkNbO0p9wYu5baOe0akL7Kzga3+563OmYuiZi4K/GlEXP3aygFWAFs54AbnTW8HlkfNfIesPuLm0BvY2mNnRs98K3rm22DtcTOpgTkufz76lrc453WvrepvLupMA4u6/tXoWxZyUTcsWN3fXIQNLGLSMzG3vNEprxuRU55Z0+8K3sAiJj4Vc8uCgNiWv6w/fFq7DWztQZdvH/VAzM2vBcQ2/7kl7LYQG9j2M+6IvfnV1l7ZdsYdon4FYPoivIEFbP7XtXGzXs14+6f8ZVtL49JK4/0KVmzPXPxLwp1vbD1lxvo+l0D34kT34jCAGVtOuCruphfibm4lvuVPv5ueb9v2U6+FANbsgoBNh1wcdcmDac9+kv3J7/l/byreEu2KSzWK1oTn/bwmbf5HMZMf2Tzgok29z28m0hcRAcxwDJqecOMzCTfO5yKG3RhiA4u5+J5E/ypPt5hv/rmlr1kL0xfZ0muE84zpiTc+BRKun7e1j93hEC1nG1v7nRszbnb6s+/nL1lVtGqrKy7FKF4XnvfNX2mPLow6c/rWXlS/OtnAnKdPTbrhcRA97JpONzBje48hzpMvTr7lidyPfyr8a12pI9YVl+yKSij4Y032ws+TZjziOHxUq/oVIOpXQMRR5yZPfzh5xiNc3Pk3tt3AHH2HJV/7YPKMwIrmT0vciGui/n0hX2KkzHgk3vwEG9pvxQbEnnklbMRIuPTW8J7WRiKPHJF8/UMwgUtpljT17rjR1zuPP4+2vBv0HBg74pqMx17L++KXkvXb/Q9+XHKpI6ZgyfLMZxeZG9nuSSA6KvIIc2fnBO4R3UE68mQw5mYkX/NA8+TWz9G518FMEHXK+MB18auLPSukX4w1LwAzma8otLoxIHHSHeG7Y885pZRSSqm9KWHENT6PJ+nCW2B5UD3CKv5c15CdT8cMiD5prK/Jk3zpLp1XKVgD2+HzlX7+i23jcfQZUrlqS2NhSeRhO0/oFTfocm9NXf4L79GSNlgNrKomadzOZMXJBmZkz3nZW1sXf/bVfGGA2WDl6q21Mcl0gx29B1f8ta4hpyDq2J27l3EZM+f5m9m4nW+PZQNzHjvaPEeBYzZ2HftpAzMPb+AgmYHhXrs94tCzYM4e1zMs+8GXzXNq3Yjm4ampS7niHpzJaQPTBtZdaAPbVStPfqzorxjr66B5NBRXOq5+D6apvWJnAwPYvTjWwASre0nLDp4d3O3Cba21amABrHhJ0L04bGCkdfQC/gZmD7sXt7OBAdr9yw6PXgDTF1nV/7qgWgKYHUxfRHQvzmpgdrB+kTV9rwzuiuB2di/QkrtsifRF/K0rGExfhBqYHeheHKYvAgGsFX/rCgbTFxHdi8MAxlwYzMbe44KD7sVZDUxqyV22RPoiIoAxVvGSRPfiRgWH6Yts6TUiKOxenL+B2WodvQB0Lw7rF2nJXbage3GYvsj2HkOCE+mLiPrF+HOXLUhfreGbMKWUUkoppQ5AadfN8Red0H5nKKD4/e+bil3Oo0YG/hl1/Hne6prsB16iCZ0QdD+w+obEMdP5Qi5nzsvmqvmxFgsXft7kqog6bgwtaUOggVWuC4flxLaBOY8+19z94sXf8oUBsWETzYOZOftpWhJ94lhvVU32vc/TEhB52NkNWflFCz+nJTYN7J+jzIOT+/gbtKQr2E8bWES/YWV/rrU+Nd6xoz63EF51e0PPsOyHXzHPsnUjmkddWnbUSdZROu0Fa2BvfWEujRgwPPqU8bGnT4wffmXskMkx/50Q9a8L5K6HkpnjPGZ0zKkXG1EnjnX0HYoTDhriPP686FPH+zfIa3SPsIj+Z0T/+8LY/01IGD095fI7Ui6/00iecJv5koz5v/Hmod45uUN6hEUeepa5PeYLKv7MK+OGTY3532XRp15c9M5X1r1uGSE2sIhDzjRbSxh5beBGJl0yK3bQJPONi3YJDZF5zcf8b0LiuJuse3rZ7fFnXhVz2qX+bzghH7LFfFeJOvGCuCFTkifcHthO0viZ5qs++uRx5qGGyajXwKgTzjeTky6eGVg34YIbzE1yHjUqvIeY3IVpA9sl2y57qy7ff3JIGqWrE1efNg+mqb0F0xfB7sVh9+IwfRHRvTgIYIY2MFuYvgh2Lw67F4fpi4juxUH34jB9EdG9OOheHKYvIroXJ9IXwe7FYfoiontx0L04TF8EuxeH3YvD9EVE9+Kge3GYvojoXhx0Lw7TFxHdixPpi2D34jB9EdG9OOheHKYvgt2Lw+7FYfoiontx0L04TF9EdC8OuheH6YuI7sWJ9EWwe3GYvojoXhy+CVNKKaWUUuoAlHHjo96a2viW81SFonjxt00lZc5jzg3809F3aOWqLZ6KyvQZD9POYR3VuQaWeuW9vobGxPNmBP4ZMWB4jTOh/PfVNKFtnWtg4T0Hln62pKm0HEtbj7CiRV/7H5mjrUfG8J8JzNyF0dfTEuDfdWzd9lp2FbKBOfoMrvhznXl8Mm6eG0rV2Dv20wZmnqaUK+7xVNcEPjr2VNe2s/fVHmCe9JJv/wzcgMDwNjVlPfCSuW0ws5UgDaz8r7UFb3xW5YhtyCsyz4i3qqaporKx2FWXkVOxfGPGHfOjWk6AJ5mXU/7LH9YmZTTkFzcWlNRl5Lp+WWm9gHuExZx2Se7Tb1dujqxLzTYT6tJz8l/5MLCiefaLP/6palt0fXZ+Y4nL19hk3Z7mYb4bmBvjXh+e/fgbMf+9lA6I0i7nkSOTJtxe/NmS6sj4hoLiJleFeYLMK998WTXkFzUUu6wraBntNLCeA2OHTM558q3mrZWYr0RrtR07msoq6lKzSr75M3nCbREi+wHzBRh/9tUFb39Zm5BmbgmPl+bmNRaV1qZkli9dn3nXM/6uJlYn5oFNv+mxsj/XmsfZPETWJppHU5nbPJKV68MzH3wpdvDljj4YwyIPOzv5intKf1hal5ZtHhbzvAdW9DU1mZtUE59a/OnPieNuiuiPx4ztmrSBddLSI+5Le22Zz9tyOFfzvaPRk/TUr0sPuxdmqr0I0xfB7sVh9+IwfRHRvTgIYIY2MFuYvgh2Lw67F4fpi4juxUH34jB9EdG9OOheHKYvIroXJ9IXwe7FYfoiontx0L04TF8EuxeH3YvD9EVE9+Kge3GYvojoXhx0Lw7TFxHdixPpi2D34jB9EdG9OOheHKYvgt2Lw+7FYfoiontx0L04TF9EdC8OuheH6YuI7sWJ9EWwe3GYvojoXhy+CVNKKaWUUuoAlDhmuq+pKam9Q1Vz5b+tbsgt5HuERB1/XtXGiB07djQWlJR++nPGzXNjTr2YLg1F5xpY/DnTfB5P8iW3Bv4ZeeSIhpzC/GffpQlt62QD+8fpccOm+hqb+P5eRuQRIxrziwvf+IwvzHvqbW9dvVmY98yigPwWgb+bP2tjk5uKXRS3ZAMznEefW7l2m3mEm4pcpZ//kjHz8ZjTLuUT9r79tYGZW37smKrt1lHEfF5v0Xvf7sp5lzsh8fwbGsvcgRvgHz5f+Z9rI9s9JKNtA2u+C9bf7Ib5AqlNzsy4/alWu3C1MAtLf1lpTW0enuqaxAtuNMsz7362PivPR+dOax7ujY6Ig4ebFRNGXeetrbOWtjF8O+qz8nMeW+Do115n6j0oecpdVY5YTyibbRltNLDIw87OX/BJQ36xNTXI8FTVlH7/VxuZ0Dwv+W9+3lhabq0QfPi8vtx5C2F1S8+BSRfdYu6d+WZrzQ4yzANel54TN3TKznV7hCWMvLZyU4T5TmJNCjKaKqvLfl/tj460blelDawz1g58qnxbhvVsN4+azNLNY1+DaWqvw/RFsHtx2L04TF9EdC8OApihDcwWpi+C3YvD7sVh+iKie3HQvThMX0R0Lw66F4fpi4juxYn0RbB7cZi+iOheHHQvDtMXwe7FYffiMH0R0b046F4cpi8iuhcH3YvD9EVE9+JE+iLYvThMX0R0Lw66F4fpi2D34rB7cZi+iOheHHQvDtMXEd2Lg+7FYfoiontxIn0R7F4cpi8iuheHb8KUUkoppZQ6AEX/+yKfx5M+4xFYHoyj79DqrVHV26Jxea9ByZfcWvr5L/UpWf7P5ny+uoS0rHueC/F4aJ1rYHFDp/AG5jxmtNlI1t3P0oS2dbqBmQehar2jNi6Fd4XM25/yVtfyAzMaRe985fN4G7Ly6zPzAhpaBP4e+LMmMp524LBtYH7+j9Fnlnz6c11y86eg5hFOzsx+4KV9tefH/tvAwnuE+Q8B2lIU6rPzY067BOfsMc6jR1cs3+hjbakmPjW29cvGXpAGFsrw1NblvfSB/GJsbmArrEnNw+f1Zt7zXNa9z9OucnzUxKb4z2zXIyx9xsO+plbnM2treH1F73/fRuSLOPSs/Jc/bKqstuaHPII1sKgTL3D9tqrtOshH5fbo2LCJsBEj8qiRJT8uDX07ZUtWyNbo6DPEfCc035qsSW0Pn6/ksyV0REpHr4FpMx4OpcDRqE3KSAj+PbOL0AbWYZE3ftxU2aoP530fvuKEh2Ga2hcwfRHsXhx2Lw7TFxHdi4MAZmgDs4Xpi2D34rB7cZi+iOheHHQvDtMXEd2Lg+7FYfoiontxIn0R7F4cpi8iuhcH3YvD9EWwe3HYvThMX0R0Lw66F4fpi4juxUH34lp1L050L06kL4Ldi8P0RUT34qB7cZi+CHYvDrsXh+mLiO7FQffiMH0R0b046F4cpi8iuhcn0hfB7sVh+iKie3H4JkwppZRSSqkDUOThZ9enZFX8uQ6WBxN98jhvdU3eU2/Dci76pHEZs+ZVbXDs2LGjarMz8vBzYIK0exrYUSMbC0ry5r9DE9rW6QZmpE9/2NfQSPvPRfQbVh0e616xKbz14ezynnjTU+YO8fxkAUEbGBN1wgUZN8+tXOPfM6zGEec80jo32960Hzew5sNmun5e3vxBsr+j5D23eO+cTini4OFF739nrjFw1WbUJKbHj7wWptnbhQZmhreuPmfu6+Gtj1YqG5gZdek5ja5WJxuiURUe6zxyhL+B3Ty3Aw3MXHtDQ868hbbn3zJfO4XvfgNHUwxx2DawyCNHuP5YE3q48g+fr3zZRjrHYYB5cHJffN98h7HmhDDKfltlvqvwjYT3DMuc/bSnutaa0d5oLHHFDb+SVk+ZfGdjSZl1WcijLiM3/pxptJEuSBtYByw/5sGcTzdZz23zaKqqj7nzK5im9h1MXwS7F4fdi8P0RUT34iCAGdrAbGH6Iti9OOxeHKYvIroXB92Lw/RFRPfioHtxmL6I6F6cSF8EuxeH6YuI7sVB9+IwfRHsXhx2Lw7TFxHdi4PuxWH6IqJ7cdC9OExfRHQvTqQvgt2Lw/RFRPfioHtxmL4Idi+uVfQCmL6I6F4cdC8O0xcR3YuD7sVh+iKie3EifRHsXhymLyK6F4dvwpRSSimllDow+c/vVVYRffKFsNxW7tzX/Xs78UN1BdMzLGPmPF9DIxwe0NZuaWCRh5xZF5+6x88H1izy8LMbMvPKvv878M+EUdeZmyrDVfr1D3lr6uLZh9rtCqWBWQK749Q3mGcQL9rz9usGZsQOurw2tXmfxR07GgpKYodNhQm7nfOoUUXvfUfpyOfzVW2PiQ3lSylg1xqYGfW5hXFntDrzn20Da2OUmS+u5pN7JY27OXB6LXMvvE0eb0Oj+adfY5NZFJgMoz6nIPZ/E/i1G45eA3Pmvt5GAPM2NXkbG82f5oqsRWzIBma+ZnNfeM+6uPXw1tX7z2qWlddU7uYnVAoM/ynZ7n+Rbyr6tEsbcguti9nw3+X6Bk9NrV9tnbnvtLWyX1bCfmDxZ13VWFQauFQOs6J5xHhmK/36d+qU0f93UX1atnVB6+Hzev2PtrnqII92xZptkPS6FG1godow8sWqhALrWW0elTG56854FqapfQrTF8HuxWH34jB9EdG9OAhghjYwW5i+CHYvDrsXh+mLiO7FQffiMH0R0b046F4cpi8iuhcn0hfB7sVh+iKie3HQvThMXwS7F4fdi8P0RUT34qB7cZi+iOheHHQvDtMXEd2LE+mLYPfiMH0R0b046F4cpi+C3YvD7sVh+iKie3HQvThMX0R0Lw66F4fpi4juxYn0RbB7cZi+iOheHL4JU0oppZRS6sAUP/xKb119yUc/wj5MUvS/xjYWllau3upovTdJMP6GtGJzQ2Zeu/N3SwMzt7/0i1+bXBUh7ne1Kw3MKHz1I4+7Kub/LgrvOdD17Z/1adnysIRRx51n5uQ8ugCWt6EDDaw5IZT/troxv5hOJ7bX7O8NzDxraTc86qnyH/HP5/WWfv17xICOH1Wy16DkSXdk3vZkO0ek7BEWO2RK+dINO1p2TvLW1hV98lP0v0MKz5Zg5wNrbKp2xBYt/jb3ucW5zyzKe+mD8uUbvTU2Z9Xy+XzFH//Id8Zqv4H5fNXOhNJv/yxc+HnxRz/mPm3tABrzn0vK/lhTsPCznHlvpF3/UPLku5Ivu91IufLenCcWVqzZarP7lM+X/+pH8E0mYfR02/2czJeAe83WnPlvp177YMrUe1KveTD70deqtkVbF7cM2cDiz5nWWOyyLm4Z3vqGki9/M19T0SePcx47Ju6MqdlPLGx04QEGG/KKos2Xc8umUq++X+7r1lRRmffCe0mX3Z544U3mG1Ti+FtSJt+VNeelwkVfVW2Nymt9MkJH36GuH5daa7YeDYUlRR/9mPXAS+YOZtz6RM7Tb5d+91ddRm7cmVYvN1/RRR9+b83mw7ejfMWmjDvnJ0+cba46++FXq8Ktk9vxYR7/zNufolvS1WgDC0ncnO+9dY3WU9o8MhevWXbU/TBN7WuYvgh2Lw67F4fpi4juxUEAM7SB2cL0RbB7cdi9OExfRHQvDroXh+mLiO7FQffiMH0R0b04kb4Idi8O0xcR3YuD7sVh+iLYvTjsXhymLyK6Fwfdi8P0RUT34qB7cZi+iOhenEhfBLsXh+mLiO7FQffiMH0R7F4cdi8O0xcR3YuD7sVh+iKie3HQvThMX0R0L06kL4Ldi8P0RUT34vBNmFJKKaWUUgeongOL3v7SV9+QNu1+vIiJ6Des4q91nsrquEGXw0VtKPn058ai0sjDzoblYPc0MP9H6tf7Gpvy5i+iJW3YxQYWc8p4b1VN7mOvR51wQZOrIvv+F2CC4eg9uOL3NY2FpVHHnwcXBdOhBmYULfq6qawi8oj2Dzi5e+33Daw5M+Q9v9jX4P+Q2VvfkHHrk4GdnELSIyx20OUl3/zpqan1t5NTL8YJLSIPOTP9lsfrsvICH2Lv8PnqUrPTb3oMD5rXLtsG5vOVfPGruQo+09FncPoNjzQUYQoyo7GkjJ/4qq0G5vPVpmalXjcn8vCzd4Yr/vj0sjmwYUDEIWfmPfeu3Lur2hHHzwoW0f8M1/d/WZex0VRZlfXgyxEHD6eZfj0HFi74xJrRMrCB9QzLf+kDc8uti5uHmZP3wnt0hi1Lj7D0Gx/11lrnhAsMb0Nj+qx5NCH7gRetC9go/2NNsN7s6D8ssvWuV0kXz6TTzvFRE5vsP1Zh6xzo6Dkw6sSx5jtG4J8x/5tQL/ZCM9/uir/4JfKwVmdWcx47uuzXVdYMNmoT05xHn8tndh3awNqx8qRHi/5slXwbSqsc17wH01TXgOmLYPfisHtxmL6I6F4cBDBDG5gtTF8EuxeH3YvD9EVE9+Kge3GYvojoXhx0Lw7TFxHdixPpi2D34jB9EdG9OOheHKYvgt2Lw+7FYfoiontx0L04TF9EdC8OuheH6YuI7sWJ9EWwe3GYvojoXhx0Lw7TF8HuxWH34jB9EdG9OOheHKYvIroXB92Lw/RFRPfiRPoi2L04TF9EdC8O34QppZRSSil1wIo89KyayHhvXX3mbU/CJ7MBzqNGuZdv9DU2Zd31DFyUOGZ68Xvf8o+2ScSA4TVRiVWbImG5tLsamKP3YNfXv3tr6lIuv5MWEkffodkPvOT/TD/wz11rYI7egyr+WFOflp3/wnue8srof10AEwJi/zvBU+6uWLrB9rxoMf+5JPXKe/kS2cASzplW8tGPth3Rfx6y7TE1jjhYvhd0gwZmRPQflr/gE29zBmsoKk2acBtMsNHj9KiTx+XOf6c+vzjw6XRdbmH0f2waWMSAM8wGy/5YQzWoPqeg4I1P+c5GHRCkgRW+/SXONHqEZcx+Su7G5G1sSrt5Lk1ro4HVxqfBgRM7JOLg4RWrt1rbahnmEY4+7RKaE/vfS2XmMc9F7pNv8p3VLD0HFr7+qTWpZUADizjsrGpngnVZyzBLzGuV5hDz9ejeGGFNCgyfr+j976zEFaSBuZascPQJLV72CMt/4zNrNTYai1zxZ12Fk4G59kdetVZgoyoiznmMTdYy3zkb8sQj2diUbPdtsCvQBtaWrRMW1uW22kvRtT559WnzYJrqMjB9EexeHHYvDtMXEd2LgwBmaAOzhemLYPfisHtxmL6I6F4cdC8O0xcR3YuD7sVh+iKie3EifRHsXhymLyK6Fwfdi8P0RbB7cdi9OExfRHQvDroXh+mLiO7FQffiMH0R0b04kb4Idi8O0xcR3YuD7sVh+iLYvbhW0Qtg+iKie3HQvThMX0R0Lw66F4fpi4juxYn0RbB7cZi+iOheHL4JU0oppZRS6kAWecSIylVbdvh8VRscadPuD+y35Og9KHbQpPxn321yVXhr6zNufIyvEmAme9xV9WnZmbOf3nkQwh5hcUOnlP+y0ltXnzJxNk0OZnc1MMP5z1HV26J9DY0Fr35EXcrckZTJd9Y4E7zVtckXz7IW7loDM5IuusXn8foam/xHkhSXkrRrH/RW19QlpKVedR8dNC/65HG58xaaB7Z6ewwviLKBpU6+y1Ne2ZCZl3X3s1EnnG8t9++HNKnsx6XmnkJF2zu6RwMzzDOS+9y7nlr/wQNr03MSLrgBJoCY0y6tjkr0tRzV0AzZwBx9hyZePNP151pPTW1gTkNhacHCz826NnUnRB1qYIEKtWyjNY2Gz1fy5a90zqpgDcxTXZMcwpdtW3qG5T2zyFydtcXm0VRZnTTuJmtCj7DMO+fzhzEwqpzx9scyDaGBJU26w9fUauczMyHthkdoQis9Ts+e+7o1r2VUrndEBL4Ye5yeftNj8uaZJzT3mXecR48yE1ptTYg8ckR1eKy1Gg2fj44n2QbzvLh+wIMomvuS8+Sb5nGDyX49wvLFTnI7fDvyXv4AZ3YN2sDsLT3ivpSX/uZnq/M1eZPm/7b0sHthpupKMH0R7F4cdi8O0xcR3YuDAGZoA7OF6Ytg9+JaRS+A6YuI7sVB9+IwfRHRvTjoXhymLyK6FyfSF8HuxWH6IqJ7cdC9OExfBLsXh92Lw/RFRPfiePQCmL6I6F4cdC8O0xcR3YsT6Ytg9+IwfRHRvTjoXhymL9IqegHsXhymLyK6Fwfdi8P0RUT34qB7cZi+iOhenEhfBLsXh+mLiO7F4ZswpZRSSimlDnARfYdm3/9ifVp24MM3b02tr/mkPr7GprIflsYH3ykkbsiUit/XBM511FhY2pCZFzgCWEN2QfqNj8JkW7uxgRkRBw8vXvxt4JRI5vbUZ+b5T/vk81Vtiow/+2qatusNLGLA8NroJG9tPd+srcTR06u3OP0PpsfbkJXfWFBi/m4epcIFn8AOXrbHQowNm1i+ZIVZ7r9HRS7/I9zcbBrzijLo6G17V7dpYIajz+CMW5+oy843D2ldek7Mfy+FCYZ5tSSNn5l4/g3xI65pclWYmTSggTmPGe36/m9P85eAeYqrHXF5zy2O/s8l9vUidB1sYGZ+1pyXveK8XJWbnREtx04M1sDcq7e2e/xS4ugzJOrEsXFnXpl4wY0pU+5KueKe5MtuTxh5bf4rH0FDMo+JudRaq/eg0u//ti6g4fMVLf7WPhO228DM/X34FeuCltFUWZ167YPx50yzcdZV8sCJDXmFtJeemdBU7rYuYMPcqdqUzJzHFpjvP+YBtK5diB08WZ6ZzGwwYdR1MFPy97OoRGudltFUVZ0w+nqYSVKvud/b2OrUUWZU/LWujVu4D2kDs7Hm9CfLt6RbT13zqM1ybblwAUxTXQ+mL4Ldi8PuxWH6IqJ7cRDADG1gtjB9EexeHHYvDtMXEd2Lg+7FYfoiontx0L04TF9EdC9OpC+C3YvD9EVE9+Kge3GYvgh2Lw67F4fpi4juxUH34jB9EdG9OOheHKYvIroXJ9IXwe7FYfoiontx0L04TF8EuxeH3YvD9EVE9+Kge3GYvojoXhx0Lw7TFxHdixPpi2D34jB9EdG9OHwTppRSSimllDIcvQcljp6eMXNe3vx3cue+nnbNAzGnjIc5tqKOOy99xsN5T7+d98yi7HufT5l0B+3z1K6oE85PPG8GzI884pykC25s47P4iIOHJ429MfLIEbA8wPnPUek3PJo7b6G5PVl3P+s/sBtEiJ5h8cOvjB8e/IBvzXuzJZwzDZczsWETE0dfj1u21SMsYeS1mXfMz39mkXmU0qY94DzK5hBt/gPojb3R2frEQgHOY0anX/9Q3lPNj/B9L6RMvhPPmbQXdacGZjh6Dow/86ryP9fWZ+bFDp3S6tLmU38Vf7ak0VWRNefl+HOmtd3AzEuiNiWzLj2n+NOfE8fd5N9nqNP7fnEdbWD/OD3pstsD+7fxUZuUQXsT2jYwb1NT9sOv0kbaEH3i2Iw7nq5YvbU+I6expLzJXeWtb/A1NHpq6prKKvzhufXw1DektJx0MPLwcyrDY6wLaHi9Gbc/Rdtvpd0G1nNg0fvfWRe0DDOhqczdWFq+k6tFaXmTuIVNVdWxA63zpUUecmbZH2usC8QwW24oLC39aVnS+JnW4RNbS5l8l7euwZrdMmpTs6JPHgczpZhTL24qKbPWaRn1+UU7dwMV4sdMN4+/NbVl1CZnRh0fdJV9SBsYirj+w8YKa6fRwMj/OWLFCQ/DNNUlYfoi2L047F4cpi8iuhcHAczQBmYL0xfB7sVh9+IwfRHRvTjoXhymLyK6Fwfdi8P0RUT34kT6Iti9OExfRHQvDroXh+mLYPfisHtxmL6I6F4cdC8O0xcR3YuD7sVh+iKie3EifRHsXhymLyK6Fwfdi8P0RbB7ca2iF8D0RUT34qB7cZi+iOheHHQvDtMXEd2LE+mLYPfiMH0R0b04fBOmlFJKKaWUUipE3ayBBUQMOCPqxLEOnqx6Dky/4dH6/KIdO/w7AGU9+FK7DcysHv3vC/1HE90t6Yt0vIEljL5ehqiGguLYwZcHJtg2ME9tXco1D9BGbEUcfGbWPc/VZebKowW2MZobmLXlqGPH1CVlWBe0DHNrE84NsptUew3M0Wug60c8fmBHh7+BDZpEVxp31lV16dZ+scGGp6au/O/1/j1BWx8dMe36OXBgRjOqoxKdR9uc0AvEDp3iFedyq03OjDzC5pyCAXFnT2ts/bI0oz6/OPpUmzPV7XPawHZafsyDWR+st56x5uGpbYy5+2uYprowTF8EuxeH3YvD9EVE9+IggBnawGxh+iLYvTjsXhymLyK6Fwfdi8P0RUT34qB7cZi+iOhenEhfBLsXh+mLiO7FQffiMH0R7F4cdi8O0xcR3Yvj0Qtg+iKie3HQvThMX0R0L06kL4Ldi8P0RUT34qB7cZi+CHYvDrsXh+mLiO7FQffiMH0R0b046F4cpi8iuhcn0hfB7sVh+iKie3H4JkwppZRSSimlVIi6ZQOTHAcNqVi6IfDRdIgNbE/peAOLHzGtqbLamtky/A1syOTABNsG1uSuSjxvBm1EijjkzKIPf/A24JH32h28gUX/+6KG3ELrgpZhXlH+U6a1vjpL+w1sUPkvK60LOjua9wPb2cAM83TLwxLK0VBQkvXAi/zAg/7TiTUfvJQP9+qtoey7GX/WVdYKbNQmpEUctvPEgSB20KSGQv8RVvloKCqNaX13ughtYJYN57xQFec/BiuNyri89Wc/D9NU14bpi2D34rB7cZi+iOheHAQwQxuYLUxfBLsXh92Lw/RFRPfioHtxmL6I6F4cdC8O0xcR3YsT6Ytg9+IwfRHRvTjoXhymL4Ldi8PuxWH6IqJ7cTx6AUxfRHQvDroXh+mLiO7FifRFsHtxmL6I6F4cdC8O0xfB7sVh9+IwfRHRvTjoXhymLyK6Fwfdi8P0RUT34kT6Iti9OExfRHQvDt+EKaWUUkoppZQK0QHUwJZvDHw6vd81sIQx0z1VooHlF8cOams/sKZyd/w5Qc9v5+g9KPfZdwNnCpTDPES+Jo+//bQ+z1ZgtGpg/ze+Ic+/dx0fu9jAyna5gTWWVcT8d8LOK20W9a8L8l7+sLGkrO2d3pqqa9Kum0Nr2TewDeGRhwbtWMS+gSWmRQRfN3bw5Q1FpdbUluFvYGHWoR27FG1gfnEPfOepaXW4zKwP1i876n6Ypro8TF8EuxeH3YvD9EVE9+IggBnawGxh+iLYvTjsXhymLyK6Fwfdi8P0RUT34qB7cZi+iOhenEhfBLsXh+mLiO7FQffiMH0R7F4cdi8O0xcR3Yvj0Qtg+iKie3HQvThMX0R0L06kL4Ldi8P0RUT34qB7cZi+CHYvDrsXh+mLiO7FQffiMH0R0b046F4cpi8iuhcn0hfB7sVh+iKie3H4JkwppZRSSimlVIi0gdHoog2sR1jyFfd4auutmS2jNiEt6tgxgTnBGlgb58CL+e+ldek51tSW4W1sqg6PzX/5g8x7nku/eW7G7U9lP/hy2ZIVO7ytSlirYyEef15dapZ1QcvwVFYnjLyWrquVTh0L0dfkqc8rqs/Ob62gWeAvbHlOQfmyDfbnF+xxeuyQyblPLKyJTfE04Fm+aFTHJNMpu1KvfdDXiMdCrIlLcR4zeudmg4gdfLlctzYlq41jIcaPmNZYhsdCbMgvjjk1pLM57mUHegNbedKjhb86rWepeTS6qiOu/QCmqf0Epi+C3YvD7sVh+iKie3EQwAxtYLYwfRHsXhx2Lw7TFxHdi4PuxWH6IqJ7cdC9OExfRHQvTqQvgt2Lw/RFRPfioHtxmL4Idi8OuxeH6YuI7sXx6AUwfRHRvTjoXhymLyK6FyfSF8HuxWH6IqJ7cdC9OExfBLsXh92Lw/RFRPfioHtxmL6I6F4cdC8O0xcR3YsT6Ytg9+IwfRHRvTh8E6aUUkoppZRSKkTawGh02QaWM/d1X+sKZYZ7fXjEAOtwfB1uYD3CUq/D01z5PJ78Vz/CdNQjLPOO+Tta7y7GG1jkkSOrnQnWBTS8vsy7ntm5Ea69BmYmFL3/nXVBy/C4qxLOmxH5z1GhcB49KvKws80t33mlgvPoc1Ovuq/8r3W2h4I0C5Mm3B6YmTJptre2zrqgZdRn58f8N8iObkz0/13UKHbqqs8vjvrXBTCTJF5wozzuZU1scijJbe87oBvY1ksW1maXWU9R83BtSFnzvydgmtp/YPoi2L047F4cpi8iuhcHAczQBmYL0xfB7sVh9+IwfRHRvTjoXhymLyK6Fwfdi8P0RUT34kT6Iti9OExfRHQvDroXh+mLYPfisHtxmL6I6F4cj14A0xcR3YuD7sVh+iKie3EifRHsXhymLyK6Fwfdi8P0RbB7ca2iF8D0RUT34qB7cZi+iOheHHQvDtMXEd2LE+mLYPfiMH0R0b04fBOmlFJKKaWUUipE2sBodM0GFnHoWe51261pNHy+/Nc+Du9pflj2z+lwA+s5MO+ZRda8llGXlG5eDDizR1jWnc+00cAcfYeW/bnWuoCGz1f88Y+O3oN2boe028B6hGU/9Ip1AQ2vN3P20zs3sptE9B2acsXdtcmZ1rXQ8Plyn3s3MCfmv5fKgz166uqTJ7Xc4OAiDzu7alu0tU7L8NTUJo69CWaStBse8TXhASrLflnp6GX3YO5rB2gDW3rEfSkv/Olr2nmITPP35Of+WHrYvTBT7VcwfRHsXhx2Lw7TFxHdi4MAZmgDs4Xpi2D34rB7cZi+iOheHHQvDtMXEd2Lg+7FYfoiontxIn0R7F4cpi8iuhcH3YvD9EWwe3HYvThMX0R0L45HL4Dpi4juxUH34jB9EdG9OJG+CHYvDtMXEd2Lg+7FYfoi2L047F4cpi8iuhcH3YvD9EVE9+Kge3GYvojoXpxIXwS7F4fpi4juxeGbMKWUUkoptSc4/zmq/OcVyRfPguX7Rs+BWfc+X/LJT/FnXoUX7Xnmoaj4Y23imOmwXKlOcx47pvz31UkX3gzL9wJtYDS6YgPrEZZx81x5PqqmmtqkibNpWkcbmKPXoJIvf7PmtQz3BgdM82uvgZkJuU++6ROnDatNzYr5P7vD97XbwP5xetLFs7x1eOzHmpg9sy9Uj7D0mY/L2+9etSUwIeLg4e6126ylbJT/usq8qHZux47/cf7iV2sFGj5f3ssfhve0+zSjR1jJF79Y02j4fLlPv40zu4YDsYGt/t8TrvUp1nPTPOpyyraMfx2mqf0Qpi+C3YvD7sVh+iKie3EQwAxtYLYwfRHsXhx2Lw7TFxHdi4PuxWH6IqJ7cdC9OExfRHQvTqQvgt2Lw/RFRPfioHtxmL4Idi8OuxeH6YuI7sXx6AUwfRHRvTjoXhymLyK6FyfSF8HuxWH6IqJ7cdC9OExfBLsXh92Lw/RFRPfioHtxmL6I6F4cdC8O0xcR3YsT6Ytg9+IwfRHRvTh8E6aUUkoptV9zHjM6cdR1SWNviht0uaNPO5+v7U0xp4z31TWkXnUfX5j7+Bu18amxe/lc/T3Csu9/wVffkPfsu7QbxN5kHoodO3YkX3IrLFcd5eg1KP7MK82r3Yg9/bJgz6Z5wGvjUvKefAuWdyfmi8jn8aZcfics3wu0gdHocg2sx+nxI66pTUq35rBRE5scedRImtmJ/cAKXv3Imtcy6hLSI48Q59Bqt4H94/S4YVPlKax8Xl/xRz9GHHwmTbOE0MAi+g+r2hplXdYyzLOW/+pHEQPOoGkh8pcq2+DUInnSHV5RGSvXh1sTeoTlPb/YWsqGr7Ex897n2t09K+PWJ2TCrElMi/r3hTDTSLzo5iZ3lTWpZXjrG5Iu6Rq/fSIccA3Mcc37jWU11jPTPAp/j1pxwsMwTe2fWnUvDrsXh92Lw/RFRPfiIIAZ2sBsYfoi2L047F4cpi8iuhcH3YvD9EVE9+Kge3GYvojoXpxIXwS7F4fpi4juxUH34jB9EexeHHYvDtMXEd2L49ELYPoiontx0L04TF9EdC9OpC+C3YvD9EVE9+Kge3GYvgh2Lw67F4fpi4juxUH34jB9EdG9OOheHKYvIroXJ9IXwe7FYfoiontx+CZMKaWUUmp/FHX8eXnz32lsfcClJldFyQc/xJzSJc6ELxuYo9egylVbd3h9qZPvooV7XI/TM256zFtbt68CmLF3GljRW18GXgZ8NBaWVm2KzHv6nchDz4L5+5eof11Q8uEPUCAaC0sKX//UefS5MDnlstvNpeaOw/LuRBvYnrbfNTDnMaPTbny0NiXLJ3ZR8tTVp9/0GJ/cifOBpc+aZ81rGb4mT/4rH0Yefg7MzLztybYbmPl2VP73OusyNnyNTa4fl8addTXfX8r8veidr6wZLQMamLnS7EdeNU+TdXHL8DY0un5YmnD+DZGHn71zcrPII86J/s8lyZfdnvv02/Gjrtt5UU9/wSp46wuz/ehTLnL0Hbrzombm9e9agg/dDt8O8w2K5sSPurapotK6iI3GcnfuU29F/99F5gZbk3sOjDpxbOLYm+iKzD9rkzOsFVqGuWsVSzfEDZ1CK5pnMHHsjTXxqdYMNio3R0YcbJ34ras5gBrYsn8+kPV+q1e5p7Yx7oHvYJran2H6Iti9OOxeHKYvIroXBwHM0AZmC9MXwe7FYffiMH0R0b046F4cpi8iuhcH3YvD9EVE9+JE+iLYvThMX0R0Lw66F4fpi2D34rB7cZi+iOheHI9eANMXEd2Lg+7FYfoiontxIn0R7F4cpi8iuhfHoxfA9EWwe3HYvThMX0R0Lw66F4fpi4juxfHoBTB9EdG9OJG+CHYvDtMXEd2LwzdhSimllFL7mR5hqVfd56mo9DU0ur77K+OWx5PG3pRw9rSUy2YXvfNVk6vCU1WTddczOz9i20dkAzOijhuTNH6mo89gvnCPSp16t3lA9mEAM/ZaA2sqKUu+9LbAblKGefBzHnql5IPvvdW1jXlFSeP2wXHzdovki2eZF7ynrKLg5Q9TJs6OGzI5btDl5pkt+fAHc9eaSspT+Kfh/zjd0XuQeZlFHX8eX9jNaAPb07p6A9uxozYtO//Nz3Offjt3/jvFH3xfm5LpbV2erOHzmTsSeeTOncCMDjewf5yecP6MxnK3NbVlmGus3BqV+8SbqVPvMV+bKZPuyLz9qbLfV5srtWY0D2hg/v/FrrzXU1NrXdx6NFXXmhuc/8pHuU+9lffi+6U/LZM9CRvYP06PPmW87Q5wZngaGmqiEgsXf5P77KLcp9/Ke/Wjok9+qo1LaXJX+R8xny/z/hdoO+a7R+Va/9nUvB5vU5nbvWpL3msf58x9PfPO+Vl3P5v73OIqR6xPVEafx5Nyxd20EXMHC9750mZa82goKCn+8re81z/Nf+vz0u//aiwo8dbV7/z+3HOg+Q8LHsDAaCwtL/7kp9wn38x98q2SH5c2VbXavygwvPUNyZN2HvSyqzlQGtj6s56vjM21npPmURWfv2HECzBN7ecwfRHsXhx2Lw7TFxHdi4MAZmgDs9Wqe3GtohfA7sVh+iKie3HQvThMX0R0Lw66F4fpi4juxYn0RbB7cZi+iOheHHQvDtMXwe7FYffiMH0R0b04Hr0Api8iuhcH3YvD9EVE9+JE+iLYvThMX0R0Lw66F4fpi2D34rB7cZi+iOheHHQvDtMXEd2Lg+7FYfoiontxIn0R7F4cpi/SOnoBfBOmlFJKKbU/8R/W70VfQ2Pluu3+3yWHS5s/ni75dEnzB2pBT6G/d9g2sL3M0WtQwohrEkZdtw8DmLHXGlhDXlFE/2Gw3DA3oCY6sam0LNruaFpdXPS/xjaVlpsXPO5uErj05HEVv69pyCl0HrsHTvzThWkD29O6fgMLcdSmZMadcQVssxMNzHnUSPcGhzVVDJ/X598Ny+vbYdNuRANrfngL3v7CZxvtQhiygZlHKe3GR721ddaM0IfPlz3nZdpORN+hVVuc1kUhj9q0bPgfOfrU8dUxydbFIYyKpRsi+luHbXQeMaLC7oxi7Q7zFJR880fEgC66E5hxQDSw2Hu/8dQ0WM9J88j6aMOyox+EaWr/h+mLYPfisHtxmL6I6F4cBDBDG5gtTF8EuxeH3YvD9EVE9+Kge3GYvojoXhx0Lw7TFxHdixPpi2D34jB9EdG9OOheHKYvgt2Lw+7FYfoiontxPHoBTF9EdC8OuheH6YuI7sWJ9EWwe3GYvojoXhx0Lw7TF8HuxWH34jB9EdG9OOheHKYvIroXB92Lw/RFRPfiRPoi2L04TF9EdC8O34QppZRSSu1H4s+62lNZXfb9320c6cjRZ3Dq1Hv2+bnBukID6yL2eQMz4oZM8VbX5s5bCMu7vsIFn3rK3NEnjYPlxLzgo044HxZ2e9rA9rTu0cDq0rLjz74aN9ipBmZuRsrEO8x/QNbsjgzZwIzIw84u+foPfznr+LBpYOZO9R6U89gCT129NSnE0bqBmee9anOkdVFow9vQkHn3s+bxoY0EJI6fWV9QbE1qb3iqa5Muu53WjR04qTYhzbos5FEVEdfFf9GhmzewFf96pOCXVq+exvKaiOs/hGmqu8D0RbB7cdi9OExfRHQvDgKYoQ3MFqYvgt2Lw+7FYfoiraMXgO7FYfoiontx0L04TF9EdC9OpC+C3YvD9EVE9+Kge3GYvgh2Lw67F4fpi4juxfHoBTB9EdG9OOheHKYvIroXJ9IXwe7FYfoiontx0L04TF8EuxeH3YvD9EVE9+Kge3GYvojoXhx0L65V9+JE9+JE+iLYvThMX0R0Lw7fhCmllFJK7S8iDh5e44irz8h1HtOxXV4i+g5NOGeao3fLqfh7DowbNjXj5rkGzSERA85ImXxXzsOv5j35ZvoNj4RyXZGHn5M27f6cRxfkPf12+o2PRh03xiy0bWBmYeKY6RH9dp5hxdH6tjn/OcpswWwnc/bTsYMup2kBsf+bkDFrXt4zi3IeeS1e7NkAHL0GmuvKuuPpvPmLMu942vzd0avlEWhhHtKksTdFHdfOQfNi/nNJ4nkz6Jf0d+pxeuzAiRm3PG5ucNY9z5lNyaswQm9g5pa4V2yKDZsIy0PRdgOLPOTM2rgU98rNsNzSc2DCyGuz73sh/5lFeU+9lTzhNnkWHC7y0LNSp96dO/d181xk3v6UeXxgAog+aZx5LeU98Wb2gy+lTJxtXpAwIRhHn8GVa7ZVb4uG5W1zHDQk8fwbbI+F6D9M4oU358x52dxyc3/9n/i3edRQ84Qmjbs56+5n/ff0jvlxg/E1acQNupyfkyzyyBGpV91rXg/yRGXmuuLOuCLz1ify5r9jtpYw6tq2rz3AfFGkXftg7mP+r6+0aQ+Yf5qF2sD2tP29gXnrG8r+WBM3ZDJurVlnGphZq+fAjFufbHSVWyuEPPwN7BpsYIb5Yil895umaptj+rU9zIs/STQww3zjyrz72fr8VmfKbGf4fBn3Pb9zI70GVvy93roohOGprct/7WOb/x2MHmHmG1FNfKrP7sCGclRtjXI2/+8ZYP6brtoWHeK6Po+n/O/10afu+VfjrunODWzLRa/X5pRZT0jzKNuUuibsSZimuhFMXwS7F4fdi8P0RUT34iCAGdrAbGH6Iti9OOxeHKYvIroXB92Lw/RFRPfioHtxmL6I6F6cSF8EuxeH6YuI7sVB9+IwfRHsXhx2Lw7TFxHdi+PRC2D6IqJ7cdC9uFbdixPdixPpi2D34jB9EdG9OOheHKYvgt2Lw+7FYfoiontx0L04TF9EdC8OuheH6YuI7sWJ9EWwe3GYvojoXhy+CVNKKaWU2l8kjpnua2zqxJ5V0SdfWJ+eE/1/Fzl6DUq7bk5donXSlKpNkXyao/fgnIdeaSpy+ZqaGrLyG7LyfA0N3pq6wjc+C3ZspchDzyp660tv82ldGgtLzFq+hkaj6M0vEkZcIxtYwUsfNLkqov+985hR0SeOrc/IjTn1YkffofnPLfZW1/o83qbS5s9Yvd6ST3+OGOD/bDH+zKsq124zS7z1DZ4y/zlpzDTXN39GHHImbWqnHqcnX3pbTWRCYCONBSXmT/PXuvjUtGsf5DOdR45syMwt/31NGynC3LCqDY7a2GTIQuY2V/y93ufxNJWU1WfmNeYX7/DtqI1JlkehDL2BmefIW1ff9sfQwbTdwCL6Dq3eFg3PuF/PgalT7w68JMx9acgtCpyHxrxgki+ZhZP9H50PyX1sQWBfEPNnY2Fp84re8t9Wm7sJk43Iw88p/WyJ/1mrqDSPUkNOgdm++TN9xiMw05Z5TVau3lq92QnL2xZ17Bjzus289clWy3uGpU2737xErXuaXRB4VZjXSdKFdmdK6zkw48ZH69ObT+ni9ZrH1j/f56tcsy1ucKuuUPbz8pxHXjV/MU9f2Q9/m9e/f42qmrhBk/i0uMGXm3V3eH2NRaUNmXnmC81szTwp8cOv5NM451EjzZeA//BuPl9jQbH/66uxyXy5ma8j/9eXNrA9yd/AVmzyP/vmBeP1Zs15OX7ENU1lrRpYfX5xdHsBeDfoEZZ+y+MNuYXmO7N1xW0O8+VW40xIvW6O/bfHZo4+g12/rrJWaBlNFZXtf/PpNTB+1LWVGxzmWqzV2hw+r6+p3F0dHpNo+1XW/DgnXjzTvSnSfOuz1mlzmOfCYza4PSb+rKtgU5YeYbGDLy/9+g8zzVon+DA3ryE7P2n8TL56uvnCz8wzX1/WpCDD5/PVpWWnTX/I3IWdqwvm/7vCN79oDPynFnyYb0p1KZlxrb8bOI8dnffCe43FLmuS3TA3oyGnMPOBF22PFtvVdNMGdti9SfN/8zXtfMWYv6e89NfSw+7FmapbwfRFsHtx2L04TF9EdC8OApihDcwWpi+C3YtrFb0Api8iuhcH3YvD9EVE9+Kge3GYvojoXpxIXwS7F4fpi4juxUH34jB9EexeHHYvDtMXEd2L49ELYPoiontx0L04TF9EdC9OpC/SKnoBTF9EdC8OuheH6Ytg9+Kwe3GYvojoXhx0Lw7TFxHdi4PuxWH6IqJ7cSJ9EexeHKYvIroXh2/ClFJKKaX2Dz3CXF//0Zhf3NGdwIzoky9sclUkXXSL6+vfvTW1RYu+ThgxLdCWiKPv0JIPf/DW1ee/+D7tvxJ5+Dn5zy/2NTRU/LEmUnycGn3SuJqoRE+5O+ehV+hgdBH9z0i9+v7qrVH+DzR9vlAaWFNpecrkOyvXbq/PyE2/4ZGIfv6KYzZobucOr7dw4efpMx4xN7vsx6UJI5v3m+kRFv1/F5V8/JO5tHjxt7QpS8+B2fc+b669ctWW5ItnOfoMNgsdvQclX3qbe+VmX1NT/rPv8r21Ct/41FNe2caeTP6jCNbWZ8x8nC+MP/PKxoKS2ugk/1UEttYzLGHkNTXOBG9NXeoV9/DJXaGB+WtfVn7x+9/xhebB8T+/TR738k3m5RF4rCIGDE8eP7MuId085v4HnM/vNbDw9U999Q3mRUJ7WTmPGpkxa15DcwWEDBZ14tjauBRzq9KufZA+Jo49/TL3so2+xibzsqGZbSh66wuPu6rdXc042waWds0DvoZG1/d/xw2dElhiblLKxNnV26K99Q0Q/Bx9hpgXnnlkyn9dlXjBjYH9FB0HDU298t66+FTzguEZrOzn5eW/rTIXmdtZuT48fcbD5o7TpQFm++aVX7XBkThmuv81bBb2HJh04c31adnmKyjxvBl8ckDswEn1qVnmZebfpax53y8j4uDh6dMfro1NDtRibWB7jnnS85571716q3vVFvfKLalX3xd7+kTzRPv/2aJo8beRh58NK+4R5pveyeOSJ87OfvQ118/LzcusLiOnoaC4odjVUFLWaP4sKKlLyaxYtjHvxfeTxs+MOPQs3ALoNTD74VfNfLovFcs3ln79e0xoOxL596C9eJb5PmDWqk3ObLklLv+fhSX12flVmyPLf1+d98y7qdc+GDd0atuVyPBvcPzM3BfeM7ekLiO3obDUvymjyNy14vqsvMqNEWW/rc57bnHzBqe0u0Hz9RU3bGr2/S+ULVlRE5MUuIWN1mNVXJucYf47KHr7y9TrHrQ9eGDUvy5IveaBgje/qFixqTYxvSG/+Q5aN6nULHH9uCx95jzzfyusGEzs4MlZ971Q/tc6/8NVWEKbMo9V5brt5oWUOu0B5zFiz9FmsWETsx54qey3VXXJmf6CHnicC4prYpNdPyxNn/n4fnSix27YwFafNq90bVIgfQVGXW751ksXwjTVHWH6Iti9OOxeHKYvIroXBwHM0AZmC9MXwe7FYffiMH0R0b046F4cpi8iuhcH3YvD9EVE9+JE+iLYvThMX0R0Lw66F4fpi2D34rB7cZi+iOheHHQvDtMXEd2Lg+7FYfoiontxIn0R7F4cpi8iuhcH3YvD9EWwe3HYvThMX0R0Lw66F4fpi4juxUH34jB9EdG9OJG+CHYvDtMXEd2LwzdhSimllFL7hcjDz6lPzSr/eTksD0X0yRd63FWecndtbIrtwdyMrLue8dU3pM94GJYbKZPv9NY3ZD/4El8YMeCMqvXhDVn5Mf+dwJcHOPoMzn1i4Q6vN5QG5qmo9FbVVK7dHnVs67zXc2DZT8vMRrzVtVl3PmP+yS919BpY+uWvZt2Y0y7ly5MvnuWtrS96+0v5Iamjz5D8F94z9yVt2v20MOY/l3iqavKeepuWtNIjrOTjnxqLXIEDPAZEHnZ2bUJaTWRC5JEjaGFARP9hlWu2NeQU8Pn7voH1CMt5+FXzsCSee32r5T0HZt0xP/ve560qwzj/Oao+M7dqUyTvhVHHn+eprM6bv4iWEOcxozNve5I/R46+Q93LNjYWlPCn27qo9+CSj370Vte0e0BLwzy/5tVbG5MMu1W1QTawiIOHmy24l28MdD7O3M6su541E/jCrDue9jU05j62QD4y5tnPefQ1fjjHsp+Xm68dcyOz738RXqUB5oVtXhLm0ZAHTHMeOaLGmVCXmB7ZOlqYf9ZEJZrlth+ym1dywWsfawPb43oONN9GzGvG/7Ixz2yPsOa/myW0cN/8gBnRb1jUiWNjTrskdvDkuKFTjJj/Xmq+PPlXa0jMHTR3xNxHo5fNS7ddjt6Dok4433yRxg1puSX/mxD97wv9X1DBd65tg3ls/Xft9MsCWzN30Gw86uRx/n2Re+DkkPQcaF6x/seq+RaaP/0bNI8VHRy4Tf47eNyYmFMvjh10uXUHT7/M/+29U0+9eZDNVcf8z7p3MWETzWPlYAcHbkNg3VjrkZlsnnH/b6t06kHeh7pbA3Nc/V5DaVUgfQVG0R/RK09+FKapbgrTF8HuxWH34jB9EdG9OAhghjYwW5i+CHYvDrsXh+mLiO7FQffiMH0R0b046F6cVbwk0b04kb4Idi8O0xcR3YuD7sVh+iLYvTjsXhymLyK6Fwfdi8P0RUT34qB7cZi+iOhenEhfBLsXh+mLiO7FQffiMH0R7F4cdi8O0xdpHb0AdC8O0xcR3YuD7sVh+iKie3EifRHsXhymLyK6F4dvwpRSSiml9gtRx53XWFCSN/8dWB6KQAOrjU6KsjtDkhF17JjG/GLXd3/Zfgzq6D2obMkK/y5oLTujGFn3POetqfXv1MJmcjF25wML1sDMbbM5edI/Tv//7J0HeBzV/XaBD0hiQ0JJwp8SCCSkkQSb3ns1BtOrwRjTey+mF9NrKKb3YroBA+625CLJ1qr33nuv2/Xd1Yyvf3rv7molrSTLvOc58OzO3BnN7o6k1R7PTPZhF/rdnqon34Tplpn7n+3r6pZXNUve4dDu7ML2VUnBr87S+9lx29J4V3m1fizq0bXMX+EqqVTL6mHalF2PVk97zf8+khMrHnzZ19GVfdhFcqI2c58zfO2dFfe9qKeMbgNL3vEw9bSrDa5+6q0BfWCqHoLabTL+O0VPyTn6Ep/TlX3UxXpKGAvOvdnvchdeGOQiQEr1crsra5u+WQjTg5p/+vWeuka/x9vyc2zR9Hv6vX6b2cBSdj5SrUHttHpKGNW2qcGNn/8U4dMVaGAud/Fl98J023ET6t76MhBr/9Mn1mpzT7pC7eSBgigmVj3+unrJ1B4uJ0p5PTBK6Zhz42lgC3e6reSNmN7sZePtcmfd9RUMoxu1mL602L2k2L2kmL60RveSQgBTsoEFFdOXFruXFLuXFNOX1uheUuheUkxfWqN7SaF7STF9aY3uJTXSlxa7lxTTl9boXlLoXlJMX1rsXlLsXlJMX1qje0mhe0kxfWmN7iWF7iXF9KU1upfUSF9a7F5STF9ao3tJoXtJMX1psXtJsXtJMX1pje4lhe4lxfSlNbqXFLqXtE/3khrdS2qkLy12LymmL63RvaT4JoxSSimldEyY/s9Jvo4u2Xsi12pg5fe+ANO1RdPv8XV0Zu4T/BAxZdYh5/vdHn2lq6TtDuhMzmpdEhfm0IEBNbCKB/+np0hT/3yMu7ah6rEgBx4pU3Y50lVWHUg766bkTrrC73bnHH+ZnmKac/Ql6rEUnLP+dIV5k65UU/LPvlFP0Zbd+qS3vVMePGcdUdT8/VI9BVTPSduyhM7UHMfW9iFHYRqY2tTiK+7Xlt/zfKD5zXpdTgz/cLS1r3zid7raVzraYtZatq9KclXUqC+t1ll+xzNBD1EKo3XFKfXk6Cnpe01Wqyq8+E49JZSOrfZpmbe8O7swzIEptbM/89Q3BW2fpim7Hq1e6MBF1xQ+f1dGfs3/Pgok2ODHXWEDCxxGWVxR9/ZXekoYS655yNfZlRnBMWqWTd8uctfUw0Rt8g6Hqi9d878PYbo28N3kyGyZv2L9lO0D+1ggwolhIBsYpXTMuZE0sBUHP96a1nutyHW051SvPOIpGEY3djF9abF7SbF7STF9aY3uJYUApmQDCyqmLy12Lyl2LymmL63RvaTQvaSYvrRG95JC95Ji+tIa3UtqpC8tdi8ppi+t0b2k0L2kmL602L2k2L2kmL60RveSQveSYvrSGt1LCt1LiulLa3QvqZG+tNi9pJi+tEb3kkL3kmL60mL3kmL3kmL60hrdSwrdS4rpS2t0Lyl0LymmL63RvaRG+tJi95Ji+tIa3UuKb8IopZRSSseE6XtN9nU5g56rsF/7bWAtC1a6SqvgbGzS1L8c72lorlp3FFogyHV1l1z7sB5gGpUGFkgX+aX1730D0y2T/nBwV2Z+09frjyVq/PynwPFqOx+hp5iqdXbnlzTO+XH9lD8e0p1V2BazBoJN0vYHdqXmtC5eLY8HUhvvd3tKrntETzGtef499XSl7XmidTdMA1MbbH2AFobwLURb+8onvs7uxk/nNXz03Xo/+aEtZm3gICqXu/7tL8O8xKZpfz0eDuRK+v1BnY5Md01D3pRrwx8jlbzj4WqPqn/na5guLZp2lz/io8osHVtNzD7y4qrHZrevTlLbpp6crrRcuPqaMsj1wMZPrP9grvpyZXc8LU9jaKq+RMtPsd05RRGeKk0ZvoFlHXRe4KSg59wE09c7boJ61Tz1TfrgxYz/TvF7vfC9A7KBUUrHnBtDA0u/8VNvp6v3t7NN2XurFu12JwyjvwAxfWmxe0mxe0kxfWmN7iWFAKZkAwsqpi8tdi8pdi8ppi+t0b2k0L2kmL60RveSQveSYvrSGt1LaqQvLXYvKaYvrdG9pNC9pJi+tNi9pNi9pJi+tEb3kkL3kmL60hrdSwrdS4rpS2t0L6mRvrTYvaSYvrRG95JC95Ji+tJi95Ji95Ji+tIa3UsK3UuK6UtrdC8pdC8ppi+t0b2kRvrSYveSYvrSGt1Lim/CKKWUUkrHhGl/PcHT2Fz58CswPRLDNzDHb/frdGS6yqorH5utrOr9P9yufvZdb1Nr/brDaLIOucDv9mQfHvxkgJbRaWB/PKQ7p6jho+9humXgAJqU7JafY627jq0mtq9K6sos0AOC6vjtvh3xKe3xqXJi+T3P+9o7M/c7S07MOWaar9uZP+VaOTH7yIt7fL6GD77Vz5JWP13N85Z72zoyJtrXrwrTwMBhuh6YeshlNz+uXsG25Qlw4SutevbUV1cPOfeEGZaFF9zmd7qKZ/Q5xV/Gf09Tz7l6OK6Syvp3viqadnfqX46XAyxT/3yM2uVafoo1nxx9t+71OeqZzDvtGlg2QlN2PqL0plnO/BK/xxs4W6ZockEaWO++1PTtoh6/Xz0PTV8tKLn+0cALZJS8pG0P6FiT1vzDMpgexvANrOD8W9Q3S91bX6iHbKmfDev/yrbla7zNbal7HGctop4Ttf3hL5bGBkYpHXOO7Qa2ePe7q79NClSvdbibO5OnvwfD6C9GTF9a7F5S7F5STF9ao3tJIYAp2cCCiulLi91Lit1LiulLa3QvKXQvKaYvrdG9pNC9pJi+tEb3khrpS4vdS4rpS2t0Lyl0LymmLy12Lyl2LymmL63RvaTQvaSYvrRG95JC95Ji+tIa3UtqpC8tdi8ppi+t0b2k0L2kmL602L2k2L2kmL60RveSQveSYvrSGt1LCt1LiulLa3QvqZG+tNi9pJi+tEb3kuKbMEoppZTSMWHKzke4SiobPpgL0yMxfAMLnHgtI9/X1e0sqQTVV5Q36t+1j8cqOPdmX7cz/Gf0I9/ArLttMWv0gFC2LUtwFpbJKWm9B7rVvLT+hHWOrfZp/m6Js6BUPT96ojL/jOt7/H53VZ18fizl09WdW6wv5jTqDcyy8KI7/C536Y2PyYmOrSbmn35d+8o+H+tJoIEFFtl63/yzbmyc85OrtCowwufvTM4quepBx+/202NS/3K83+t11zbCU6RV0y3luRYHYdL2BwYux+XxyKPBgjawgOMnZB95cd0bc7qzC3t8PrXt6iFUPvJq8g7rD49L/sPBapcLdehhUMM3sJJrHgrsMJW1+iFbD1//31J9D6rvBXuRqx8MXAws9LlJlWxglNIx5xhuYHHHP9dZXB/4nbeOprjCmIkPwzD6SxLTlxa7lxS7lxTTl9boXlIIYEo2sKBi+tJi95Ji95Ji+tIa3UsK3UuK6UtrdC8pdC8ppi+t0b2kRvrSYveSYvrSGt1LCt1LiulLi91Lit1LiulLa3QvKXQvKaYvrdG9pNC9pJi+tEb3khrpS4vdS4rpS2t0Lyl0LymmLy12Lyl2LymmL63RvaTQvaSYvrRG95JC95Ji+tIa3UtqpC8tdi8ppi+t0b2k+CaMUkoppXRM6Nh63/aVDmdhefIfDoZZ/drPcWBb79uxNr1tWQJMD2POsdN7/P7cEy+H6dKxdRxY4vgJjXN+dNfU68tTpe15ore5rey2p9aP6TVwDJzLPaAz+G0gDSxp+wM7k7M71qbpKeqlV0v1+HytS+IKL7o966Bz1QZos4+YqjbGbGDrHTch/V+nlN40S+0/6gG2/BSTtK391VN3O0a9rGV3PL1+8LCZstPh6vuifXWyPqgrZAMTpuxyZOHUO9Q2q4fvzC/RJ64M7FSJGVE8Diz/rBv7PagLVK+F3+nKOfZSmC5lA6OUjjnHZgPb4Zach77zewL/bsLG5y94buGCHW/FkfSXJaYvLXYvKXYvKaYvrdG9pBDAlGxgQcX0pcXuJcXuJcX0pTW6lxS6lxTTl9boXlLoXlJMX1qje0mN9KXF7iXF9KU1upcUupcU05cWu5cUu5cU05fW6F5S6F5STF9ao3tJoXtJ+3QvqdG9pEb60mL3kmL60hrdSwrdS4rpS4vdS4rdS4rpS2t0Lyl0LymmL63RvaTQvaSYvrRG95Ia6UuL3UuK6UtrdC8pvgmjlFJKKR0rFl92b6C+HDmA+mLZ7/XAmr9f6iwq1wGjX9P/farf4y29aRZMl458A1MGrgdWWZu842F6iql5PTDLrEPO93U7iy69x7pb9cQbnvqmNONEf2l/O7F32AAuzLaBNLDEcROa5y1zVdQ41l0QK+eYaX6nq+qJPicS1KbucZyvqztcA1unY6uJ5Xc+o3aJ8rufs6aol8BZXNH05Xw9ZhgdN6Hp20XqxdKveyQNzHbchNyTLve2drTMX1dSt96ndXGc2uuidT2wzP3OUs9M/unXwfQw5hxzaY/fL6/EZsoGRikdc469BrbsX/c3LM/pDV823VUta854BYbRX6SYvrTYvaTYvaSYvrRG95JCAFOygQUV05cWu5cUu5cU05fW6F5S6F5STF9ao3tJoXtJMX1pje4lNdKXFruXFNOX1uheUuheUkxfWuxeUuxeUkxfWqN7SaF7STF9aY3uJYXuJcX0pTW6l9RIX1rsXlJMX1qje0mhe0kxfWmxe0mxe0kxfWmN7iWF7iXF9KU1upcUupcU05fW6F5SI31psXtJMX1pje4lxTdhlFJKKaVjxdTdj3XXNLSvdCRtfyDMCm+/Daxw6h2+zq6sA86B6aEMHHlTVNH0zcKg7cRyVBpY/hnX+93u8AfQ5Bx9id/lLjj7JpgeuBDU2vTOpCzH7/ZL/r9Du/NK6t8PckK8wNFUqTmBLxr6sYNpfz/J7/GETxqWw9rAHFvv2xab6CqvUTesKbWvfuqpb0rd7Rg9Rhp5A1Naz17HmjR7yviJzXMXu4or1CuoxwyfdW98rh6I2i2tuwNoYL3WvfWl2i1Tdj3aultx7wvq2yEz4iO3wjcw9Qw4C8sGdHJF9UA89c11b34O06VsYJTSMecYa2CJ57/hqmuz0pdF3YKMJX+bCcPoL1VMX1rsXlLsXlJMX1qje0khgCnZwIKK6UuL3UuK3UuK6UtrdC8pdC8ppi+t0b2k0L2kmL60RveSGulLi91LiulLa3QvKXQvKaYvLXYvKXYvKaYvrdG9pNC9pJi+tEb3kkL3kvbpXlKje0mN9KXF7iXF9KU1upcUupcU05cWu5cUu5cU05fW6F5S6F5STF9ao3tJoXtJMX1pje4lNdKXFruXFNOX1uheUnwTRimllFI6hiy94VG/x1tx/0uJ48O9sUne6fCkdcf6KPttYCl/OspVUdP07WLHb+060o/jJjTO+cnb3pm531k4y3LchOIr7vd7fSPcwFJ2OsJZXNG6JE4f6gSqp0XNdZZUpOx8BMxSFl8200pQ+WffGIiCh1wAAyzL737O19kdvrRJU3c7xlPXGOb51ybveFjlQ6+kGgefRWK/DSzwKpdVN3+/RE+pf+9rd2CR4Em1cOodfq83wgaWOH5i68JVrpJKx1b24VP5U671+3wV9720fszAdYyfmHfq1XJnNnX8br/2lY7u3GJ95NZAG5h6QdU3SPq/J1t30/5+kq+jq+Hj7yPMnOEbmFpJ3Ruf+9Q3y77hru8lVc9hy4/L1fdXxn9Og1m24yaU3fE0GxildGw5ZhrYwp1uK35tmR2+evE5PVn3fA3D6C9bTF9a7F5S7F5STF9ao3tJIYAp2cCCiulLi91Lit1LiulLa3QvKXQvKaYvrdG9pNC9pJi+tEb3khrpS4vdS4rpS2t0Lyl0LymmLy12Lyl2LymmL63RvaTQvaSYvrRG95JC95Ji+tIa3UtqpC8tdi8ppi+t0b2k0L2kmL602L2k2L2kmL60RveSQveSYvrSGt1LCt1LiulLa3QvqZG+tNi9pJi+tEb3kuKbMEoppZTSMWTStge0/BTj93irn3kneK8aNyFv8tXuqrra1z7Vn+D328CUgWTlclc++lqQU8CpdZ52beb+fY4SS//XKZ7GltYFK5N+f5CcHnD8xOLL7/N1dPX4/SPcwJSFFwaupVT1+BvmA1FTKh96xdftzD/rRphlmbLzEa6SysbPf26LWdu+OlnnHDD5Dwd3Jme5Sqsy9p4Cs5Rqm0tvfMzxu/30lMChY47MjrXpcmLUDd/A1N7S8MFc9czknXKVnlh606xAmzGO/1MPvOSahwKvoM8nG1jBebfUvPxx0HNmBupjYVnzd+sDm3qwzXMXq/XnnjBDT9SquaU3PJa8w6EwHcw88FxfZ1fL/NjUPx8Ls2zHTVCb6nd7Kmau373NBpb+n1MbPvkh6BFvjq33bfkxJnCKSP3qjJ9Q9eRb6ttBvY56mFbtRSXXP5q6x3F6Sj8NTD05ux7tKq1U+2rq7kEehZpbcsOjjq3UXzHrJ2YeeI566hrn/GR+m6tXp/TWJ9TmBU6xyAZGKR07jo0GFnvgrNaUMrt99dKRV7PqqKdhGP3Fi+lLi91Lit1LiulLa3QvKQQwJRtYUDF9abF7SbF7STF9aY3uJYXuJcX0pTW6lxS6lxTTl9boXlIjfWmxe0kxfWmN7iWF7iXF9KXF7iXF7iXF9KU1upcUupcU05fW6F5S6F5STF9ao3tJjfSlxe4lxfSlNbqXFLqXFNOXFruXFLuXFNOXtm/0AqF7STF9aY3uJZXRC8T0pTW6l9RIX1rsXlJMX1qje0nxTRillFJK6dgyafsDGz79ocfv78rML7nqgbQ9T7RaV/IOhxacf2ugkHl9HWszAtPXLRJJA3P8br/a2Z/5Pd7m75ZkH36R/Yn8+IlZh1ygvpzf6ap58QMd1SxLrn7I1+1qX5WUc9x0OziNn5h91MVqDb4uZ/ldzzrzS0e+gTm23rfqiTf9bk/z3MXZh647qeC4CeqBBDbM6apQz0Oo43vG7V378sc9Pp96vAXn3YJzhZn7n+0qr/Y0Npfd+mTKLkdaE5N3PKzk6gedBWXu6jrIY4UX3Kqe2/r3v0n72/rXJbrWvvKJu6Y+Y8Lpaf84WZv+j5Ozj7y4+Ir7O5My/V5v1eOvy8eeusdxroqarswCfZE5x1b75J16TevCVd62jsKL7+zOK1nfwMZPLLnuEV+3szM1p+iymfrEg2qFaodpXRqvntu8U/tc8yzlT0d1rE33dXarVyRtzxOsiUnbHZh/1g2907tkkAvuuAn5Z1yv9hlfR1ftq5/kHD9dlyq1qerrNnzyg9/lbl0Sp3YVvZTZwHKOvsRd0+Cubai470X1tOjp6XudUvfG52pvgYvbqY1s/mFZ4CV775t0fTDW+Im5x1/WtixBjS++6gE9uN8GplRb7mloVs928ZX36/Kn9pzSmx9XE53FFeqbVA8OOG5C2W1Pqi+kXovsI6bar5ragJMub128Wj11Jdc85K6sZQOjlI4hx0ADS7v+E2+H025fvZR/tHrRbnfCMEqhe0mxe0mxe0kxfWmN7iWFAKZkAwsqpi8tdi8pdi8ppi+t0b2k0L2kmL60RveSQveSYvrSGt1LaqQvLXYvKaYvrdG9pNC9pJi+tNi9pNi9pJi+tEb3kkL3kmL60hrdSwrdS4rpS2t0L6mRvrTYvaSYvrRG95JC95Ji+tJi95Ji95Ji+tIa3UsqoxeI6UtrdC8pdC8ppi+t0b2kRvrSYveSYvrSGt1Lim/CKKWUUkrHnI7f7lt85f1dabnW5zN+t8fX2W3ddlXUlN3yBJw7LpIGpgwcX3LTLHdlrVqPt73TWVLpa+8MrLO8uviK+xLH9zlOJeC4CQVn3+QsKFVjfF3dgfHdrh6/vz0uJfuoi9X4tti1I9/AAo6fUHTZvc6SisADae1QG+Zt61C31aoKzr0ZB/c1/d+TfR2drtLK5P87DGaBasub5y7xe7w9Pr960lzlNYF45vU2fb1QBkhLx9b7lt32lLUZ3ua29L3s0+5F0dpXPlErD4raqraYNYEXxVgqb/LV6sGqMZ76JlfgFXSqR9T09YL0f05S+0Pr4jg4F2LOMdNal8SpV1nprq53lVb5nS61eHd2kXmJNWXyHw4OnAmws0uNcdc0uMqq1O4a2ElWOrIOPh8GhzJ5pyOqn3nH09AceDBqUxua1aqs2+ppL7v1SbhCXtBzIaoXpf7dr/0ut7WGwF7Ru3t7m1rLZz5vRyah+i6rmvW62jn1eE9Tq7rdlZGfd9o1cmQkDUyZMeH0wFPn8ynV96n6tlJr6y2j36buZl+KrI/jJhRdcperLDBMff/aT7XPr1aSuf856nu8fVUSGxildAy5QTewxbvfXTFnjfqBq/G0dqXMeA+GUbpOTF9a7F5S7F5STF9ao3tJIYAp2cCCiulLi91Lit1LiulLa3QvKXQvKaYvrdG9pNC9pJi+tEb3khrpS4vdS4rpS2t0Lyl0LymmLy12Lyl2LymmL63RvaTQvaSYvrRG95JC95Ji+tIa3UtqpC8tdi8ppi+t0b2k0L2kmL602L2k2L2kmL60RveSQveSYvrSGt1LCt1LiulLa3QvqZG+tNi9pJi+tEb3kuKbMEoppZTSser4idYhPpUPv1r52OyS6x5Zf/xWX5O22T/n2EvNMBNUx+/2yz/7xrI7n1HrrLj3hdwTLlt/jrhgOrbeJ++0a8vvfk6NL735cXlivYwJp6f86Sh9V5n+z0k5x0xL2nZ9onNY2wYHwazTOtZHrQem246fmHXoBZn7n43Te3X8dt/8M28ou+NptWFltz+Vd+rV5tkRTdUTmH3ohZFfuil9r8nFV6qX4JXKR18rvuqBUA/EMmW3o3OPv6xo2t3yoKVomf7vU3NPmIEef5naQvU0wmBp0nYHFF50e8X9L1kPQV6NTD3zQc8fqPaloukz1fjAi37jrLzJV5un7JOq3aDospkVD/wvsKNe/2jGPpE+vVL10uQcO730pllqJZWPvKo2NffEGVC/LNUem3Pc9KAnHkze6fDC82+tfPBltRK10xZeeFvy/4U7H6N6pQqn3lFx74tVai+642n1HWfuRZn7nJlz9CUwMbjjJmTue1bJ1Q+qtQWe7ctm9nvtN/XlCs6+sXzm871P9WPrjy/sXVXKzvYxiCMpGxildHBuuA1s9XHPdhbV2+2rlxZHScy+j8AwSoWYvrTYvaTYvaSYvrRG95JCAFOygQUV05cWu5cUu5cU05fW6F5S6F5STF9ao3tJoXtJMX1pje4lNdKXFruXFNOX1uheUuheUkxfWuxe0j7RC8T0pTW6lxS6lxTTl9boXlLoXlJMX1qje0mN9KXF7iXF9KU1upcUupcU05cWu5cUu5cU05fW6F5S6F5STF9ao3tJoXtJMX1pje4lNdKXFruXFNOX1uheUnwTRimllFJKKaU0QtnAKKWDc4NsYDvckvPAXJ/La7cvhc9f9NKiBTveiiMp7SOmLy12Lyl2LymmL63RvaQQwJRsYEHF9KXF7iXF7iXF9KU1upcUupcU05fW6F5S6F5STF9ao3tJjfSlxe4lxfSlNbqXFLqXFNOXFruXFLuXFNOX1uheUuheUkxfWqN7SaF7STF9aY3uJTXSlxa7lxTTl9boXlLoXlJMX1rsXlLsXlJMX1qje0mhe0kxfWmN7iWF7iXF9KU1upfUSF9a7F5STF9ao3tJ8U0YpZRSSimllNIIZQOjlA7ODa6BLdvr/vrFWXb66sVZ07r2zFdhGKXBxPSlxe4lxe4lxfSlNbqXFAKYkg0sqJi+tNi9pNi9pJi+tEb3kkL3kmL60hrdSwrdS4rpS2t0L6mRvrTYvaSYvrRG95JC95Ji+tJi95Ji95Ji+tIa3UsK3UuK6UtrdC8pdC8ppi+t0b2kRvrSYveSYvrSGt1LCt1LiulLi91Lit1LiulLa3QvKXQvKaYvrdG9pNC9pJi+tEb3khrpS4vdS4rpS2t0Lym+CaOUUkoppZRSGqFsYJTSwblhNbDEc1931gYu86ipW5S59B/3wTBKQ4jpS4vdS4rdS4rpS2t0LykEMCUbWFAxfWmxe0mxe0kxfWmN7iWF7iXF9KU1upcUupcU05fW6F5SI31psXtJMX1pje4lhe4lxfSlxe4lxe4lxfSlNbqXFLqXFNOX1uheUuheUkxfWqN7SY30pcXuJcX0pTW6lxS6lxTTlxa7lxS7lxTTl9boXlLoXlJMX1qje0mhe0kxfWmN7iU10pcWu5cU05fW6F5SfBNGKaWUUkoppTRC2cAopYNzQ2lgC3e6reiVpX6f325fPT0+tzd75jcwjNKwYvrSYveSYveSYvrSGt1LCgFMyQYWVExfWuxeUuxeUkxfWqN7SaF7STF9aY3uJYXuJcX0pTW6l9RIX1rsXlJMX1qje0mhe0kxfWmxe0mxe0kxfWmN7iWF7iXF9KU1upcUupcU05fW6F5SI31psXtJMX1pje4lhe4lxfSlxe4lxe4lxfSlNbqXFLqXFNOX1uheUuheUkxfWqN7SY30pcXuJcX0pTW6lxTfhFFKKaWUUkopjVA2MErp4NwgGljMvo+2JJfZ7auXjvza1cc8A8Mo7U9MX1rsXlLsXlJMX1qje0khgCnZwIKK6UuL3UuK3UuK6UtrdC8pdC8ppi+t0b2k0L2kmL60RveSGulLi91LiulLa3QvKXQvKaYvLXYvKXYvKaYvrdG9pNC9pJi+tEb3kkL3kmL60hrdS2qkLy12LymmL63RvaTQvaSYvrTYvaTYvaSYvrRG95JC95Ji+tIa3UsK3UuK6UtrdC+pkb602L2kmL60RveS4pswSimllFJKKaURygZGKR2co9/AUq/80NPWbbevXio+TVi0650wjNIIxPSlxe4lxe4lxfSlNbqXFAKYJRuYKaYvLXYvKXYvKaYvrdG9pNC9pJi+tEb3kkL3kmL60hrdS2qkLy12LymmL63RvaTQvaSYvrTYvaTYvaSYvrRG95JC95Ji+tIa3UsK3UuK6UtrdC+pkb602L2kmL60RveSQveSYvrSYveSYveSYvrSGt1LCt1LiulLa3QvKXQvKaYvrdG9pEb60mL3kmL60hrdS4pvwiillFJKKaWURigbGKV0cI5mA1v057sqPk2ww1cvnvbutKs/gmGURiymLy12Lyl2LymmL63RvaRQvyzZwEwxfWmxe0mxe0kxfWmN7iWF7iXF9KU1upcUupcU05fW6F5SI31psXtJMX1pje4lhe4lxfSlxe4lxe4lxfSlNbqXFLqXFNOX1uheUuheUkxfWqN7SY30pcXuJcX0pTW6lxS6lxTTlxa7lxS7lxTTl9boXlLoXlJMX1qje0mhe0kxfWmN7iU10pcWu5cU05fW6F5SfBNGKaWUUkoppTRC2cAopYNz1BrY6mOe7Sios9tXLy3JpbH7PwrDKB2ImL602L2k2L2kmL60RveSQv2yZAMzxfSlxe4lxe4lxfSlNbqXFLqXFNOX1uheUuheUkxfWqN7SY30pcXuJcX0pTW6lxS6lxTTlxa7lxS7lxTTl9boXlLoXlJMX1qje0mhe0kxfWmN7iU10pcWu5cU05fW6F5S6F5STF9a7F5S7F5STF9ao3tJoXtJMX1pje4lhe4lxfSlNbqX1EhfWuxeUkxfWqN7SfFNGKWUUkoppZTSCGUDo5QOztFpYDn3f+tzee32pfD5i19ZumDHW2EYpQMU05cWu5cUu5cU05fW6F5SqF+WbGCmmL602L2k2L2kmL60RveSQveSYvrSGt1LCt1LiulLa3QvqZG+tNi9pJi+tEb3kkL3kmL60mL3kmL3kmL60hrdSwrdS4rpS2t0Lyl0LymmL63RvaRG+tJi95Ji+tIa3UsK3UuK6UuL3UuK3UuK6UtrdC8pdC8ppi+t0b2k0L2kmL60RveSGulLi91LiulLa3QvKb4Jo5RSSimllFIaoWxglNLBOdINbOk/76tblGmnr16ctW1rz34NhlE6KDF9abF7SbF7STF9aY3uJYX6ZckGZorpS4vdS4rdS4rpS2t0Lyl0LymmL63RvaTQvaSYvrRG95Ia6UuL3UuK6UtrdC8pdC8ppi8tdi8pdi8ppi+t0b2k0L2kmL60RveSQveSYvrSGt1LaqQvLXYvKaYvrdG9pNC9pJi+tNi9pNi9pJi+tEb3kkL3kmL60hrdSwrdS4rpS2t0L6mRvrTYvaSYvrRG95LimzBKKaWUUkoppRHKBkYpHZwj2sDWnvmas7bVbl+91C/OWvqv+2AYpYMV05cWu5cUu5cU05fW6F5SqF+WbGCmmL602L2k2L2kmL60RveSQveSYvrSGt1LCt1LiulLa3QvqZG+tNi9pJi+tEb3kkL3kmL60mL3kmL3kmL60hrdSwrdS4rpS2t0Lyl0LymmL63RvaRG+tJi95Ji+tIa3UsK3UuK6UuL3UuK3UuK6UtrdC8pdC8ppi+t0b2k0L2kmL60RveSGulLi91LiulLa3QvKb4Jo5RSSimllFIaoWxglNLBOUINbMGOtxa9vMTv89vtq6fH5/bmPDAXhlE6NDF9abF7SbF7STF9aY3uJYX6ZckGZorpS4vdS4rdS4rpS2t0Lyl0LymmL63RvaTQvaSYvrRG95Ia6UuL3UuK6UtrdC8pdC8ppi8tdi8pdi8ppi+t0b2k0L2kmL60RveSQveSYvrSGt1LaqQvLXYvKaYvrdG9pNC9pJi+tNi9pNi9pJi+tEb3kkL3kmL60hrdSwrdS4rpS2t0L6mRvrTYvaSYvrRG95LimzBKKaWUUkoppRHKBkYpHZwj0cBi9nmkeW2x3b566SysW33sszCM0iGL6UuL3UuK3UuK6UtrdC8p1C9LNjBTTF9a7F5S7F5STF9ao3tJoXtJMX1pje4lhe4lxfSlNbqX1EhfWuxeUkxfWqN7SaF7STF9abF7SbF7STF9aY3uJYXuJcX0pTW6lxS6lxTTl9boXlIjfWmxe0kxfWmN7iWF7iXF9KXF7iXF7iXF9KU1upcUupcU05fW6F5S6F5STF9ao3tJjfSlxe4lxfSlNbqXFN+EUUoppZRSSimNUDYwSungHPYGljLjfU9bt92+eqn8Yu3iPe6GYZRGQ0xfWuxeUuxeUkxfWqN7SaF+WbKBmWL60mL3kmL3kmL60hrdSwrdS4rpS2t0Lyl0LymmL63RvaRG+tJi95Ji+tIa3UsK3UuK6UuL3UuK3UuK6UtrdC8pdC8ppi+t0b2k0L2kmL60RveSGulLi91LiulLa3QvKXQvKaYvLXYvKXYvKaYvrdG9pNC9pJi+tEb3kkL3kmL60hrdS2qkLy12LymmL63RvaT4JoxSSimllFJKaYSygVFKB+cwNrBFu95R8Um8Hb568bR1p13/CQyjNHpi+tJi95Ji95Ji+tIa3UsK9cuSDcwU05cWu5cUu5cU05fW6F5S6F5STF9ao3tJoXtJMX1pje4lNdKXFruXFNOX1uheUuheUkxfWuxeUuxeUkxfWqN7SaF7STF9aY3uJYXuJcX0pTW6l9RIX1rsXlJMX1qje0mhe0kxfWmxe0mxe0kxfWmN7iWF7iXF9KU1upcUupcU05fW6F5SI31psXtJMX1pje4lxTdhlFJKKaWUUkojlA2MUjo4h6uBrTr66Y68Grt99dKaUhZ7wGMwjNKoiulLi91Lit1LiulLa3QvKdQvSzYwU0xfWuxeUuxeUkxfWqN7SaF7STF9aY3uJYXuJcX0pTW6l9RIX1rsXlJMX1qje0mhe0kxfWmxe0mxe0kxfWmN7iWF7iXF9KU1upcUupcU05fW6F5SI31psXtJMX1pje4lhe4lxfSlxe4lxe4lxfSlNbqXFLqXFNOX1uheUuheUkxfWqN7SY30pcXuJcX0pTW6lxTfhFFKKaWUUkopjVDH+IlpfzsRJlJKab8OSwPLvudrn8trty+Fz1/82rKFO98GwyiNtpi+tNi9pNi9pJi+tEb3kkL9smQDM8X0pcXuJcXuJcX0pTW6lxS6lxTTl9boXlLoXlJMX1qje0mN9KXF7iXF9KU1upcUupcU05cWu5cUu5cU05fW6F5S6F5STF9ao3tJoXtJMX1pje4lNdKXFruXFNOX1uheUuheUkxfWuxeUuxeUkxfWqN7SaF7STF9aY3uJYXuJcX0pTW6l9RIX1rsXlJMX1qje0nxTRillFJKKaWUUkopHVaj3MCW/P3eugUZdvrqxVnblnjeGzCM0uER05cWu5cUu5cU05fW6F5SqF+WbGCmmL602L2k2L2kmL60RveSQveSYvrSGt1LCt1LiulLa3QvqZG+tNi9pJi+tEb3kkL3kmL60mL3kmL3kmL60hrdSwrdS4rpS2t0Lyl0LymmL63RvaRG+tJi95Ji+tIa3UsK3UuK6UuL3UuK3UuK6UtrdC8pdC8ppi+t0b2k0L2kmL60RveSGulLi91LiulLa3QvKb4Jo5RSSimllFJKKaXDajQb2JozXnFWt9jtq5f6pdnL9noAhlE6bGL60mL3kmL3kmL60hrdSwr1y5INzBTTlxa7lxS7lxTTl9boXlLoXlJMX1qje0mhe0kxfWmN7iU10pcWu5cU05fW6F5S6F5STF9a7F5S7F5STF9ao3tJoXtJMX1pje4lhe4lxfSlNbqX1EhfWuxeUkxfWqN7SaF7STF9abF7SbF7STF9aY3uJYXuJcX0pTW6lxS6lxTTl9boXlIjfWmxe0kxfWmN7iXFN2GUUkoppZRSSimldFiNTgNbsOOtBc/M9/v8dvvq6fF7fDkPfbdgh1tgJKXDKaYvLXYvKXYvKaYvrdG9pFC/LNnATDF9abF7SbF7STF9aY3uJYXuJcX0pTW6lxS6lxTTl9boXlIjfWmxe0kxfWmN7iWF7iXF9KXF7iXF7iXF9KU1upcUupcU05fW6F5S6F5STF9ao3tJjfSlxe4lxfSlNbqXFLqXFNOXFruXFLuXFNOX1uheUuheUkxfWqN7SaF7STF9aY3uJTXSlxa7lxTTl9boXlJ8E0YppZRSSimllFJKh9UoNLDlEx5uXlNkt69eukoa4k58HoZROvxi+tJi95Ji95Ji+tIa3UsK9cuSDcwU05cWu5cUu5cU05fW6F5S6F5STF9ao3tJoXtJMX1pje4lNdKXFruXFNOX1uheUuheUkxfWuxeUuxeUkxfWqN7SaF7STF9aY3uJYXuJcX0pTW6l9RIX1rsXlJMX1qje0mhe0kxfWmxe0mxe0kxfWmN7iWF7iXF9KU1upcUupcU05fW6F5SI31psXtJMX1pje4lxTdhlFJKKaWUUkoppXRYHWoDS57+rruly25fvVR97Vi8x90wjNIREdOXFruXFLuXFNOX1uheUqhflmxgppi+tNi9pNi9pJi+tEb3kkL3kmL60hrdSwrdS4rpS2t0L6mRvrTYvaSYvrRG95JC95Ji+tJi95Ji95Ji+tIa3UsK3UuK6UtrdC8pdC8ppi+t0b2kRvrSYveSYvrSGt1LCt1LiulLi91Lit1LiulLa3QvKXQvKaYvrdG9pNC9pJi+tEb3khrpS4vdS4rpS2t0Lym+CaOUUkoppZRSSimlw+rgG9iiXe8o/2C1Hb568XY402/8FIZROoJi+tJi95Ji95Ji+tIa3UsK9cuSDcwU05cWu5cUu5cU05fW6F5S6F5STF9ao3tJoXtJMX1pje4lNdKXFruXFNOX1uheUuheUkxfWuxeUuxeUkxfWqN7SaF7STF9aY3uJYXuJcX0pTW6l9RIX1rsXlJMX1qje0mhe0kxfWmxe0mxe0kxfWmN7iWF7iXF9KU1upcUupcU05fW6F5SI31psXtJMX1pje4lxTdhlFJKKaWUUkoppXRYHWQDW3nk0+05NXb76qU1rXzFQbNgGKUjK6YvLXYvKXYvKaYvrdG9pFC/LNnATDF9abF7SbF7STF9aY3uJYXuJcX0pTW6lxS6lxTTl9boXlIjfWmxe0kxfWmN7iWF7iXF9KXF7iXF7iXF9KU1upcUupcU05fW6F5S6F5STF9ao3tJjfSlxe4lxfSlNbqXFLqXFNOXFruXFLuXFNOX1uheUuheUkxfWqN7SaF7STF9aY3uJTXSlxa7lxTTl9boXlJ8E0YppZRSSimllFJKh9XBNLCsu77yOd12++qlePbyhTvfBsMoHXExfWmxe0mxe0kxfWmN7iWF+mXJBmaK6UuL3UuK3UuK6UtrdC8pdC8ppi+t0b2k0L2kmL60RveSGulLi91LiulLa3QvKXQvKaYvLXYvKXYvKaYvrdG9pNC9pJi+tEb3kkL3kmL60hrdS2qkLy12LymmL63RvaTQvaSYvrTYvaTYvaSYvrRG95JC95Ji+tIa3UsK3UuK6UtrdC+pkb602L2kmL60RveS4pswSimllFJKKaWUUjqsDqyBLdlzZu3P6Xb46sVV3+644E0YRukoielLi91Lit1LiulLa3QvKdQvSzYwU0xfWuxeUuxeUkxfWqN7SaF7STF9aY3uJYXuJcX0pTW6l9RIX1rsXlJMX1qje0mhe0kxfWmxe0mxe0kxfWmN7iWF7iXF9KU1upcUupcU05fW6F5SI31psXtJMX1pje4lhe4lxfSlxe4lxe4lxfSlNbqXFLqXFNOX1uheUuheUkxfWqN7SY30pcXuJcX0pTW6lxTfhFFKKaWUUkoppZTSYXUADSzhtP91lzfZ7auXxhV5y/Z6AIZROnpi+tJi95Ji95Ji+tIa3UsK9cuSDcwU05cWu5cUu5cU05fW6F5S6F5STF9ao3tJoXtJMX1pje4lNdKXFruXFNOX1uheUuheUkxfWuxeUuxeUkxfWqN7SaF7STF9aY3uJYXuJcX0pTW6l9RIX1rsXlJMX1qje0mhe0kxfWmxe0mxe0kxfWmN7iWF7iXF9KU1upcUupcU05fW6F5SI31psXtJMX1pje4lxTdhlFJKKaWUUkoppXRYjaiBLdjx1vynf/Z7fHb76ulRt/NmzVuwwy0wktJRFdOXFruXFLuXFNOX1uheUqhflmxgppi+tNi9pNi9pJi+tEb3kkL3kmL60hrdSwrdS4rpS2t0L6mRvrTYvaSYvrRG95JC95Ji+tJi95Ji95Ji+tIa3UsK3UuK6UtrdC8pdC8ppi+t0b2kRvrSYveSYvrSGt1LCt1LiulLi91Lit1LiulLa3QvKXQvKaYvrdG9pNC9pJi+tEb3khrpS4vdS4rpS2t0Lym+CaOUUkoppZRSSimlw2r/DWz5hIebVhfY7auXrrLG+JNfgGGUbgBi+tJi95Ji95Ji+tIa3UsK9cuSDcwU05cWu5cUu5cU05fW6F5S6F5STF9ao3tJoXtJMX1pje4lNdKXFruXFNOX1uheUuheUkxfWuxeUuxeUkxfWqN7SaF7STF9aY3uJYXuJcX0pTW6l9RIX1rsXlJMX1qje0mhe0kxfWmxe0mxe0kxfWmN7iWF7iXF9KU1upcUupcU05fW6F5SI31psXtJMX1pje4lxTdhlFJKKaWUUkoppXRY7aeBJV/6rrup025fvVR/l7x4j7thGKUbhpi+tNi9pNi9pJi+tEb3kkL9smQDM8X0pcXuJcXuJcX0pTW6lxS6lxTTl9boXlLoXlJMX1qje0mN9KXF7iXF9KU1upcUupcU05cWu5cUu5cU05fW6F5S6F5STF9ao3tJoXtJMX1pje4lNdKXFruXFNOX1uheUuheUkxfWuxeUuxeUkxfWqN7SaF7STF9aY3uJYXuJcX0pTW6l9RIX1rsXlJMX1qje0nxTRillFJKKaWUUkopHVZDNrBFu95R+u5KO3z14u1yp9/0GQyjdEMS05cWu5cUu5cU05fW6F5SqF+WbGCmmL602L2k2L2kmL60RveSQveSYvrSGt1LCt1LiulLa3QvqZG+tNi9pJi+tEb3kkL3kmL60mL3kmL3kmL60hrdSwrdS4rpS2t0Lyl0LymmL63RvaRG+tJi95Ji+tIa3UsK3UuK6UuL3UuK3UuK6UtrdC8pdC8ppi+t0b2k0L2kmL60RveSGulLi91LiulLa3QvKb4Jo5RSSimllFJKKaXDavAGtvLwJ9uzq+z21UtbesWKQx6HYZRuYGL60mL3kmL3kmL60hrdSwr1y5INzBTTlxa7lxS7lxTTl9boXlLoXlJMX1qje0mhe0kxfWmN7iU10pcWu5cU05fW6F5S6F5STF9a7F5S7F5STF9ao3tJoXtJMX1pje4lhe4lxfSlNbqX1EhfWuxeUkxfWqN7SaF7STF9abF7SbF7STF9aY3uJYXuJcX0pTW6lxS6lxTTl9boXlIjfWmxe0kxfWmN7iXFN2GUUkoppZRSSimldFgN0sAyb//C2+Wy21cvpW/FLtz5NhhG6YYnpi8tdi8pdi8ppi+t0b2kUL8s2cBMMX1psXtJsXtJMX1pje4lhe4lxfSlNbqXFLqXFNOX1uheUiN9abF7STF9aY3uJYXuJcX0pcXuJcXuJcX0pTW6lxS6lxTTl9boXlLoXlJMX1qje0mN9KXF7iXF9KU1upcUupcU05cWu5cUu5cU05fW6F5S6F5STF9ao3tJoXtJMX1pje4lNdKXFruXFNOX1uheUnwTRimllFJKKaWUUkqH1T4NbPFf76n+PsUOX724mzsdF70lx1C6AYvpS4vdS4rdS4rpS2t0LynUL0s2MFNMX1rsXlLsXlJMX1qje0mhe0kxfWmN7iWF7iXF9KU1upfUSF9a7F5STF9ao3tJoXtJMX1psXtJsXtJMX1pje4lhe4lxfSlNbqXFLqXFNOX1uheUiN9abF7STF9aY3uJYXuJcX0pcXuJcXuJcX0pTW6lxS6lxTTl9boXlLoXlJMX1qje0mN9KXF7iXF9KU1upcU34RRSimllFJKKaWU0mF1fQOLn/Rid3mT3b56aVxVsHzvh/QASjd4MX1psXtJsXtJMX1pje4lhfplyQZmiulLi91Lit1LiulLa3QvKXQvKaYvrdG9pNC9pJi+tEb3khrpS4vdS4rpS2t0Lyl0LymmLy12Lyl2LymmL63RvaTQvaSYvrRG95JC95Ji+tIa3UtqpC8tdi8ppi+t0b2k0L2kmL602L2k2L2kmL60RveSQveSYvrSGt1LCt1LiulLa3QvqZG+tNi9pJi+tEb3kuKbMEoppZRSSimllFI6rPY2sB1uyX/yJ7/HZ7evnh51W01ZsMMtfQMDpRu4mL602L2k2L2kmL60RveSQv2yZAMzxfSlxe4lxe4lxfSlNbqXFLqXFNOX1uheUuheUkxfWqN7SY30pcXuJcX0pTW6lxS6lxTTlxa7lxS7lxTTl9boXlLoXlJMX1qje0mhe0kxfWmN7iU10pcWu5cU05fW6F5S6F5STF9a7F5S7F5STF9ao3tJoXtJMX1pje4lhe4lxfSlNbqX1EhfWuxeUkxfWqN7SfFNGKWUUkoppZRSSikdVjdZvvdDjSvz7fbVS3dFU/ykl4y6QOmGL6YvLXYvKXYvKaYvrdG9pFC/LNnATDF9abF7SbF7STF9aY3uJYXuJcX0pTW6lxS6lxTTl9boXlIjfWmxe0kxfWmN7iWF7iXF9KXF7iXF7iXF9KU1upcUupcU05fW6F5S6F5STF9ao3tJjfSlxe4lxfSlNbqXFLqXFNOXFruXFLuXFNOX1uheUuheUkxfWqN7SaF7STF9aY3uJTXSlxa7lxTTl9boXlJ8E0YppZRSSimllFJKh9VN3E2ddvvqpeb7lCV/vcdIC5SOCTF9abF7SbF7STF9aY3uJYX6ZckGZorpS4vdS4rdS4rpS2t0Lyl0LymmL63RvaTQvaSYvrRG95Ia6UuL3UuK6UtrdC8pdC8ppi8tdi8pdi8ppi+t0b2k0L2kmL60RveSQveSYvrSGt1LaqQvLXYvKaYvrdG9pNC9pJi+tNi9pNi9pJi+tEb3kkL3kmL60hrdSwrdS4rpS2t0L6mRvrTYvaSYvrRG95LimzBKKaWUUkoppZRSOqxuYrevXjoL6wqenp//9M8DdBCL9O/AtyTS8QNd86Cekyg7oG0YxAYP9/qVailzwcGtaqAWBPyp9//6tvCpMP4Y3sKncUqv86S9Y2CK+v8Pvdo3Cvvx+0H5XXiLjCkBn5wbmP7kXLDoqfX/B4t6pxc9+e3A/WZQfj1QiwN+NSi/7FXfED4Rxi9KAgO+0JaI20FVA0qe+DyITwab/qS8O2dQfmZZKm5H4KeWpYEF5d2wPv5JQH0jUj8O7hMflz2BE8WUj0zV3DL1/3B+OCg/CGq5MaWPs94fqOUB3xuU7/b6Xvnj+navj4vbwgr7xjuRW7Hu/xWz3jYMOhF8S2jdXTfxseBWBma9Gd7KWev/b08J+Eb/zhL/t3193f+1cDeos4NaZUzRWrPkgDCDB635VQbnoNcAC+rt0Tf0rFDqwWGUA2C8dbvfNYQS1qYnwhSpnAsjYW3h19Ov5srlXengZkWutZKgq1IT5fTIv5w5MsyyMMu6G/nXGoR65eqG+YVgihysJ5qaq5J3Q60E7gZVLmvd7nclcpg5N6gRDjOVC8JK9N2BjgmlOSboUnKdYVYrZ4UaFsni5pigS6mJluZ0/X9p+OnyBtw1F+nXgS6ixlvKu/JGJPY70hwgv4qeC8PgrmXQicpQ0y3NNcspcBcMM0vZ74Ly/+Htd1Wmka9cqsbLRfRt80bQidYN+f9QwtxQi8jp6v/mAG2YWUNXrhxuR/519chQa4vQQSwSVHM9odasp1s3BrcB4ZeF6equpZyoDTpYTrEMtbhSz4p8wVATrel6rrwBc/UsS/OupZ4FAyKcYqmnwwDrrvq/nA5jTK3x5iLmgjDMmiLvmlqLyGERLgJT4P9SPSXogKB31f8tYWLQu3qiVk63DDXRHC/vWrf7HWDeNW+EEkaq/4eZIqfDDRijjWR60DF6orxhad3VE+VdrTVdLxJqmDTUMJgY4apgitaapf5vrtacaE0PNcWcpdQr0Tf09KC3rbswxZoY5oYlTNe35RRt0Ilaa26fBkYIIYQQQgghhBBCCCGEEELIRgAbGCGEEEIIIYQQQgghhBBCCNnYYAMjhBBCCCGEEEIIIYQQQgghGxtsYIQQQgghhBBCCCGEEEIIIWRjgw2MEEIIIYQQQgghhBBCCCGEbGywgRFCCCGEEEIIIYQQQgghhJCNDTYwQgghhBBCCCGEEEIIIYQQsrHBBkYIIYQQQgghhBBCCCGEEEI2NtjACCGEEEIIIYQQQgghhBBCyMYGGxghhBBCCCGEEEIIIYQQQgjZ2GADI4QQQgghhBBCCCGEEEIIIRsbbGCEEEIIIYQQQgghhBBCCCFkY4MNjBBCCCGEEEIIIYQQQgghhGxssIGRwVOU237u4ctO+s8CSimllFJK6dCtqeiy32oTQgghhBBCCBkybGBkkDCAUUoppZRSGl3ZwAghhBBCCCEkirCBkcHAAEYppZRSSmnUZQMjhBBCCCGEkCjCBkYGDAMYpZRSSimlwyEbGCGEEEIIIYREETYwMjAYwCillFJKKR0m2cAIIYQQQgghJIqwgZEBwABGKaWUUkrp8MkGRgghhBBCCCFRhA2MRAoDGKWUUkoppcMqGxghhBBCCCGERBE2MBIRDGCUUkoppZQOt2xghBBCCCGEEBJF2MBI/xTltjGAUUoppZRSOtyygRFCCCGEEEJIFGEDGzX8fr/H7XU53d3drq5OZ0d7d2dHt7qh7jqdbo/Ha48bbRjAKKWUUkopHRnZwAghhBBCCCEkirCBjRx+v9/pdLc0d9RUNZYUVudmlWWkFqUlF6YmFaQk5ievzVOqG+puWlKBmpWTWaqGqcGtLR1qQbW4vaIRhAGMUkoppZTSEZMNjBBCCCGEEEKiCBvYsOPz+drbuqoqGnKzytKSCh0JuYnxOQNSLZKWXKgWryyvV6tSK7RXPcz0BrCl8Gc5pZRSSimldJhkAyOEEEIIIYSQKMIGNlz4/f7uLldNVWNOZmny2jzIWoNWrUqtUK22u9tlf6XhgQGMUkoppZTSEZYNjBBCCCGEEEKiCBtY9PH7/R3t3aXFNWlJBVCwomiqo6C0qKazo3s4zpHIAEYppZRSSunIywZGCCGEEEIIIVGEDSya+P09nR3dxQVVKYn5kKyGSfWFivIr29ui+acyAxillFJKKaWjIhsYIYQQQgghhEQRNrCo4XZ7KsrqUh3DeOxXKFMS8ytK69wuj70pQ4ABjFJKKaWU0tGSDYwQQgghhBBCoggbWBTw+/0tze3ZGSWOBKxTI2lWWnFzY9tQTo3IAEYppZRSSukoygZGCCGEEEIIIVGEDWyoeDzeirL65LV5UKRGxaS1eeWldV6P1964gcAARimllFJK6ejKBkYIIYQQQgghUYQNbEh0dznzc8odCbnQokbX3Kyyrk6nvYmRwQBGKaWUUkrpqMsGRgghhBBCCCFRhA1s8LS3dmamFkN/2kBMTy5sbemwNzQC3nsxD/78ppRSSimllI6wbGCEEEIIIYQQEkXYwAaD39/T3NSenlwI5WmDMjWpoCmCy4MV5batia13u3w3nB8Hf4FTSimllFJKR1I2MEIIIYQQQgiJImxgA8bv72mob01xFEBz2gBNScyvr20Jk8GsUyCec9jS2qruqrKuU/ddBH+EU0oppZRSSkdMNjBCCCGEEEIIiSJsYAOmpak9JTEfatMGq9rUpsY2e9P7Iq8Bdvu0NWrKnLeL9J/flFJKKaWU0hGWDYwQQgghhBBCoggb2MBob+1M27BPgWiamlRgXhtMBjDLhXMr3S7fjMkr5ERKKaWUUkrpiMkGRgghhBBCCCFRhA1sAHR1OjNTi6AwjQnTkwvVxtsPI1gAU15w9PKONk9SXANMp5RSSimllI6MbGCEEEIIIYQQEkXYwCLF6/Hm5ZRDWxpD5maVeTxe9UCKcoIEMMuXH81SA564IxWmU0oppZRSSkdANjBCCCGEEEIIiSJsYBHh9/sryuocCbkQlsaW5SW1hdkhA5jylAkLi3LbCnPaYDqllFJKKaV0BGQDI4QQQgghhJAowgYWEc1N7clr8yApjTmT1uQ+cH0c/JkNPndfhnq8D92QBNMppZRSSimlwy0bGCGEEEIIIYREETaw/nG7PNkZJdCTxqjzvko/9/DF8Je2dPI+i6oruvIyW2E6pZRSSimldLhlAyOEEEIIIYSQKMIG1j+V5fWOBIxJY9S1cTnP3p9w8t74x7b0+QcCh4LdddlamE4ppZRSSikdVtnACCGEEEIIISSKsIH1Q2eHM9VRACVpTLt8Yeblpy2HP7alpx+wuLnRFb+sDqZTSimllFJKh1U2MEIIIYQQQgiJImxg4fD7/SWF1dCQoqUjITctqSAzrTg7oyQ3szQnszQrvSQ9uXAELjz27v8ck/ZeCH9vS796v9jt8p1z2FKYTimllFJKKR0+2cAIIYQQQgghJIqwgYWjs6M7JTEfAtIQTU0qyM8pr61u6mjvcna7PB6vz+vz9+L1+lwud2eHs76uRY0ZvhgWsyjrslOWwd/b0mvPXq0e/uwnsmE6pZRSSimldPhkAyOEEEIIIYSQKMIGFhK/v6e0uAbq0VBMTsyrLK/v7nL61ar7Q43paO8qyq9KWpML64mKs59KDH9VsMKctuy0FphIKaWUUkopHT7ZwAghhBBCCCEkirCBhaS725WaFM0rgWWll/h8/dcvid/nr69tHo4DwpYvyLz4hHCnOnz9qRy/r2f6pBUwnVJKKaWUUjpMsoERQgghhBBCSBRhAwtJXU0zdKMhOogGZlFf2zIcR4M9dlsc/Mktvfj4GPWlX38qB6bTqHjqvoveei73249Kp58cC7MG6vpVMViOQR+7NWXe5+V3X54I08eoj94SeDj3XLmRPBxKKaV05GUDI4QQQgghhJAowgYWHJ/Pn5ddDtFoiMoG5nZ72lo6a6ubigurCnIrcrPKiguqqisbujqDnClRLVVcWA1rG7rffJI6Zf+F8Fe3tKqsc/XSWpgYdS8+PmbaibGmZx2yBEZuTL7zQq714hbltp38X5w7IN9+Pmqr2kA8dZ9F6/eEk9bvEkHunhh7yQkxsPgY8taLE6yfCc5u7wVHhbtE35jwlqn64fguPGY5zKWUUkppJLKBEUIIIYQQQkgUYQMLTkdHd3JiPkSjIRpoYF5fe1tXWUltRmqRIyHIoV0pifmlxTVer8/ejnW0t3UmrYnyGRFXx2RfdUa4z6l//KK8vdU9ae9wnWzotrW47Qdp4Pf1FGS3ff5O0bSThnqw1IbmD3PKrMfY3OgaYrj6/rPS9avq+2LNmLxi1m0pn8wuGFtt7MYL4v0RHzHZ1eGZNGF4d9Hh89FbknXyvvrMVTB3zPnwjesfzrVnr4a5lFJKKY1ENjBCCCGEEEIIiSJsYMGpqWqAYjR005MLiwurkxP7T1mlxTVwNJjX68tKL4FhQ/fJu8OdDvGJO1PVl77x/HBjhm6YBqbxuH0fvJwPC45pp09akZve0lTvfO6+dJg1UKefHGuv6v4MmFVe3KGevc4Oz3CHzOj6y2lgpx+weMWimrZm99xPSjeCY/jUw4ldEHg4339aNrZ2OUoppXTDkQ2MEEIIIYQQQqIIG1gQ/P6egrwKyEUjaaojv7vLaW/NOvJzonxuRuWcd1PCfFR9/pHLevw9776YB9Ojq9XAOts9H79W8JFw7selqxbXykL29QclsCwN71hvYHXV3Yu+q1w4d714d27lj1+UM7dQSimldKORDYwQQgghhBBCoggbWBBcLndGSiHkohG2uand3pp1FOVXwpihu2hexvlHLYY/vKXVFV3LfqyCidHVqlx11d1Bj4M58+Aln8wusJ4Bv6/n9kvXwAAaxrHewFYvrd04rnBGKaWUUhqhbGCEEEIIIYQQEkXYwILQ1tqZtCbIxbpG0qaGNntr1lGQG/1D0xJWZl93Xgz84S1ds6I+N70FJkbX8A3M8tuPSqwnYeWiGphFw8gGRimllFI6tmQDI4QQQgghhJAowgYWhNqaZmhFI6wjIbettdPeml68Hu9wXA9M+fgd4S739cW7Re2tnpOGs0NE0sAuOGq5dX205kZXmGG3T1uzcG5lXmarWmdNZVfa2qZ3Xsg786AlMCyod162dskPVbnpLS2NrsY6Z35W69cflNx4Qbw198NXCtSa5Zc+bb9FgXPxfVf51rO5eqKptUnKu69YK6dfdcYqa/pTd6XJ6ZaTJy564YGMhJi6moquzg6PeizpiU0fzy6YMXkFjFRedXpgVWpLnrobV2U1MI/HD6cQtDwj2DMzacLCB65LiplfnZ/Z2tLkqi7vSklo/OytoktPjoWRpleevurLd4uL89sbarvb2zxlRR1Lf6x64s7UyRMHVuAG3cCumLLSemiP3pICs6SvP5mjxiyaW3nmwX2egSfuSFXTrzx9pXX3vCOWvf1cblZKs9ofOto86slc8G2F3iXCe/NF8Qu+qchObWlucDXWO9V+9cU7RdeevRqGqb1o/jcV6ou++2JemEd63bmrf/yyPCu5Wa1KmZnc/NNX5bdMTYBh0sdvT1UPUO1m1l31WNSOqtbQ0PtYKoo7Fn5bcdOF/TwW9b3z/AMZKxfXVpV1dnV61TdpXkbrl+8VB90Plaftu2j+14GH895LwR/OvVc71HNYXdHV2uxqqncW5bZ9/1nZndPXDOhVppRSSjdu2cAIIYQQQgghJIqwgQWhtLgGQtEIm5la7HZ77a3ppbOjOzkxH4ZFxTeeS4Q/vKUvPZSpvvr5Ry6D6VE0kgambGlyqWF+X0/QYRcctTwtsSnwTBl0tnseuiEZxkuvnLKyKBePutOsXVF/7dmrvd5AkpFf+syDllhZzrGqIcyWP39/RmBQT89rj2fJ6TOvTLQW//bjUjldedUZq8oKA+3KxOPxzfu8fMr+fU5fec8V9qrmfoKrshpYKM47Al/Wmy6MryztE1816kss+aEKvrRWPQOfvVXo632WTNQ6Z14VbjcDB93A7pqx1noqPnuzEGZJ45fVBQapHfuoPs/A1x8EDjf84p0idfupu9KsPRNQ6//2o5IwW3Xx8TGhdkX1/Pwwp+zUfRbpwWccuMTrCWxx2tqmk4Mdq3fhMctTEhqtxU2yUppDtckv3y1WA756v1jdfvLOtNbm4I9F7TNBv656gC8+lNlUj1cltFDb/PZzueaTcMaBiz1unxqQ7miCQw/V90vcsjrr1TFR30TTJwXvapRSSukvTTYwQgghhBBCCIkibGCI39+Tl1MOoWgkTV6bV1/XYm9NL36/f/iy3BcfpEzaG//21t42bY3agLtm9DmGKbpG0sBO3ntBe6tHDeto85jDLj05tqbS/rBArWf5T9Ufv1bw/WdleZmt1kSf1//knamwlOUjNyd3d9q5sbvLmxBT9+1HJZ+9WRQzv9qqbgqPJ/CxvkJ+6WFqYBccvby+prt3iZ6aiq5F31VajyUrpdmaqFCP6+xDl+pF+m1g6uGnrW1KXdMInnVIn6Og1FPkcduNorXZvWJhzdcfliz4piLD0eTrLVKK4rz2C49eLpeyfOeFPGuAx+NfE1v/3Seln71ZuPznap1e1Da88EAGLBXK0W1guektbz+Xa63H7falJDSqVyFuWV1Drf26KD54JV8uqFVb3tRgdyO1bOKqBvXa/TCnTD3b1goVyfGN+sC48A3s6jNXNdTaa3M5A2ub93lgbeoZVvuqNV3tpbdNC3JAmNXA1K7y1rP2Y/Gox7Km97Esra0Xj0XtYLDslP0XL5xboTe4sc657MdqtXepXUJW1VdnZcOCoRrYKRMX6pKnvoWX/VT9+TtFX75XHL+8Tj0ua7p6IBEeY0cppZRu3LKBEUIIIYQQQkgUYQNDPB5vZloxhKIRMy25oK6m2a8/fu6lpbk9ee2wHASm/Omb9DMPXn9gCnj1GavUBjx+e/CAFBUjaWCXn7bSekqyUprhxIyTJy7KTQ8kQ7+v54fPyk4/oM+BSk/emdrRFohn7W2eC4/BeHPl6auc3YGW4PP6P3uzEM6aOGnCwqfvTqsuX/8xxAg0sM/fLuod3vPpG1hxLj91ZVJcg5q17KcqtW16er8NLJLrgV179mqrXqin4p0XcuHshdMnxaausRtGoNb0fbznH7nMehrra7rhsCS1nldmZXV1eDraPbdeEu7cfdLRbWCa+V9XXHTs+n1GPecfv1Zgrb+7y2seRXfu4UvVbty7aM/i7ysv6Lty9fIFSpiv542ncvSDCtPAzj50qf4IbNF3lfDlzjpkybzPy6yNaaxzmhtjNTDNgm8qph63/sp/6rF89Or6xwIHeqq5P39V0eMPHMD38I3J8iVQs15+NNPTu83qOwtOpxmqgd1/rcP6WkmrG9RD1tOV5xy29PvPStXcwpw2dVvOopRSSn+ZsoERQgghhBBCSBRhA0NcLk96SiGEoujqSMhJWpNrmZKYn5ZckJlanJddVl3Z0N3lggDW1tqZnjyM27Pox4zzj+rzqbT00pNi1Ta8+FAmTI+i/Tawyfss0gHmufvSYe6bz+RYs+Z9XgazLGfdlmoNWPpjlZw+acLCkvx2Nd3v63nijpCR76xDluhPIuQWDlMDy0oOHO/V0uQKeoY6tc1P35Om/i8nDr2BTZ64sKSg96nw9zwR4oC5U/dZpB5p4Mv09LzzfJ9LoOny9N6LeXK69qrTV4W/eBU46g1MreSVx7KCfukf5pRZYz54GQ8FWzi30pqlxgRd9rT9Fj14fZKcFaaB/fRVubU2tWOHehLmvFVkPd64ZbUn9z2aUzcwNeDVx7ODruG7T0utMR8Zh4KpfWz2k9ln9b1emvbrD+yVq2dJTg/VwN57yT5M8Ooz7euTgfdencgARimllFqygRFCCCGEEEJIFGEDQ5zdrrSkAghF0TUtubC1pbOzo1vZ3eV0Ot0ejxfSl8Ln9dXVNg/3xiybnwRTtWQAAP/0SURBVDn1+JCfPp9/5LIef8/rT+XA9CgavoHdc0WiPg1gQXYb5J+T915QVxU48qamsivkpar2XpDhCFyfqbPdM3mf9Yvfe5Wjd609S+b1aWOmOWn2qSnlFg5TA7PO31hV1hlmneDQG9h919iH6cTMrw7zdS8+PsbVe7xXdXmXXOHMq+wNeOnh6LRS3cCc3V71ytZUhPSxW1PkgtFqYJ+/XRTqebj5onjrzJBrV9bLMRcdF2Pln5L8djiKLoyhGtiFxyx3965NvYKn7RfyMM1T91lUkBW4lJ1aySUn9jkCTzcwdSPUY7npQvuxOFY3BG2uoZxxygrrCnnLfqySKw/VwD5+rSCwKT09l5yw/lg0SimllAZVvcOxfm8SQgghhBBCCBk6bGBId5crxTFcJx60TE8pcrsDJ+gLhcvpbqhrycsqcyTkwrJRN3Zx1qUnh2xgZ/SWng9DXP0oKloNzO3ypfW9ZlVeZqs1y6Iot9084dvt09b09DaP7z/F/CN9d93Vqh68LklPXLmoxpp4w/lxemJQR7KBLZ1X1Tu854UHI7161tAb2IqF9lNx/bn9PBXffmRXorsvX3+JuCtOW2klq5L89qgczaMbWL88e2+f4wKj1cCunBL8cCXlafstsqpVRUmnLLKvzsqyln3tCbxKVhhDNbBXHrPX9vpT/azt8TtSrYc8560iOV03sKvOCP1Y9l1kJavK0s5T+tbl8E7Z325darPlrhWqgT1zT5r1fbrkh6rwuyKllFJK2cAIIYQQQgghJIqwgSFdnc7kxFFuYN3drurKxrzs8uS1ebBs1F25LGvGZGxLUr8/cCgJTIyiMnQFpbnR9cbTOafuG+RoGB0e7r0qEWZJ1Vxr2Ievrj/nW1ODS01paXSFKViWI9nA7r7CrjgKteYXH8q44rSVcoDp0BtYS1PgqWiqd/bbJx66Icn6Wp/M7hOZMpLsY/Vam9xfvV+sNunMEKfRi0TdwFqb3VBGU9eou+un3Hu1Qy44Ag1M2VjnVGPUkya70fKfq9VE9dUvMi47F8ZQDWzZT4G1KS4+vp8Dp6YeF2MdkpXU91iuSBqYsr42cBileiyRH7tm2dQQeBLg0MxQDezCY5Z3tNs/8cqLOt7/X/6N58fDMZ2UUkoptWQDI4QQQgghhJAowgaGBBrYMJenfhuYhd/vb2/rKsyvTFozjEeDrVqedfmpo9/AfF6/PutdY33g43VNU4Pz+vOCH5805+0ie1Bk/PCZfc2wU/ddZMWS7JTmDaqBKd98OsfT20U06imKXVDzzMy0Mw4Mcr7HITawKQcstk6Ipx5mv0/FtWevtr7Wgm8r5PSLjl1ekB04KZ9GDcvPbP38naLrzlktR0biqF8PLHwDK+29dlpXp0c2sJz0wE7S2uwe0AFVoRqYtcsFvkQEacrKTkW5fXJUhA3MuiReV6d38j5BGrN68m+ftualhzLnvFW0cG6ldtF3lc7es2JG2MCUd0xfo56cwAatw9XtS45vfPu53KnH8QSJlFJK6XrZwAghhBBCCCEkirCBIc5uV6pjeC/BlZKYX1PVWF/XomxsaGtt6bAuDOb1BD5WBnw+vxqmFoGVRMvYxVnTTg7ZwKbsv9jv7/notfWHT0Vdq4HB9cAm77PogeuS8jICF8dSNDe6Lj25z+WOLH+YU2YNiJCYn6utBS85IcaKJcnxjSf1V1lGuIEprz5zlc4MkvZW95vP4LXZhtjAph4XYzWw5LhwD8RSn/Zw1RKsU5MnLnzt8eyi3D4lzCIlofHyU1fIweEdiw2stve6dI11zqg0sNrKAazNasZ1Vd1y8BAbmHran5mZVpwX5NWURN7AlOrZ/vztoobeo+gkapF5c8rOGsKBg5RSSunGJBsYIYQQQgghhEQRNjDE6XSnJRdCKBpuk9fmpTjyM9OKS4tq2tu6/NYH+YLGhtZhOjpt2fzMqceHvIbTeUcs6/H3vPVcLkyPokEbmOXkfRatXlJrPQM56S3mp+ofvpJvzf3o1YJn703v1zunr7EWPOsQu2AV5bb1W1mCNrAzDrTXkO5oCrOGwTUwy9P2W3TXjLWfzC5ISWjs7lzfwxbOrZBfcYgNTH2VQRwHNv/rPseBSS89Kfa5+9MXzq2sLO0MDO2lo90T+QFhY7GBZacGzgbpcvoiOXJLG6qBZaUE1jag48AKc6J5HNjPX5VbV/BStDa71OYt/bFqKMeBadULqvai15/MXrmo1joJp4Xa/jMPYgajlFJK2cAIIYQQQgghJJqwgSEulzt9xBuYNHltXkVpndcb+ChZUllWDyOj4qJ5GecfGeQMe5bTToxVX/p/j2TC9CgapoEpzzhwsZrV+wT0zH4SD4F66eFMa9b/HulTmCLR5Qw8w53tnn4rS9AGprQ6Tfh0NJQGJj3zoCVvP5erz5Eor4MVreuBtTa5wg9TPnJzsvW14Hpgobzpwvi0xKbAAj092RE0NstBN7BbpiZYC36/7qSXQR2OBmZdD0wxY/IAjnjr93pgQQ9/lF5yYuxQrgcWtIHdfflaK4s21jsfuC4p6EtgXRRtEA1MqsY8dmtKXe8hdIpvPiyBAZRSSukvUDYwQgghhBBCCIkibGCI1+PNSiuGUDTylhXXwNFgLpcnI7UIhg3dn75JP/PgIJcCsrz6jFXqSz9+eypMj6LhG5jykZuTe5+AnoZa56n79tnU686xD0taOq9KTo9E6wJOistO6SdahGpgTb3noFNbFabTRKuBWb70kN38ZC0I08CsLfd4/JPDHk60fF1xufH84Ndd08773D755O2X2kfU9evpBy6uKgscEKY2A16+UA66gV179mor3qxYWBNmweFoYLOfzLaW/ejVAZw4NFQDe/nRLGttrz+VrScG9fE7Uu0q+XqfKjmUBrZobqWaqFZ7zVkhD92LSgOzvPrMVVbGU7urXBullFL6y5QNjBBCCCGEEEKiCBtYEPJzyiEUjbxJa/LaWtefSs6itKgGhg3dz99LOXlv/Ntbe8vUBPV15VFHUbffBqY2zzo1nOKNp/FQsJLeIOHx+CI/1Z7l7CfsaLH4+0qYJb35wni3yz4mD7bQsapBTfT7eqadFPxgnckTF6UkNFrLRqWBXXy8fRmz1Utr9WXMwjSw+OV27Jke9nAivTGxC8Klo0tOiHE5A2fAKy/ukMGmX9WGBdbe03N12B6jHXQDm7K/3WDUFoZqMOo5bGm0T8EXxQZ26cmxvt6QU1vVfcaBkZ7TL1QDu+Do5e7eB1Jd0XXafiHD4an7LCorChzqp1Zy0bHL5ayhNLDc3jxcXd4V6kyM5xy2tKPdo8ZEpYEpaysDH/Y11HSHj7WUUkrpL0E2MEIIIYQQQgiJImxgQSgvqYVQNCqWl9oBQ9NQ1wJjhu7spxLhD2/p0/ekqa97yQn9nJBtKPbbwJR3Xra29wnoqa3qgiNF9IFWRbltZxwY/KSOV5+56t6r8GFOOzHWilsej+/as4P3s+vOWd3csP6SRbCFbz6TY03//tMgHWvyxEULvqmwBigibGD/eyRz6byqUMdLBT3uLUwDe/eFvMCMnp45bxXBLOnkiQuL8gItRPHCAxkw13LK/ovTHfZZDWc/0efgpPOOWJqS0Hj35WvlRGnsghprwanHx8CsoA66gSl1dFRPC8xSnn/UMrWfWAMUUWxgyril9rXrlv9cDbMs1XP4yeuFci8N1cCUaqey1vbTV+VBnwQ18cv3iq2rdsXMr4YxQ2lgamPUxI42T9D8dskJMdYzoIiwgd1wfpyaohbUU6TqS7e3BX4IVJR0DuhqapRSSulGKRsYIYQQQgghhEQRNrAg1NU0QSgaFQvy1hcUi9bmDhgzdB+9Ndzp7z57s7CrwzvQDjEgI2lgytz0VutJeO6+dDn95L0XrF1Rb80qzmu/+aJ4OXfyxEWvPJbV2eFxu3zP3ttnQeUHL+dbC7a3eZ66K03OOuewpe++kKePALOALZy27lJMfl/gTHTyQ/9rz1md3nsdLOvYIEUkDezRW1KsieXFHeo29IALj1melWKflfGZmesfS5gGduXpq6xZHW2eu2asb1RXn7Hq5Uf7bM81Z6226oXaYPVYTusb4a4/N06fEDJxVb18Hk7bb5E+4+KPX5Rf3LdyqZHP3ZdhPUsVxZ0RHhs0lAb2xLpzA7a3uh++KVlPnzRh4SM3J9fXBC49ZZ0vURHdBqZeoNbmwM6sSElohBMJXnfO6tyMwD6ckdSkM1iYBnbWIUv0R2CrFtdOPa7PE3vRscuX/lhlPdK6qm41WM5VDqWBffpGobXs4u8rTxXT1V6hdpvO3iPALCJpYDMmr7C+x9X/33o29+y+m3r6AYu/+ajEeiDLfqwa6MtNKaWUbnyygRFCCCGEEEJIFGEDC0JbW6djTS60opG3MC9wVR5JY0MrjBmiCSuzb7wg3KE5KxfXFuW2wcToGmEDe/hG+6pgFSWdcCjYeUcu04VGUZTXvui7yoVzK1csqulosz+vd7t8T9+DDWzyxEVJcYHzGVo01bvWxNYv/6k6K6XZ2XvSP8XaFfXF646RMrfwo1cLrFmKznZPuqMpZn51YbZ9pJH66vdcmdjdFVhVJA3svCOWpTvssz4qujq9KQmN6rEs/r4yM6nZiiWK/KxWWV/CNDDlj1+U9y4UaFRqQbV5BdltPl/gYnOP3rI+ESmfvDPV5bSbn7Pbq54Z9aWX/VRdVhg4256Fep7PPbxPN1I+fU+ax21vm6K0oH310lr1/K9eUltdbn+Io77c43dEelW5oTQwtW/o49UU9TXd6hWMW1ZX03u2PUVpYcdjt9qtMboNTHnn9LXt63Y5RW56y/Kfq5f8UKV3IYXau84+dKk1PkwDU1595ir1fWEt5fP6czNarZ1BvQq6rTbWOaH7Wg6lgU07KVbvCWoD5n9dMeetIrXnWN+qivjldZ+9GehkkTQwteYf5pRZT7hCPd7c9NalP1apPSRxZX1nh/10qW+WUOcUpZRSSn9RsoERQgghhBBCSBRhAwuCy+VJTymCXDTyVpTZhzdpqisbYcwQXfxjxgVHh7t2UUVJZ+yCGpgYXSNsYCfvvaAwx25Lz92PNev0AxYvnFuhj+8BslNbbjw/+OFukycu+vFzuxIBLqfv09cLT5m4UAc2cwvVVn3zoR1OgKKcNusUi0vnVam7EZ4L8bT9Fr37Yl576/qOAsQvrzvvyD7lJnwDm3LAYn1VMIl6dM/fj6c9vP68OOv6aiYej/+HOWWT98FOY3n9uXFJcfZJCE1am9zm1wrjUBqY8tzDl2Ymr0+JklWLa887Ytmp+yxSm6TuRr2BKS87ZYXa36z1AG6376v3i+WRVeEbmPL8I5etXVGvAxKQuKoBLgOmHUoDU868KrGh1mmtQaJGvvNCnvqmUK+Rz+uP/Hpgj9+eWlGyPqYC5UUdt09bI8dTSimlv1jZwAghhBBCCCEkirCBBacwrwJy0RBNXpsHU8Kb6sjv7LAPAbHw+/wFeZUwbIjOeScZjqmSnn3oUp/P//HsApgeXd95Pvej1wreeDoHppvedGG8Gqk0z2poefHxMZ+9WRi/vK44r62moiszqfnHL8rlOQBDeelJsZ+/XZQU11BZ2lle3JG4quHNZ3L0af3CNDDL68+Nm/d5WX5Wq/qixXntqxbXzrpt/ZkMrztntdrmmy7oc7DO9EkrrMdy39UOOd3yrEOWPHV3mnVEmlpnWWGHY1XDT1+W33h+kCN+pp8cq9bzsVrVNUFWpVSb/cjNyTHzq0vy29XaCnPa1IOFc+tJZ16ZOP/rirTEJjW4KLdtTWz9h6/mX3RM8NYiveH8OLUZyfGNpYUdalm18eqLvv1c7pT9g1+nLZQXHbv8o1cDT84TER86BqqH/OjNyct+qrK2JC+jdf43FbdekqAHPH57qlr/6Qf02bCZVyVaz+R5R+CxbtJXZ2WpYe+9lBfm1I43XxSvdonUNY3qq6s9yrG64d0X8y49GY9zOnWfRR++kq/W9tx96WFq35VTVn79QYl6YitKAvun2lG/+bDk2r7nWgTvuTLwWJTn9y2m4CuPhXws6lV769mc2AU1BVmt1eVdyXGN6qW8cN1uoHbvD17O/98jmXKzJ++zSE1UK3z+/gzz4ahF7r3a8cOcwNNSXdFVVdapbiz6rvLJO1PDPHZKKaX0l6Z682C98ySEEEIIIYQQMnTYwIIT9UuC1VQ1lpfWJifmw/SgJq3Jra1uCpyuTtDV5UxxRLR45D51T5Cmor3/Gof6urf94o/P6LeBUUoppZRSGhXZwAghhBBCCCEkirCBBaezo3ugR26Ft6kxcB4/tdrK8vqs9OJQK3ck5GZnlKrBEMD8Pn9pcS0MHqKrlmddeXq4Y0S+er+4u8urj2f6xcoGRimllFJKR0Y2MEIIIYQQQgiJImxgwfH5/HnZ5RCNhqLVwCy8Hm9Xp7OhrqW8tK64oLogtyI/p7y0qKaqoqGtpVPNtccJGhtak9ZEs8kpv/wwZcr+4fpWSX57SkIjTPwFygZGKaWUUkpHRjYwQgghhBBCCIkibGAhqatphmg0FGUDGxB+f49aNi2pAFY4dB++Odz1hM4/clmPv+e9l/Jg+i9QNjBKKaWUUjoysoERQgghhBBCSBRhAwuJs9udllwI3WjQDq6Bedze2uqmlMiuIjYgl87PnHr8UviTW/rcfelqA649J1wn+4XIBkYppZRSSkdGNjBCCCGEEEIIiSJsYOGoKKuDdDRo83PK21o74SpfYXC7PU0NbdkZJY4EXFVUnP302kl745/c0gxHU2lBO0z8ZcoGRimllFJKR0Y2MEIIIYQQQgiJImxg4ejqcqY6onYSwuS1eTmZpRVldS3N7Z0d3U6n2+Pxer0+n8+v/lO33S5PR3t3Y31rWUltRkqRIyEX1hAtYxZlzjh1Gfy9Lb30pFj18D94OR+m/zLNSWvxef1FuW1sYJRSSimldFhlAyOEEEIIIYSQKMIG1g+lxTUQkKJi8tq8tKSCjNSizLTirPQSZWZqcXpKoZoOI4fD159OnDRhIfy9LX3/5Xy/r+fi42Ng+i/Ty09bOWW/xTCRUkoppZTSqMsGRgghhBBCCCFRhA2sH7qjeijYhuCyBRmXnRLuILCT915QVdaZuqYRplNKKaWUUkqHVTYwQgghhBBCCIkibGD9U1PVCBlp7Lp2dc7T98aHP6ffIzcnq0f99D1pMJ1SSimllFI6rLKBEUIIIYQQQkgUYQPrH4/Hm51RCjFpjPrtp6nnHBrutH4n772gKLetvLhj0t7hTpZIKaWUUkopjbpsYIQQQgghhBASRdjAIqKluWNkrtQ1rDoScm+btgL+zAbvv8ahHu+z96bDdEoppZRSSulwywZGCCGEEEIIIVGEDSwi/P6eyop6R0IuVKUxpNr4itK6pLiG0/ZbBH9pSzMcTfU13adM5EFglFJKKaWUjrRsYIQQQgghhBASRdjAIsXr9RXkVkBYGkPm55R7PV71QMJksMduTVEDXns8G6ZTSimllFJKR0A2MEIIIYQQQgiJImxgA6C7y5WZVgxtaUyoNrur02k/jBAZ7PQDFtdVdxfltvFKYJRSSimllI6KbGCEEEIIIYQQEkXYwAZGR3t3WnIhFKYN3PTkwvY2/FvazGCfv13k9/XcfFG8nEgppZRSSikdMdnACCGEEEIIISSKsIENmNaWjlRHAXSmDVa1qS1N7fam90VmsCtPX+X1+Od/U6H//KaUUkoppZSOsGxghBBCCCGEEBJF2MAGQ1Nj25jIYGoj1ab6/X57uw16M9jiU/ddlJfR2tLkOuewpfBHOKWUUkoppXTEZAMjhBBCCCGEkCjCBjZIWls6NvCTIqrNa2nuCBPALJLjGn6YU+b39Tx8YxL8BU4ppZRSSikdSdnACCGEEEIIISSKsIENno727qy0YihPG4hZ6cXtrZ32hkbA3I9L4c9vSimllFJK6QjLBkYIIYQQQgghUYQNbEh0d7sK8yodCbmQoEZRtTH5OeXdXS57EyMjOb7xtP0Ww1/glFJKKaWU0pGUDYwQQgghhBBCoggb2FDxen1VFQ3Ja/OgRY2KajOqKuo9Hq+9cQMhOT5wbTD4I5xSSimllFI6YrKBEUIIIYQQQkgUYQOLAn5/4PJgOZmlUKRGUkdCbnZGaSQXAAsDMxillFJKKaWjKBsYIYQQQgghhEQRNrCo4fF4q6sa05IKoU6NgKmOgurKBo97MId/AcxglFJKKaWUjpZsYIQQQgghhBASRdjAokx3l6u8pDY1qQAy1TCZ4sgvLa7p6nQO5fAvgBmMUkoppZTSUZENjBBCCCGEEEKiCBvYsNDd5SwvrR3WY8LSkgqiXr80zGCUUkoppZSOvGxghBBCCCGEEBJF2MCGEafTXV/bkp9TnpKYDwVr0CYn5udll9VWNzm7XcNRvzTMYJRSSimllI6wbGCEEEIIIYQQEkXYwIYdv9/f1emsrW7KzylPTylyJORC1upXtUh6cqFavLqysbOj2+fz2aseZpjBKKWUUkopHUnZwAghhBBCCCEkirCBjRx+f4/b5Wlr7aytbiovrcvPqchKL8lIKUpLLkx1FKQk5icn5qsbaUkF6SlFalZ+TnlZcU1dTbNaxOVyD+tRX6FgBqOUUkoppXTEZAMjhBBCCCGEkCjCBjaaeD0+t8vjcrqd3a6uTqdS3XA63Wqi1+MdlehlwgxGKaWUUkrpyMgGRgghhBBCCCFRhA2M9A8zGKWUUkoppSMgGxghhBBCCCGERBE2MBIRzGCUUkoppZQOt2xghBBCCCGEEBJF2MBIpDCDUUoppZRSOqyygRFCCCGEEEJIFGEDIwOAGYxSSimllNLhkw2MEEIIIYQQQqIIGxgZGMnxjcxglFJKKaWUDodsYIQQQgghhBASRdjAyIBhBqOUUkoppXQ4ZAMjhBBCCCGEkCjCBkYGAzMYpZRSSimlUZcNjBBCCCGEEEKiCBsYGSTJ8Y1TmMEopZRSSimNnmxghBBCCCGEEBJF2MDI4GEGo5RSSimlNIqygRFCCCGEEEJIFGEDI4QQQgghhBBCCCGEEEIIIRsbbGCEEEIIIYQQQgghhBBCCCFkY4MNjBBCCCGEEEIIIYQQQgghhGxssIERQgghhBBCCCGEEEIIIYSQjQ02MEIIIYQQQgghhBBCCCGEELKxwQZGCCGEEEIIIYQQQgghhBBCNjbYwAghhBBCCCGEEEIIIYQQQsjGBhsYIYQQQgghhBBCCCGEEEII2dhgAyOEEEIIIYQQQgghhBBCCCEbG2xghBBCCCGEEEIIIYQQQgghZGODDYwQQgghhBBCCCGEEEIIIYRsbLCBEUIIIYQQQgghhBBCCCGEkI0NNjBCCCGEEEIIIYQQQgghhBCyscEGRgghhBBCCCGEEEIIIYQQQjY22MAIIYQQQgghhBBCCCGEEELIxgYbGCGEEEIIIYQQQgghhBBCCNnYYAMjhBBCCCGEEEIIIYQQQgghGxtsYIQQQgghhBBCCCGEEEIIIWRjgw2MEEIIIYQQQgghhBBCCCGEbGywgRFCCCGEEEIIIYQQQgghhJCNDTYwQgghhBBCCCGEEEIIIYQQsrHBBkYIIYQQQgghhBBCCCGEEEI2NtjACCGEEEIIIYQQQgghhBBCyMYGGxghhBBCCCGEEEIIIYQQQgjZ2GADI4QQQgghhBBCCCGEEEIIIRsbbGCEEEIIIYQQQgghhBBCCCFkY4MNjBBCCBkk3XklWYddmDhuQuJv9g5q6m7H1L0+p8fvtxcghBBCCCGEEEIIIYSMFGxghBBCyCApuuQuiF6mSdsf6Ot22gsQQgghhBBCCCGEEEJGCjYwQgghZJBk7nMmFK+g+rq67QUIIYQQQgghhBBCCCEjBRsYIYQQMij8/uQ/HmJVruIrH6h8bHbVY7PV/60bxTPu1edIZAMjhBBCCCGEEEIIIWTkYQMjhBBCBoO3qTVpm/2tytWZmmNPXUfr4tWJ4yeygRFCCCGEEEIIIYQQMlqwgRFCCCGDoTu32PHbfa3K5Swss6eugw2MEEIIIYQQQgghhJDRhQ2MEEIIGQwd8amOrfaxKpe3rcOeug42MEIIIYQQQgghhBBCRhc2MDI6eJqbHQccsHyTTbSxv/pV3Rdf2LMJIWSE8ft9Tpd9OzJa5sdalStpm/193U576joG18BaF8cVz7g3/Z+T0v5xcsZ/Tyu+8v6O1clq2+zZhBBCCCGEEEIIIYSQiGEDI6OAt6Mj+fDDZQBbMX58w7x59mxCCBlZap57L3nHwxzb7F90yV2+zi57an/Uv/+NlbjUsmY/G2gD87a0FZx1Q+K4CdYi6x03oXjGvWZjI4QQQgghhBBCCCGEhIcNjIw0Pqcz9fjjZQBbuc02zUuX2rMJIWRkqX723cTx68tT5gHnuCtr7XlhqXzoFWuRtL+e4He57anrGFAD83V0ZR91sTU4qPlTrvV7vPZoQgghhBBCCCGEEEJIBLCBkRHF7/Gkn3qqDGCr/vjHtvh4ezYhhIwsta99qkuVNu2vJ3SmZNsj+uLr6Gyc81Ph1DvT/3Fy4jh7fMZ/T/O7h9TAqp580xqpdGw1Me/Ua8rvfi7nuOnysLCa/31kjyaEEEIIIYQQQgghhEQAGxgZOfweT9aFF8oAFrfzzh3p6fZsQggZWSCA9WYtuzkl73Boy48x9rheulJzimfcm7TdgXq8Nue46X4vHqQVeQPztrQl/99h1sik3x/U8uNyfQGwho+/d2y9jzUrUNqMo80IIYQQQgghhBBCCCGhYAMjI0fz0qU5l16aPW2aZc706V0FBfY8QggZWSCAFZx7i8/pqn7qbT3R8bv9al//rMfv70zOzp9yXZArdfWa9reTujLy7ZUKIm9grUviHOtG1hoHe1U88D9rltJZUGpPJYQQQgghhBBCCCGE9AcbGCGEkF8cZgDTh1g1fbUgadsD9KzsI6YGrV8Ze08pv/u5tpi1oS7TFXkDa/z8J2uYY+t9PQ3N9tR1dCRmqOnWgJafYu2phBBCCCGEEEIIIYSQ/tjQG1hbYmLN++9Xv/de29q19qSoYq2/Rq1/zRp70hjH09TUlZurHld3cbE9iUQbT3NzV35+87JlXYWF7vp6e+oQCKwwL0/t5HzVyEDxtLQEdp41awI7z7oT6JHwhAlgFh0JqSm7Hq0HSDP3PbP2lU+cBWX20NAMpoFtNdFdgz9SOhLS9OkQ2cAIIYQQQgghhBBCCImcDbeBdWZlOQ48UF47KnHixLbERHv2kOnMzk6C9U+YEMX1S8qeeSb5yCOlDT/8YM8LQfGDD8IizcuW2fMMvB0d1e+9lzFlyorx4+UjUsbvvnve1Vc3/vST3+ezR/fFVVubctRR67/QUUdlnnuuPS8E3UVFsEjOpZfa88Lid7tTTzxx/YJHHply5JGljz9uzw5LW0JCny8azOxp0wpuvbVpwQL1hezFgtG2Zg2sqvCOO+x5YWmJjc298sr4PfbAJ3nXXXOmT2+cP98eFxnezs6a99/POOOMFVtthSvcbbfcq65qnDfPvMJQhORde618gBHaGhdnLx8BedddB4trrac37aST1NNS9uST7amp9jIRo17BtJNPDqxNvFLFDz0USeNpT0pKOfpovVRQA7vKLbc0/vxzmF2lddUq2M/X3+5PtWOr/3saG+119fTk33CDHBAwxArlF21ZscJevi++rq6ajz7KPOusFVtvDTtP3K675l5xRcP33/s9Hns06Uu/AczCWViesfcUPUyZc+yl8kpd/dIWu9axVeALqf+Hb2DtgZF25ap6bDZ8ibJbn7RmJY6b4CyptKcSQgghhBBCCCGEEEL6YwNtYM6KilXbbbd8k02yL7649pNPaj/+OOfSS2M222zFVlt15uTYg4ZAYP3bbx9Y/9Sp9vqnT4/i+oHcK67Qn1BbVr35pj0vBJlnnw2L1H3xhT2vL7Wffhq3yy4w2DRx4sTmJUvsZQTO0tLlm24qR8btumv4D3k70tNhkbX//ncknws3/PCDXMpy1R//GD5ZWTT+/DMsGMaV221XfP/9PqfTXrgvTfPnw/annnhiPw85IyP5sMPkIkF17LdfhAcU1s6Zo55nWNw0ce+9mxYutJcZCEkHHQSrisSGefPs5SMg6eCDYfEwrvnHPxq++85eMgLUo4bXSLnq97/3dYcLCRbNS5cu32wzWDaUK7fZpmjmzKCrbfj+e3MbBqSrutpeV09P8uGHw9xIrP/2W3t5Qd1XX8XvvjuMNFXflY0//RR5sPmFUPfmF5EEMAtvU2veadc6tton/4zr21clDfTJ9La2Zx5wTuCrnHNz+J7t6+xO/+cka5Mc2+zf8MkP1tfye321L39khTRl1qEXMG0SQgghhBBCCCGEEBI5G2gDSz/llOWbbFI7Z459v5emhQtjNtss6ZBDQh3SFDnpkycH1v/ZZ/b9XpoWLQqs/+CDh75+YPgaWOHtt8Ow8OZdfTUEp5FsYJlnnSWX0tZ99ZU9IjQDamCWa/7xj87sbHt5wUAbWN2XX5qHaoUy9le/qnr9dXvJEBTdcw8sFd7cyy+PJBNKNrQGZpl9ySU+l8tePixZF14Iy1rWfvKJPSI0A2pglgl77qn2anv5dWyYDazkwQcHtFWB5zxEDP4F4vf6Undbf4bDQACL4DvL29Jm3xo4fqerMzkrkh+PTV8vlHEu68Bziy69O2PiGXpK4rgJ7asc9mhCCCGEEEIIIYQQQkgEbIgNrCMtbfkmm2Scfrp9X1Bw881qVvPy5fb9QRFIOGr9U6bY9wUFt9wSWH/osw4OjmFqYGVPPQVjIjFt0iRv2/qPdEesgbmqq2P+3/+TS2nTJ0+2B4VmEA1MGf/nP7uqquxVrGNADazk4YflyAjNu/baUCssf/55GByJqSec4GlpsVcRARtmA1NmT53a767irq2N2WILWNAy9fjj+118EA1MGfenPznL+lzhaQNsYJWvvTaITUo5+mhPU5O9il82vi5n0h8OtpJS2t9P8nVvQHXQ7/WV3jQrcdyE9dFLOm5C5cOv9kT732cQQgghhBBCCCGEELJxsyE2sOq3316+ySZVb71l3xdYISTCK0iFovqddwLrD1ahGufPD6x/1iz7fpQYjgbmbmgwLwUUicmHHebr6rLXMoINrOKll+Qi0pgttnDX1dnjQjC4BqY0Y2fkDax+7txBV5CqN96w1yLwNDWt/N3vYGQkJh10kLez015LBGywDUwZ9Ftbop46WESrdhUZloIyuAamTDvpJLkbbGgNzNPcbJ3BdaA69t1XZu9fOKXXP6rDUvk9z/f7g2tE8furZr3u2GZ/vYWWSb8/qHb2ZxvWphJCCCGEEEIIIYQQMhbYEBtY1euvL99kk7q+J0K0aFmxQs0qeeQR+/6gsD5hr/30U/u+oGXlysD6H37Yvh8lhqOBlb/wAgyI2Xzzorvv7khL87S0+D2e7uLihu++y73qKpnKEidMgE/DR6yBqTFyEbDs6aftcSEwG1jBbbfZ83p61OPtKiiofu+9NX//OwxbvtlmXYWF9rheImxgzvLyoMlh9Q47qC+t9p/mZcvqPv+8aObM+N12gzHKwLXlsrLsda0jcBxP32Ex/+//Fd5xR0dqqqe52e/1Bl6177/Pu/rqlb/9rR6z9j//GdBBYAqzgRU/8EDxgw9KSx56CKZ05ebay0eA2cDqv/5abb9lS2ysejlSjjoKxijVwwl/OEvixImwiLTfb0+zgann054XONrGq3aVmg8+WPOvf8kxATfbTF4OsGnRovjdd4//859B+dJYrvr972GMpSy7ZgMrvv9+eP5N5ck81fMJ+63aeQpuvbU9OdnT1BTYeUpKGubNy7v22pXbbKPHrPnnPz2NjfYqSODKW125x19m56VxE+rf+6ZnUGnJU9dk/tBw1zYEmVhdD1/C7/W5axrsOwZqfOVDLyeOtw8Iq3vrC09Dsz2PEEIIIYQQQgghhBAyEDbEBta8bNnyTTbJveIK+76g5KGH1Ky6L7+07w+K5uXLA+u//HL7vqDkkUcC6w925a2hMBwNLOeyy2BAyaOP2vP64m5oyL/hBjVgzT//6a6vt6euY2QaWNuaNXKRmC22SD7sMH1Xmbj33uHXEL6BaTyNjfF//jOMLH7wQXt2LxE2sPQpU+QYy5zp073t7faIdfi6ugpuuglGKpMOOQRWm3f11TCm+P777Xl98TQ1Bc78uemmCX/7m7u21p4aMWYD83u99rwoYTaw1lWr7HmCwMkk+z7byraEBHu2QXtysixYaleBkLZ2r73CX7EvfAPTeJqbE/76VzlMWXjHHfbs0KgdD5aqfvdde15ozAY20Gu8WWeClQa2Nth3jXpoapZ62uP32MM8Fyjx1DZm/Oc0qzAlbXdA29J4e0bEVD7yauL4CZn7nuVparUn+f0lVz+YOG5C7omX+5z2Re/8LnfB2Teqr1J4wW36G9Db2p59xFQ1sfTGWaH25NYlcY511wZzlfdz4CMhhBBCCCGEEEIIISQUG2ID83s8a//zn5jNN2+JjbUn9dKRkbFi3Lj43XcPdVK4xnnz0iZNso7ASD/llFApa/36Y2LsSb10ZmauGD9eLevt6LAnRYnhaGApxxwDA8Jfxqz+m29clZX2HcHINLD866+X49NOOqnmww/lFGV7UpI9OhgRNjCFecGtnEsvtef1EkkDMx+jMuuCC8I8zPzrroPxStjH1BeCAU0LF9rzgtHw3XfO8nL7zkDYcBqY3+1O2HNPGFn99tv2bINAvBEj1X5e9/nn8FqESWiKCBuYonL2bDlMmXXeeeH3ZMVoNbD0006DNTT88IM9LxiNP/3UXVJi3yF96c4tTt7pcCsypex8ZHdOkT0jAryt7UnrTlfY8PF31kRncYXjd/tZEzviU6yJnSnZjq33tSaqAdbE1oUrE3v7lhrv6+q2JgJsYIQQQgghhBBCCCGERIUNsYEp2hMTYzbfPGbLLQvvuqt5yZKmhQuL7r47dsstl2+2WdPixfYggd/jyb7oIutz4ZXbbKNPVpZ+2mm+7iAfMrY7HPb677zTXv8999jrX7TIHhQ9hqOBZa17vNqCm2+25w2EEWhgvq4ueXI2ZfU773haWmJ/9Ss5Me/aa+0FghF5AwtcxqnvSLUb2PN6iaSBFd13nxygjNtpJ/MIMIl6mAl/+QssBfktZ/p0GBD+UQ+aDaeBKcz9v2jmTHteX9R3K5x/svLVV71tbSvGjZMT1dMYZn+LvIE1LVjQ755gMloNLO+aa2ANOTNm9Lu1JBTtKx26WqX/+9TIzzformnQl+yqf8v+sdyVlqtzV9tSu9F2xKU4ttrHmtiZap9ms/m7JYnj7PMcsoERQgghhBBCCCGEEDKsbKANTNGyciWcqSzhL39pDhbAFMW9xWLNXnu1xdtntWpbs8ax//5qYuDj8mC0rloFh6fE/+UvQQPb0BmOBlZ0770wQJkxZYp6CD6XfSauSBiBBlb31VdycOxvfmPFpIwzzpDTV/3xj2GqQOQNrPqdd2Bk7lVX2fN6iaSBrfnnP+UAZSRXibMuZSeN22UXee0r62SbYPqppzYtXOhzOu1B0WDDamBXXQUjQ50BsuGHH+RLE/vrX1sXQss6/3w9Ubnq978P2rYtIm9gtZ9+CntC9iWX2PNCM1oNrOzZZ2ENyrSTT1b7c5hng4Sh4ZMfrEOylHmnXBXh9wgbGCGEEEIIIYQQQgghY4UNt4EpfN3ddV99VfLQQ8UPPlj35ZehPud1VlTEbrnl6h128DQ12ZN68XV2WpUr1JnT+qz/iy+G73Pk4Whg6kHBAO2K8eNTTzyx9PHHW1ev9ns89gIhGIEGlnrCCXJwxumnW9Pr5syR05Xq5bBmmUTawHy+9FNOgZGVs2fbc3vpt4F5mpthgFI9ant2aLqLiswF5dW82h0Oc4DlinHjUo8/vnTWrNZVqwZaR0zMBpZ9ySXZ06ZJc8TtQOEL+6KbRNrAfL41//oXjKz54AN7bl/SJ0+Ww9JOPtnaqoa5c+F5q/34Y2sRk0gbmM+XceaZcpiy/IUX7LmhiVYDg1dEvhzKwEXs+l4sqiM1Neb//T9YiWXsb36TetxxJY8+2rJihX8gCZzkHDfdSk2O3+3nbWmzp4aFDYwQQoZCW2Ji1RtvqF+mpU88ETiPd9hrfBJCCCGEEEIIIUNkg25gEVL56qvLN9mk/Nln7fsCq7IU3n67fX+UGI4Gpkg+4ggYY7pi/PisCy9s/PFHexmD4W5g3SUl8MF97Zw51izzdIjpkydbs0wiaWCe1taCW26BYeYxQ/02sLbERBgQ+5vf9FsTA/h8K7beWi6obFqyxJ7bi3khN9MV48ZlnX9+w7x59jIDx2xg4XUccMAwNbCyp56CJ1MZ9NpvzvLymC22kMNq3n/fmmWeDjH1+ONDbXAkDUytsPDOO2HDVm63XSTXAoxWAwtv4j77mIclpZ10EgwzVftq5rnnNnz33UBf0F8g3dmFjt/a4Spv0pV+bz+fwzZ9OT/n2EtT/nSUtcjQTd7xsOwjL2745Ht4sSJpYH6Xu+7tL3NPvjLtryck/eHgjL2nlN40qyurwJ5NCCEbHl35+emnnQZvCx377lv76afyXVbT4sXqvav6TW3fJ4QQQgghhBBChsAG1MA6MzPrv/mm+r33LGvef1/fDmrDd991pKerv5nzrr1W/QndEhNjr0jQVVCgZmWccUaPz6cG18+dqxY011zT965l/bffdmZl2SsaGsPUwFy1tfF//jMMC+Xa//ynaeFCe0nBcDewQAIRI1f+7nfypH9wjruYLbZw19XZ8/piNrC1e+0lj5tJOeqoldttB2OUcBCYot8GpvYlGBDf33OiWfOPf8gFlWqvs+f1oh6gedmwUKrHqB64veRAGJUGVvHKK83Lllmqna3qrbeCZtrEffYJ+o++K156SQ5bsfXW3s5Oe15PT860aXKu2lVc1cHbgNnA1vz977CrwFXHLCtefNFeRVhGsYG5GxrMHSyUamTDDz8M9GX9RVE0fabOUe2xa+2pwfB7fUWX3qOP34q6Befd4neuP4Cv3wbWnVecMeF0vbjWsfW+VbNe50EVhJANk4r//Q9+VWnjdtop87zz0idPjvvTn9R7sPg99vC0ttqLEUIIIYQQQgghQ2CDaGB1X3xhni0tQhP+8pe1//mPuhH4tNegzeEIjPnrX9fstZdeZEAm7LlnzYcf2qsbLMPUwBSepqbsiy+GkSHdbLPACdb6MrwNzOdL+Nvf5MisCy6wZ/VS/803cq6y7Omn7Xl9MRtYJBbeeae9vKDfBta0cCEMULtBhC0hccIEuaCy9rPP7Hnr8DQ351x6KQwL6WabFd1770BLxqg0sAitfu89exUSn29t3x8CgXQtNqnxxx/hRQl1hTazgUViwc03R/gMjGIDU3haWwM/T/o+FSHdbLPCO+5gEQlKd26xPggs+7AL/Z5wFwOr/+DbxPHDFcAsqx6brffA8A3MWVwR/li0ivteGui3MyGEjABhGhjIBkYIIYQQQgghJFqMfgMr7P1AOWbzzZMPP7zwrruKH3zQ0rpMVxiLZs5MOeootaD113LeddfZaxSUzpplzVXDUo4+uuiee9SC/a7Z9r77Uo87LnbLLdXiuTNm2GscFOpxWZuhLXvqKXteCMwGFji5WQg6UlMLbrll9Y47wiJBhfzmbWuDz9NX/u534T8/NRtY4sSJQRcJHFAlhikbvv/enteL+uqxfc9xl7j33kFXNdAGFrfbbvXffmsv3Jd+G1jr6tUwYNUf/hDhZ8qBf78sFlQ2/vSTPa8v6mksuO22uJ13hvFBrXzlFXuxyNhgG1ggggb7Qq1xcRCu4OJw3vZ2OM/k2r328gerOwNtYHG77FL35ZeRP/zRbWAWnVlZhXfeae5sQS1/7jl7MSIov+NpHY2avpxvTw2G3+lK2elwa6Rj632LL7+v8rHZoawybsBtafGVD+gOp76Er7PL+orhGpjfn3OsfQ0zZdL2BxZeeFvZnc9k7nOmnqg2sjMl2x5PCCEbDFYDW/vf/+Zdc035s8/mXnXV6v/7P/kLS8sGRgghhBBCCCEkWoxyA6t6443AH7q7794WH29PGiDtiYnx1pnlNtsM+kpLTIxVsOL+9KeWlSvtqQOkMzMzcZ991EpKH3/cnjRwyp58MrCFwqJ77rHnhSD1uONgkbY1a+x5oenIyKicPTvrggvid9sNFteu2n57uMQCXJhBPZNhPnxXtK5c2We81ZCCkXv55XJYzOabV731ljzhZM3776/997/lGGVbYqK9vGCgDcxxwAHeEJ+e9NvAAqfQ7DtAPSeepiZ7dmi87e06ymrbU1Pt2SFQ+1jV669nXXhhmDNbrtx2W09Li71ABJgNLPuSS+T5AJU54nbgmKrhb2CZZ58N12bT5F9/vRyp9kn1w0HuKkrzGLvWuDh7ecFAG5j6Bvc0N9sLR0C0Ghi8IvLlUBY/+GAkx291ZmerJyp76tT4PfaA9WtXbrONu6HBXoD04uvoTN7hUKsYZUw8w+8Od7W/7uwiXaoqH3qlZ2DfKP1Q985X+hSLOlyFaWAda9MdW+9jzUr/1yn6AmB+j6fywZf1wWr5Z97A4/8IIRsajfPnq/fq8k2mt6Oj7Jln4J90JB96qHqrOdC3JYQQQgghhBBCSFBGs4H5Xa5Vv/997K9/PcTLbqnFrdalzDrvvMpXX6187bXsSy6J6f0cPGbzzdsSEuyhg8JVVbVy221XjB8/oAghqZw929o8bdb559vzQmDmEGd5uT0vMjqzs0sefnj1TjvBepQ1H31kD+pFvQowoCsvz54XjNpPPoHx2RdfbM8TeNvaVmy1FYyMxNwrr7RXIRhoA1MmHXSQvPaYpt8G5vd41G4pByjrv/nGnh2althYWHPsr37lc62/zE+/dObklDz6aNwuu8iVWFa/8449KALMBha+aw6CATWw+F13Nc8JqfG2t6/83e9gkUhU3+bmZ2SDOBeiY7/9fF32ITj9Eq0G5ne77XlRQn3bls6aFbR/q5+K9iDSS8vPsYnrIlPgJISA31/zv49yT7w854QZyqxDL1ifqRyZ9pgo0ZmaowNb5gHnWF9R3dBfERpY9TPvWNPVgPZVDntqL+oHV+5JV1hzU3c72tcd5KcfIYRsgKh3Ss3LltV88EH91193FRQEPcibEEIIIYQQQggZHKPZwJoWLVq+ySY5l11m3x8CuVdeqValS5ildURO4KpCQ6bkoYfUqmo//dS+P0BaVqzQW2UZv+uu9rxgdBcXw/jYX/96cJ+Yu2prreulSfOuucae3Uvq8cfDgKrXX7fnBcO8vFnRzJn2PEHNhx/CsAhd9fvfm+3KbGCZ557bvGxZ4EOT998vuvtus+Qp1XR7eUG/DUyRNmmSHKBMO+mkfv9JcvbUqbBU8uGH97uUibuuzjzmaUDfKaPSwBInTkw+8khlylFHWTeyLrqo4Oabm5cvD/8k1H3xBR54F5mrttvO29lpr2UdZgNLP+209bvKzJmr//hHOdey4JZbInylNtgGZuFuaHAccAB8rVCnoPzFUnLDo3ZJ+s3e3bnF9tR1tC1LcGxlFzKwMzXXHhQlutJzdQMLKjSwkqsfsqan/+sUvwt3oYYPv7Pmqu3XZ1YkhBBCCCGEEEIIIeQXy2g2sIqXX17eX26JkOp331WrKn/22cb58ytfeaXy1VcbfvjBajBDOYehpvHHH9WqSh56yL4/QLwdHTFbbKHWIG38+Wd7tkHx/ffD4PRTTrHnCTwtLZEcG1T+wguwtsAH4gKr8EmTDjzQnmfgbmxc8dvfwvi2tWvt2YKBXgBJah4zZDawgttus+f14q6tVZsNY1aMH+8sLbVHrCOSBlb93ntyQMDNNlM7lT07GIGLnxkhp+zJJ+3Z6/C2tla99ZZ9JzSVr70Gq8o466zIM8aoNLDWVavseQMk9dhjYVWRW/3++/Za1mE2sLyrr7bn9eKur08+7DA5QBk7blx3YaE9Iiyj2MC8bW2B6/n1txuo5wR2xTT1A4T/rF6QsfcUuyT951TzRIgdCamOrezzDYIj3MBSdj4CUlbJdY9Ys9L+eoLficeY1r39lTXXsfW+vs7g5x0NhbOiwkrFoewuKnJV97042aDwezwtsbGwcldNjT07LP1vZGFhVDZS4Swvr/noo8Lbb9dnKC197LGG776DkwlHit/flphY9vTThXfemXPppWpt+ddfX/LII+rdhRnyI0f9YG9ZsQKehEiM/MhXV1UVLNuZk2PPWweM6cjIsGeEQP30g81uTUjQh/6Ycweq/L2vVtuyciUMiMRIXhe18raEBPWeM/eqq6ydpGjmTPVTujM7O/wP6n63qjUurrukZCi/uM0XrjU+figrtL5z1VvKnMsuU480Z8YM9e6x9uOP1a9Ue8RAUJtX++mnhXfdZT1vypKHH67/5psIT02snkD1lgMeYCR629vtVZj4/R2pqeXPPVd0993WN2netdeqb9KGuXMH+V1PCCGEEEIIIWTDYFQbWO+VsWuMj7AHgfqzWa2q/Pnn7fu91M2Zoyaqr2LfHwJNixerVRXfd599f+CYn/In/O1vQS/S07p6deyvfgWDgz5LmWefrWaln3pqV264j2VLZ82Sq1LCEUUtxvW9lOUvvmjPFvg9nsyzzoKRCX/5i/lZT1de3uCO7LEMHHTVl34bmMJVU7PS6HM5M2bYs9cRSQMLena+VX/4Q0damj2iLx3p6WoujF+5zTbm+TOzLrhAzUqbNCnwGVloyp97Tq5KmXXRRfa8CBhDDay7qMg6bengTDnmGHjt+m1gCndd3cptt5VjlIFnuL+8pBjFBpZz6aVqwdQTTgj/EXOQgHrmmZE8tI0Yd01DZ0p2y08x9e98Vfngy/qSWsVX3B/0mWmeu7j4ygfUXGX+6detPxficDawvFOvsb6iZcl1j3Qk4NUE69/7xt6YcRNafo61p/bid7qyD7vQWlXqX473GYUsPNZv5H5dtd12GaefXvPhh4MuN+o3jnndxJzp0yPZRStffRUWDKrayPQpU2o++MDb0WEvGTl+f+OPP6YcdVSoU6rG/vrXmeed156UZI/vD19XV8mjj8bvuiusRxv7m9+o79A2h2MQ36TqVTB/VUVi+DMeS6refhuWzTV+q1b3HaN+uoZfv7u+Hn5ZJ/z97751e5R6azS4B6WV//pErXbldtvBgEgMf5pu9Sah7OmnE/76V1jKdtNNHfvtV/HKK6F+zqu9IujB66bqLVbhXXd19HdhURP15hBWpXbdrgL7CoIDwtvWFuoszcqYLbZQb6LUO6uIdmC/v2nRIvVbDK9Eu87YLbfMOOOMwMU+w67N1929escdYdlIDPqd63M61Zsu9VTDYK16W54+eXKLepMz8G9SQgghhBBCCCGjzmg2MOuyUhUvvWTdzbvqqtyrrrJuR0LBTTdlnHVW9XvvKXMvv1ytKvfKK627lkV33aUmZkyZYt3Nvvjifq/CJSl+4IGM00+3btd9+WVgU19+2bo7CAJnezP+qF67114tMTH2iN7PRCpfe23F1lvDsKCXIqt85RU9IGbzzdVDa5w/3/y8r2XlSvNzluIHH7RnW/h8aktgzPLNNiuaOVN+3Y709LSTTsJhm2xSeMcd9ghBycMPw7D0007T/9rXFLJfzBZbuKqq7HX1EkkDU5gf46pnD44wiKSBKcwKpVyx1Valjz/ubmy0B/X0eJqby59/3mxvypJHH7UHraPqzTf1l475f/8v85xz1OMy/1Vy6+rVZlELel7HUJgNrKuwsLu4OLzu2lp7+QiIVgMre+opWE/65Mmwe0jhUm1qV3GWldnr6iWSBqaQr4Vl7LhxzooKe3ZootXAuvLy4Pk3lbtuzQcfyJ0n48wzG+fNM/9xetuaNeYng/k33mjP/sXgrq4rve6R3BNnpP9zUqiDupQt85bbC4SmIy5Zr2FYG1jbknh7ajDcNfUl1z6sL2OmTNntmLal9iLe9s7iK+7Xra5w6p0D/aw2wgamVb9ZKl58UR+7EznW72tQ7bSRHJkUYQPTqo0sf+GFyP8FgPqVp95XwE+GoKrvweL77ut3ze0OR8Kee8KyQVW/x7OnTg36L2PCsGE2MKVj//193SGPRBzrDaw1Pj7olRdN1/73v0HPBhx5A7NUv+nyrr02wmOkFN0lJeYh+8rC22+3R0SMekMSt/POsB7TmM02U9878OsYUO92si+5JFRdlqq1Fdx6a5jLqUaxgXVmZprnDA9q4G3b2WfDu1NCCCGEEEIIIRs+o9nArKqhe0zCnnuu3G4763Z4GufPTzv5ZPl3aeQmH3po3Vdf2SsKy9p//3vFVltZt6tef10tWzdnjnV3EPhdrlD/XnjV9tsnHXxw4t57rxg/HmZZlj39tL2WdbQ7HOaxYko1Ua0q/dRTs6dNyzjzzDX//CcMsDT/QXGoa3fFbL65WknyEUeE+gRETTc/lPF7PDB+1XbbhT/qJev88+V4JZzEMsIG5u3oWL3DDjjyllvs2b1E2MB6fL5Q5+iL2WKLNX//e/KRR6r/q9sw1zLlmGPg49H2lBToN5b2q9YbfjLOOitIj+w18sMOFGYDi8TAxfMi/tw8Kg1MPUXwSeLKbbcN88mpImfaNDleWXz//fa8XiJsYL7OTnOvDozs7xmIVgOLRLVXWNvTmZm5Ytw4mKuM3XJL9VqnnXKK2nkyzzlH/dSCAZat8eHiykZJ3qQrdSsKZeqfj/F14aUHTUa9gfm6ndXPvZv8x0OsYVLHVhNzjr6k8MLbUnY5Uk9M2v5AZ3H/NRcYaAOzVL9uBnQmNE9jo/rFCiuxrPviC3tQaAbawCzV95G7rs5eRWi68vJC/fgNZeoJJ4SpVm2JiQOtL+qNUOR1SrHBNjBlwa23hkqkY7iB+f1qJ4z9zW9gcBjVr/iajz6C3ywDbWCW6v2Yp6nJXkVYrHetpgl/+5v5z25C4ver9QR9txnKuF12MU+VadFdUuLYbz8YH1715jNUcIpWA+vIyBjoeuJ33XUQh+URQgghhBBCCBlFRrOBta5erf6YzLvuOutu0sEHx2y+eb//qLzsmWfUUjFbbpl67LFF995b/OCDEVo0c2bKMcfEbrmlWjzooUuA+qs4frfdrNvWUU1NCxdadweHerzmCaD6Nemgg8znJOjxWBGaNmmSvRaJz5cxZQqMjMSgl8hSTxQMy774YnteCKyzWUrX7rWX/MwowgamMD/JXbnddp7WVnt25A2s99ozq7bfXo6MULXzmNekMU9MFLmpxx8fdAtDMVYaWPPy5fBaZJ5zTvhtCFycr+8ia/7+d/k9EmEDU5iHggVOXykO8gvKqDSwjN4Tnw7OlCOP7Pfn6sZH0rYH6CZkmvrnY7IOOb8zMd0eHZbRbGB+f/PcxRn/ta9eZjtuQvq/TukzRTpuQu2rnwzox4XF4BqYMu5Pf4r8BGt1n38e6igQ9VOu38OqBtfAlHG77BK++jhLSwf30z5x4kQdbyS+7u6QJ8oLa/zuu0deKTbkBhazxRbqF7c9oi9jt4GpNQ/i5L2xv/kNnP14cA1MmXrccT5nP+Xe7/GErLmbbipPPxCeipdeCnXGwjCu/c9/zBOluqqqQv1TqvAGsl+wo9+i0sB8Lpf6/oUBkRi3006RZHVCCCGEEEIIIRsIo9nAOnNy1F+SWRdeaN21CkH4f1FunZMwfvfd29assScNkI70dOujgcrXXrMnhSB2yy0T99nHup1/441qkcDlOoZG5auvDujTk4S//a27uNheWOBta8u++GIYHIlxf/pTt7hWvEQ98xGeDcZ2s81KHnnEXrgv2RddBIODpjKJr6vLPDhAvsqRNzBPa6t5ZkJ5qFDkDUzRkZGhXgU5uF/VDhb040Vve7t1PaeBGrfzzt1FRfZaImOsNLDcGTNgJf0epunr7jY/Hm1dudKePZAGpr6PzM9G+w3ko9LAvB0duVdcAfttJK7ecccBHVay0aAbWOFFd7TFrO1wZDpLKl2lVZHs4X6vr3zm8+n/nJT2j5OVqbsfqwvTsDaw1D8fY31Fbeoex+nTG1rmnnxFR1yKr8sZOPPh+D6zlMk7HNrw0XeDCGCKQTcwZeLee4c/fFMT5kdT7Lhx5j8dAAbdwJTqF1yo0y36nM7ABcCMRZSxv/qVesvhOOAA9dsz1Ddg3rXXmpm57osvzF/3sb/5TeoJJ1indc04/fTVO+2EA37968Z58+xVRMCG3MCU6gEGPY5njDYw9Tsu6MHcSvXKJuy5p2PffePUa9p3P1G7QdlTT8EeYjYwtZFFM2fa/2brnnuyLrggcd99g+xym27a+NNP9lpC0JaYGObgrcyzzuqJ4F9FBM43EOzgY2XM5psn/OUva//97yCXQd1225YVK+xVrMPvdof6N0AxW2wR/+c/B76/dt011Ntj9XbX7/HY61pHVBqYejdoHsqvnrqUY4+1v0nPPFNtGA7Ycsvazz6zV0EIIYQQQgghZCwwmg3MVV2t/phMO+kk627O9Onqbrh/Tm5dtmqzzdSf9/aUQeEsK1v5u9/F/elPYa404G1rUxuTcvTR1t2sCy5QdyO5VlC/1H31VahzHoLpp5xiXgZMUjtnzoDyzJp//jP8v9ZXXy7CI8xWbL11/ddf24v1xd3YCB++9HsiRIvAVSLEUsrcK6+05w2kgSlKHnkEBsftvLP+iHZADUzhaW3NOP10OT6MalcJ/0/46774Ys0//gFLhXHN3/8+iIYxJhqYp6kJPmLr90SIFmrHkEsp1c6jtzzyBqYoe/ppOVK5+v/+z/w37JJRaWAW9d98E/Jf9wcz4a9/7czMtBf+haEbWPldz9qTIqZtabxDXHZLOqwNLLxZB53Xumi13B86U7LVo8s5fnrmfmflnXpN9XPveeojOk9aUMwGlj1tmrw6XfPy5ZWzZ6cceWTQFJRz6aX9HsXVmZUlfzsEPn3uuyrzGoqA2cCyp07ts5ExMZWvvx4IWsE2MvBherCNLH38cXO8+nFU8eKL8hiU7qKigltvjek9mlwas/nm9d9+aw9aR+a558KwtEmT5LUkA/j9bWvWZJ53nvXpv3pCaj/9NPIfwgqzgSX85S+dOTnyOQlqJL+ULYbSwJRpJ5/sN95rhW9g6kbpE0/og/i1OTNmwGFJ8XvsUfzAA2pWSd+RMsOYDSx+993VrghPiCk8RWqb1YJyPZbqZ7L6tS7zald+fuGdd1pxJWgAU5gNTP24Nt88qG86s/QEzrQc9uXLv+EGOR5+z6qv2+/hzmqAeu8hl7JU715qPvhAf3X13dQSG6t+T1nfPkEDmKLylVfM48lW/Pa3ZU8+KU8l6iwtLbrnHvM8k2pZ9UXtQeswG5h6V9+RlgYvoql852++l1A/OrDE+/3tycnqh6H9gm6+edXrrw/om5QQQgghhBBCyKgzmg1M/QWr/p5MOvhg627R3Xeru2EO8FJ/3KoBGWedZd8fAoW9X6t52TL7vkF3UZEakHn22dbdlN7rQpn/EHVwuKqq8q65Jtb4HE0bv9tulbNnR3T6Mp+v7vPPU448MszalHG77FI6a1a/58+xqPvqq1BXFVKqv/8zzzmnK8T1HhTmVSj6PRGiReAcd30XXPX73+siMqAG5qqpMf+xdvlzz1lzB9rAAqjn+csvHfvvL5fq42abpRxzTNOiRfb48Ki1ffVVytFHh/mX2sq4nXcuefTRSJqQyZhoYDXvvw8vRL8nQrRoWrwYFly13XY6XA2ogbnr6szrbKlvFnt2MEaxgQXw+eq//Vb9RAp1OILl6h13LHnooVBHvfwSGEoD60rPc2wdvEuNSgNL32ty4xc/9/iG91NXs4HlX3+9Pa8vag8McpjOppu2LF9ujwhB6WOPyUWSDj00bdIkOWXtf/9r9hKJ2cDyrr3WnteX+rlzV26zDQxWG6l+Ptgj1uEsLzePQo7fY4/ukhJ7RF8a5s0zv/vUlsNv2IQ994QxXbkhdx71w1P9mq56882BfrZuNrA1//hHdL/xh9jAlIFfvn0fV/gGFgr1LMFRO6nHHttveTUbWOCaWB0d9uyIgb3XMnvq1FDvrNpTUuL+9KegAUwRYQNTNC9eDNk1/s9/9orTOwOepiY4PEttA/yaq3rrLXt0CNRLJsdbpp9ySvB/4uP3q7esq3fYIWgAU+/HzMPFApcN63tySI36Dl2x9dYwXn03edva7BG9mA0sfvfd5VmvI8G8Plnb2rX2PIN2hyPhL38pe+YZ9VvYnkQIIYQQQgghZIwwmg1Mof4sX/P3v1u3rQMyGufPt+6a1H3xhRqg/pi37w+B+q+/VquqfOUV+76B+ltXDci94grrbuJ//6v+JrduRwtfV1fTwoWljz2Wc9llGaefnnHWWTkzZpQ/91zr6tX2iIHg7ehonDev5KGH8q+/PnvatJRjjsm++OLACp9/viU2NqKc1peugoKqN94ouO22nEsvtU4Lo27XfvqpO+zJKhWd2dnNy5ZJneXl9ryw+N1uWFCpP6hyNzbCrPDHtLUnJ8N4NcWa5TFW1R7x5c27CwsrZ8/Ov+GG7KlTU446Sj3J+TfeWPPhh4M7RtDb2dn400+BV02tUL5qzz3XEhPT70d7YVA7MDzGSOxIj+jySBbmlxjox0+dubmwhlAfOgOBXWX5clhWfzbnaW6GWWE+ela0p6TAeLhmPqB2PBjf7wncFGqdsFQkdqSl2csbqB8gjT//HNh5brwxsPOob9KpU9XOU/bMMy3Llw9l59k4GEoDU7StSKyaNbvysYAlVz+ozzo4rA2seMa91leU1r76SfhjPqJF5A1MofZnswOln3ZamN81vu7uuF12kePVD7rA+Y1lsd500/DffZE3MIX6mW8eU5J+yinw3WF+3L9i/PjwPwyr33vPPK6lafFie3Yv8X/+MwwI/4Mo8M8dBhjAFGOigcWOGweH74+5BqZ+u5nHY6WecEL4f1qkfiuF+o6IvIEFzgy57bZy5Irf/jbMO7GGuXPlzrn6//5PDYZ/2JR08MFhYrO3rQ2+VZVr99or/JMWapMC+0/ff7Oivitb4+Ls2cFQPxbghVbWf/ONPbuXqDSwxL33lmtQhmlgisDLzQBGCCGEEEIIIWOQUW5gcX/606o//tG6Xf3uu+rvz9qPP7bumlgfsphnRBkEgSOBNtmk9Ikn7PsGgQNNNtmkaOZM6676Szthjz2s24QQQjZwhtjAJB1xyY6t9rHWNqwNrG1JvD11NBhQA1OUv/ACfLS94re/DXP+3sDhLOKj+dhx49x1de7aWjhRW8706WFS0IAamCLwoGAjt97a0yTOGOn3m+cXzb388vA5yu/xJE6cCEtlXXSRXCq19/BxafLhh0fSywfEmGhgykB2EsfxjLkG1hITE7P55nIlK7baKsJ/tBGUyBtYYGTf46jUKy5PIdgHvz/1mGPk4MD5DHy+8hdflBNjf/3rMP+KqHX1ajjyTD129QzYsweE328elZ557rnh/2GWek3NI6cDR0WLpaLSwDLOPFOuQenYb7+hvKyEEEIIIYQQQjZMRrmBJe69t/pL27pd/+236u/Pipdesu6a1H/zjRpQvu6Mdvk33phz2WXW7UgovP32wEWDeqn97DO1qsrXXrPumgT+cbr6Wi+8YN1Vf/+rP4yt24QQQjZw2MAGykAbWOA8osYpBM3LYmmyLrxQjkw56iirXsDVFlfvuGOYhDPQBuaurzfPqyYvZtldUoLHim26aWfok/1qaj78EOpaID6JU9cW33+/nGupvlbm2WdXvf564ERwAz/qy2SsNDBl4GJs604oPeYaWPEDD8g1KFOPP77fLx2GyBtYd1ER7MPxe+wBJwbUdOXnw3eldXii2t/gSrTqLbG1iIl5RdU1//rXQJ8xC1dVFRzEpr5rwh9rZdEwdy6c0ziQuERij0oDM48BVcb+6lfpU6ZUvvJKR0YGj/oihBBCCCGEkI2DUW5gKUcfrf7gtP7sb4mNVbdLHn7YmmXSvGyZGqCPzXLsv7/6U9+6HQkJe+4Zt/PO1m3rc7S6OXOsuyZVb76pBtR8+KG67WlqUrdTjzvOmkUIIWQDhw1soAy0gSms3+DSorvvtuf1xVVTAx/NV73xhjWr4bvv4MPuus8/t2aZDLSBKdTvblik8I477HnBju+J22WXfmOMoiM1FS7oqB6gLBMdGRnhr/i46o9/zDznHPU8uGtr7WUGjtnA+jXj9NPthSNjcA0s64IL8GyZm25as+5A/9FtYP2afsop9sLrMI/qK3/xRXveoIiwgfl9vpxLL5XDlFkXXhjqOKry55+XI+N23dXKQmo8HLkYCIHBkptCPXw5Upl3zTX2vAHSnpgI3wWrd9jB09hozw5NV14elL/YcePkYZRmA+vXlGOOsRdeR3dhIeyH4Krtt8844wz1Y8dZWWkvQwghhBBCCCFkDDLKDSzznHPUH5nOsjJ1uzMnR93Ov+kma5ZJR1qaGqD/FE87+WR11xf2+vmSldtum/jf/1q3rX/l2rRggXXXxL442U8/qdtd+fnqdua551qzCCGEbOAMpYH5Xe6iaXc7freftQbpsDawoKbvNbl1SVxUjhkKzyAaWOGdd8IiWeefb8/rS/V778mjpuRZE90NDZDHwhxhM4gGVnTPPbCIeuNhz7MOQO97OJdj333DXCpJ46qthQNrlK6qKnu2wu9X72dg5UGN2WKL9ClTAldIGvirvME2MPUmquLll2P61k31Nsw6Bd+Ya2Dxe+wBY8yDmbqLi0sefrj4wQeDWvnaa/owOEX4BuZzOjtzc+u/+SZwSsC+u1Dsr37VmZlpDQN83d0Je+4pBwdOfrBup1IbIGep1YY6vWHC3/7WZ+Qmm6iX0p43QJqXLoXCHeEhZe7GRnh+lPKKelFpYOrJCRyv2XcLgxqz+eZpJ53UvGzZCPwoJoQQQgghhBASdUa5geVedZX627I9JUXddtfXq9vZU6das0ycFRVqgP70Sv1tr+6qidbd8Pg9HjU45eijrbuBT6bU13U4rLsmhbffrga0JiSo261xceq22lRrFiGEkA2coTSw1oUrE8dP1BVKOvINzDL3xBkdcYFflIDf6erOKWpfmeSurB3ih7ODaGBlzz4Li6RPmRJkM/x+OAYl7aSTZLrIOOssORcO+JAMooEFrlvWdxF5YaHaOXNgrnqfEMk57rwdHeZZFuEaSz6nM/BGJYJP2ANuumnO9OkDPePchtzA/G53+qmnwnTH/vv7urvHXANb9cc/whhnaak9bx3NS5fKK96Ba//7X3mOSrOBReSmm5Y/+2yoE/Thdbw23VRNsef1/jszqLbq+y7oqlbvtJMcpmz44Qd73gBp7L34rjSwA0TQmNXzs/r//g+WbU9OtmdHq4GpH05ud95114V54fq46aaZ553naW62FyaEEEIIIYQQMkYY5QZWdPfd6q9K63IF6k9xdTtt0qTeOUHwdXaqAfqchAU336zuBs7XHwHuujo1OOOMM6y72dOmqbthLnydM326GmAdoNb444/qdvEDD1izCCGEbODoBlZ0yV3O4gpnSaWvM9KLJDkLSpO23V/3J+loNbCA4yYUnHtzV5ZdWdw19aXXP5q8w6F6QPpep9S++onfvf5YkwExiAZmXjco8+yzzQbWnpLS56P5TTap/eQTe14vDT/8AAcMlTz6qD2vL4NoYKWzZsEigXcC6zay7osvYG7yoYfK43VC4WlthcPXlNDALBp//jnpwAOXR3BAmDLpoINkKemXDbmBqemuykozVBTefru7tnasN7CO9HR73jqGu4HF/uY3pU88Eebx5syYIcfDyRX9Pp/jgAPkALUBQU9LqBaUw5S1n31mzxsgTQsXwqoSJ0zwicvmhUJt+eoddoBlh6OBWTQvW5Z8xBHwUyiUiXvvzQxGCCGEEEIIIWOLUW5gZU8+qf6e1NflWrnNNo4DD7RuByV2yy0d++9v3S55+GG1bMuKFdbd8HRmZanBuZdfbt1NP+00dTfURcUV6VOmqAHWBxY177+vbg/6VDCEEEJGGN3AwKTtDkj7x8kZe0/JP+P67uxCe7RBV0Z+9dNvVz42W1ly9YOJ4ydYiw9rAyueca/1Fdf70Mvp/5xkzbV0bL1v8eX3tc5fkfKno+R0bc6xl3qbAlcAGiiDaGDW0djSnGnT7HmConvvlWNWbrcdXIjI09wMx1QFgkGwg0UG0cCsf9EilYebB/6NS98Pvtf+5z8+p9OeHRpneXnsuHFyweWbbupparJnG3RkZBQ/8EDy4YeHv0iYMvCIQhzoY7KBNzBF06JFUEBjttii9tNPx1YDW/P3v8OYxp9/tuetY1gb2Mptt5UFyCRwaF3fh2mevaDqrbfkAKWaYs8TmJfQK3vqKXveAFFv0eE5CZS50O+9Na7a2lXbby8XVN9f8ti76DYwi67c3JJHH0056ij81jbMvuiiSI4WJYQQQgghhBCygTDKDawtMVH9MZk2aZJ1fe+EPfdUWrOCov7ijd99d+t25SuvqGUbvvvOuhue1lWr1GB9Jfzkww6L2XJL63ZQko84Qv0NbN3O6O1hEcY2Qggho0724RdBHDJN/9cpkRw11RGX7NhqH2uRYW1gbUvi7akCX2d31VNvJW1/kDUmEvMmXen3DPjz2YE2ML/Xa54zTa3Enr0Ob0fHqj/8QY5Z8dvfqt+wyUceKcXzCm66aXtSkr0KwUAbmNrIuF12gUUqXnzRnq3ehKxdC4VGbQkkuqC0rlwZs/nmcsHVf/xjJGcy9HV3Ny9fXvrEE4FLPQU77kRtgDvY0TlBMRtY3K67Ni5Y0LxsWSjNA5jCM8QGpghckq3vYXBqm+HZG8kGpnaJxp9/hqdF2pGWZi+8jvTJk+UalEUzZ9rz1jHcx4Flnvf/2TsL8KpuNo5vjBlTph9zZ8o2NtzdXQYMZ8AY7u66IcOG25Chw93bUheglNKWQmmpe0vd+P69b5qm59x7e4uW7v09efr0Jjk5OTk5Sd78T3J+MrOLYPaunho196uvNE+ZS9mymjhulSrpv37n1bOnGgdOs3mp5SRevqzZgBE/U0NDRbBpbp0/b/3MM+qBtq+8khYeLoKNaWD4GXnwoOZWqo72XbcElHPsuXMBc+deqF1bU1HJ2ZQoYWYnCYZhGIZhGIZhGKaw8ZA1MODeoAHsyctt2qSGhcEat33tNRGQg3evXtdGjKD/YdKfe/ll+j/c8BmP4JUr6ad5og4eROTs7ygYcPryS7s336T/fYcNy/5seF4QweH999Ojo2ku4GKdOiKAYRiGKfQke/v5/jT00ldNTS0II5d8Nf95zIergRFpIeF+fXOXo0nnWaF95Ob9scfOBYycq+6pGLnJordDVAqqgWV/fEg3O5xw8aIIziHqyBFLv7WT13n16KHfVrGgGlicg4NGNYFT19OkRURo5ujhwnfsEMGmoZ2cVedaoUJWWpoItoyUmze9f/lFv01i6KZNIkZ+6DUwp88/V7WWu+fuNbDMxES3ihU1ETTuQWpgjp99VtDvrvlNmqSmAOdStqxmvWBmcnKyn590YVu3qnvr5auB4dIw7HT44AM4U4/MtVGjjHxvD2Rl5VvCRp31M8/oN/AMWrZME8329deN7pqYL+kxMRoJHA41SgSbxn/2bM1Rzl9/rdYQvQbm8OGH6XF3sgTWPKkhIVcHD9bfEd4cgmEYhmEYhmEY5hHi4WtgsKvpa/lWTz1FX9egNWGScy+/7PLtt/R/9nvTj4k8Rx87hv8D5syhn+YJ3bQJkUM3bKCfsJydSpem/2E2O7z/Pv0vsXvzTesSJegtVOcyZdIiI0UAwzAM80iREXcr+cr1uJN2kX/vCZr21/We41yf/15oRZv3i0g60sOjU28EpdwIitlzQsa/rxpY1NZDOJ10GbHaHcMSXTy86vagyHA+zX7NTM6dhccFur4gkvKq3a2gS8EKpIFlpaZeqFNHE9/x00/1uwh6tGypiWahQzet13IKpIFlpaVdrFdPE9/xk08y836O6GL9+po42YtjzKpZqSEh+u31ro8fL4IlRuWKvGRlZFyoVUub1NixIjg/HgkNDCR5e5vfs7GQa2DZe/rlVXyRk+gTJ0SwMTTLwvLVwNTPd+E5Ct+5E0NTNQIcBsmJly9THJXEK1f0Uq6FTr5kJslevKXbDPDa6NGW1Gc9l9u21STlgqIwe68x5LZ/+23NUZrm6J5pYJY8pJmZtCGE6nz69RPBDMMwDMMwDMMwTKHn4WtgICs11W/SJLv//Y8MS802KaoGdqlZM0QgRSreyQn/Xx8zhoLME7hoESJHHjhAP7O/K1a+PP1vVAOjyQ4Y4ciYmc1nGIZhmEeOS182Ia3Ir88k/RxoZmKyT5O+LiWE1KS6+6qBaZzr898HDJ+jeSkkbOlmCnUrWT4tOEz45uA/aAaFnn+zSmZS/h+1UrFcA8tKT786aJB+9VJ2d5y3MFMCAjQbmhXIhW/fLhLKwXINDJn0HTpUv9mgfiVN+M6d6nodctkfQDIxOZ6VlubRurUmPi4z+fp1ESOHoGXLLtSqpX7EyCia76XBXR04UITlx6OigYGwzZuNbitHrpBrYOmxsRrFJTudTz4x84LU3WhgRLKfn+0bb6hx4C7WravfvfDG9OmaaJa77NLIe148O05ffKGJZvP887HnzokYOjJTUpCHRC8v8Vsh+uhR/X33mzDB1I3D2b26d9fEx6Bds0HlvdLAUC3PV6mS5J1Pwx4wb556Ljj1s4IMwzAMwzAMwzBMIadQaGCCzEx6ZVtjRasaWPauQY89luTjg/+Tb9zA//qPfhvlxpQpiBxnb4//M+Li8P/FBg0oSK+BZcTHI0JBvxvPMAzDPBL49ZlEWpF76YZZqdoVP7FHrPW7DpJ7kBpYtivxXXp4ni3IrvccR0EeZZrrcx698ygOoQiZiQUTQizUwBLc3bN3MNYJYHZvvZUeEyMi5ZAtWeliWu4wJNBMlFuogSVcuuTeqJGRTJYqlR4dLSLlkHHrln7RidUTT/jPnq2fpk+Lispe16JL+VKLFprIKChrw2Kacy++6DdpUlpEhAjIS2Zysmv58mpScP6zZong/HiENLDbWVlXunbVRJOukGtggIaRGuf05Zc0ItWQlZkZvGqVKsHegQYGwrdv164/e+KJeCcnEWwAdUD/0bsCuMcfj7GyEmnlkP2g6YRhmxdeyN4mNK8qD1L8/bOXez7+uP177+m/koXyR4FrkrIqVsxvwgT9G2bpsbHZlUT3fF2oXVuzNPOeaGC4d+dKlsSxNs89d23UqNTgYBGQF+QTNU09F5z8wDDDMAzDMAzDMAxT+ClMGtjt214GiUvzqqmqgcFGRYQ4h+yPpmTcuoX/L7drR0HmuTpwICKr4plnhw4UpNfAkq9fRwTLX8RmGIZhHiFiDpyWKtctu9yvQxGp/sEX3qpOoRr3oDWwZ79NvRkiohoIGPEH+Z8vVU3dCJEImbeOQt1eLpeZmGfHv3zRa2BOX3xxpVs36Tw7dXL67DP99DSc1VNPRR8/LhLKISsjQ7OaxPbVV6OOHo05c8aoQ5BmPzfrEiVSQ/Jcvl4Dc/r8c20mS5c2nsknn8QpREJ5QeY14go552++uTlvXszp08he9LFj10aM0K/LgbMrVSrl5k2RloH0mBinL79U49g8/7xHq1bIf6ytLcYYmcnJGIpE7N59vkYNNRo5GuRYgl4Dw88rnTurZXKle/c8Pw3Okm+eEfdMA0OxREc7fvqpJia5B6mBnXvxRW0RKc4r55+wrVtFEgbSIiMdPvpITYec9dNPI7Wwf/6Js7fH8DVsyxa/yZNRLTXR7kwDy0xJcSlTRo0Gd6lp06z0dBEDrdnZs5piwfhWfbI0DtlTI8N5tGmjUbYyEhIw8NZEI+dWuXLQ8uXRJ08iKVw1Ckp9bB0//livJKFYrJ99VsaRDqXkP3t2zKlTSArP4PUxY/RqNBwKSi806jUwmxdewONP907runeXtzV040ZKAaWtkZ+RyUvNmgUuWhRrbZ39kCYl4SGNPHDgojHV31RjwjAMwzAMwzAMwxRCCpcGRhJX5P48H2hRNbCA33/PtjwPHaKf1s88c6F2bfrfPJ4dOuBA2rXm1sWL+F++PK7XwG65uiLC9XHjxG+GYRimCJERE+/2WiWSi3zbDdGvbEgLCovcvD9y0z644Nkr5ffA4k5lLya+hyQ4ubu+UJYSD5y8hM54c9wCKdFpNLDILQfkSq+gKUvV/frSgsMvvFODgi6Xba1fJWYevQZmufObMEG/c2C8s7Nmav5Sixb6olbx7NRJjQ93Y/p0EWZAr4FZ7rL7dNNnvzZypFHlLF9nVbx45L59IhUiK8u7Tx9NNMudU+nSqlhiHr0GZqGzcB9pcA81MBDv5GR0e8wHqYFZ6HyHDxdJ5JCt5dzp3p53poGByAMHNEvBrJ9+Wt0vwbNjRzXUqlixW25uIswYSb6+Ni+8oB6CnKRH5VlvCmKtrHAiNZqFzvmbbzRbmoPs3Rp1C8sscVZPPBG6ebNIRUGvgVnoxOA/Kyv7kdeFWugc3ntPv+yVYRiGYRiGYRiGKbQULg0s4I8/YFvKlzQJVQMLWrYsO8Lff9NPGMAu339P/5uHPnpPH1aJPnkS//tNnEhBeg0s+vhxRAiYO1f8ZhiGYYoWN/pPI7nI7ZXyqTeChK8xUm+GuL70I0X2qtsjIzZeBNw1GbcSfNsPoZRdSnyXcl2sJYo7Ze/6nFDdNBpYalCY2ysVKMj1hR8CJyxMj4zJysiMt3L2KNuK/OGCJi8RB1jMnWlgVk88cW3kSKM6BC2/Vl3Erl0izARRhw9rPs2VrRwoG6bdmQaGTPoOH64undGTmZREuzEXyCFlv8mTNdJaVlratREjEKSJbJF7/PGIf/8VCVnAI6eBAQyu9B9geyQ0MOA/c+ad3dkrXbqou/lZroFlpqQ4f/21GhPOs1MnGtCmBAZqN8MsXTqfnR6zstwqVFAPgQtevVqEKgSvWGH91FOamPk61/Ll9TuOZiYne7RqVVCZGfXE1JN7lxoY0rwxebJVwa8u2z3+eMi6dZQNhmEYhmEYhmEY5pGgcGlgsCphXt6cP1/8NqBqYLfOn0eE89Wrk/Hv/NVX9u++S0HmcatY0fbVV+n/K126IJHIvXvpp14DC9u6FRFCN2wQvxmGYZiiRdJFL7kAy6+XkWVMKl61u0l5yfWlH91LN3L/vNGlz7P/mnJqqKmYUlqDu1yubVaamOo1o4GBkLlr5VIwcm6vizVt5Nw/qZ8RZ2Qy3Tx3oIHZvv569rJsY0WXHhtLH9rJjfzqq0an+FUy4uLQ46tHnX38cXVRyx1oYLavvRZ58KD5+0tkpqT4Dhmil2dMuXMvvpi9o6CJlCMPHED5aA7Jxz3++I1p02h4YyGPogaWlZZGryWp7lHRwEDoxo2adVTmnfUzzwTMnasRcizXwEDY5s2aamnz3HPJ/v4IClm/XiMs+fTrR0eZIfTvvzVHYZCcpfs6F8DFFkgGu1ivnl4AI3Dfr48fr1nTZsbZPP88rs7U43C368AMRJ88WeBPqT3++LURI8wL6gzDMAzDMAzDMExho3BpYFGHDsHCvD52rPhtQNXAAO1qeKlZs5SAgAs1aliXKCECcrgxffqNGTPEjxwcP/7YqXTptMhIrx49cLhb5crSrtZrYIELFyKOZktGhmEYpihxtdUAEo3cXikv12AZJdnrutvL5aTIdM+d6ws/3LLNVXrMa2BZqWnXfh6pkcGkO/+/qrfszO2EZooCaWDnXnnl+pgxmo91qUTs2aOZtc93I0TCq2dP9Sg49NpSZyqQBnauZMlro0frv05kntBNmyyZWz9fpUqCh4c4xgQZ8fH+s2ZppA5TzvbVV8O2bLGkiFQeRQ0MpAQG2r35phr/EdLAQMLFi9mfkspvVRNye6Vz58QrV8RhCgXSwDISEjBSVSPD+fz2W1ZammvZsqonHjrzGyESyX5+Ni++qB5o/cwzSb6+IjgviZ6eeHjz1YZxOYFLluQrDoXv2mX/3nuaY/XOtVy5eGdncYwx7okGBvAE3VywwMKk8KwFr16db5VjGIZhGIZhGIZhChuFSwOLc3CAkendu7f4bUCjgcHudfn+e0SzKl78nMGGh48IM2D76qtqfOJcyZLWJUrQhxwc3n+fPgxG6DUwv0mTEC3O/h5/94VhGIYpPCS4eMilYEa/CqYSb+V86YvGUmq6h+7Ce7Wi95xQlxOZ18BAVkZm6IL15/9XVSZCzrtR72RvPxGpgET8++/5GjXIXcDfmjXFT/lPjRqXmjXzmzgx6ujRfGe6/aZMkUeRizpyRISZJc7W9kKtWuqBnh06yO0QI/bsUYPIZedWcSKTR46oW88ViIyEhKDly5EN/feQ7N56C0OUmDNnLFlYRmTEx4dt3erVq5fjRx9pUoPDsMStcuXgFSsy4uLEAQUB4x/3xo3VyzfjREEZbmjwypUiifyIPHhQpFCzJqWg17eiDh0ScXIcLlmEmSD65MkLtWvL+Fe6dMlMSRFhJkjw8LhQp448BM532LB8VUMkiyqhHnXBWN0mhwuU1Slo2TKRhDGyMjOjDh9GtvUap9VTTyERlFKSt7eIrSM7Vy1ayHPBef78c6bp78CFbtokY5LzaNky0dPTvWFD1TP7YclPSswmKwsVMvdAQznIbcaNEmtldXXQIJcyZTRiGCrwxfr1g1etymcDRgVcZsjatRfr1bN+9lk1KTi7N9/06t49+vjx/KXN1FSP1q1zLyHH0R0UBUv3N6fekrv5558iCYWMxMSIXbu8+/Z1+uwzvbRp/dRTruXLBy5apP9qGsMwDMMwDMMwDPNIULg0sCRfX1ibMGvFbwMaDQxcbtsW0ez+9z+yTlMCA0WAgXMlS2riZ6WnU0x679itYkURYECvgV0dMADRzExeMAzDMEUAucmh68vlMqLzESEy4hOith66OXaB6/NCObvaekDQjOVw/oNmuOSoVn6/TIBP8IzlN36d7PKcWK3lP3A6xbzeZZRLiWwfuKDJSyLW707XnTdfDYzITEiK3n08eOYKJBv654aky76WCzOMJWDwkHDpUsyZM+RSg8x9N84SMpOTk/384uzsshM8ezb52rWCLvxiCiHJN27gbuKe4s4mX79etNcJJfn4qLJfyNq1IqDgoKASPT3l85USEFAYWrDM1FTc0DgHB3pIYZjwzocMwzAMwzAMwzCPOoVLA0uPioJFfaFmTfHbgF4Du1CjBqKlhoZeat4c/2j2I9JrYGnh4Yjm2aHD7cxM/OP48cciwIBeA/Ps2BHR1LVidwmSkkY+uQR3dxGWgyZOvIuLCDCNMNEVJwIM6EML5BIVCTAtKkoTaonTb8iDi9LE0bhbrq4pN83tSCbJNymjzvw7vLcuXAiYO/fq4MGenTpdatr0SrdufpMnh6xfb2a/L6Nk3LoVvm2b36RJXt27uzdpcqVLl6sDB/rPmhVrY3NnU2NiwlRxSVevijCzpEdHaw7Uu3hX13zfvreEOHt7TcpJPj4irCBkl9727UZKz9qaNyBi7i2xR22kmnXxg9pZqRYtG0oLjXTN2RcxYvUO8kxy93Z94QfyjD/tSJ4J9hdk+okXvcgzZt8puY1hZlKeRcwSCzUwhmGYB0/QsmUYJJNzeO+99NhYEcAwDMMwDMMwDMMwhZLCpYEBq2LFnL/5RvwwoNfAEAGGd1Zmps9vv+Gf6GPHRIABvQaW6OmJaPRpB9vXX7d99VXyJ/QamHvDhmeLFRM/7gVRBw/SZIF07k2aiLAcNHGsihePOXtWhJlAv7GS+gqt48cfa0IL5Lz79hUJIW+HD2tCLXFulSuL43NwLVdOE8eos33lFa8ePWLySnoasj/FoTswX2d0M66s9PTAxYsdPvhAE1l1yHnErl3iANMkeXt7tGyp3z5LOlRmFGxqaKg4wAKSb9xAbdSkk122FrwuHX3iRL4fLIGzeuIJ1x9/vDFlioUCpJ5kf3/9x0LcKlUq0BKHpKtXPVq3pg1LjbpzL73k3bt3Qb/uwzBGSXL3Pv9mZdKZXJ//PmrbYRGQH6yBMQzzXyZ7aJHT46Prt/ClHIZhGIZhGIZhGIZ5WBQ6Dcz2tdfs335b/DCg18AQwebFF/GP3+TJsMDDd+4kf0KvgcXa2iLajenT8b/Tl19aFS9O/oReA3MrXx6JiB/3gjvQwODs33knPTpaBBujqGpg0l1q0iT5+nVxcF7ulQaW5Ovr/PXXmmim3PkqVRLzLjpUuTFtmuZz/aaczfPP+8+aZeGePwF//KE5PNtZNutkoQYmHfKP+54RHy+Ot5ib8+Zpksp2yKTFS8H8Z860euopbQrGHEov+1kuBDsmMY8uaUFh7p81IJHJpcR3oUs2WV6jWANjGOY/S7yjo0uZMmqnbMm+BQzDMAzDMAzDMAzzECl0GpjTF19YlyghfhjQa2DWzzzj8OGH+CdwyRKY35pPu+s1MJKXgpYuxf8XatbE/6q2pNfAsn0M6d8r7kwDg7vUvLkINkaR18DgbN94I/uLKTruiQaW5Otr//bbmjjmHWpj9IkT4niF62PGaGLm6zzatMlMNj4DnktmpoPuLpO7NnKkiGOagmpg5Jw+/1y/j6U5MjNNVTbfYcNEHLP4TZhQ0Hx6tGyZmZQkjmeYgpARd8uzSkdSmOACJyy8nVkASTUrNe3ih3Xp2LhT9uSZER13/s0q8HF94YeUqzfIM+VGkOtLP8LT7dUK6VFiu7AEJ3fXF7KFsQvv1cpMSSVPDayBMQxTqIh3dja6xh2DorSICBGJYRiGYRiGYRiGYQolhU4DO1+tGoxqVRvQaGCZiYmI4Fq+PP4P37YN//vPmEFBhF4DC1m/HtHCtm7F/x6tW+P/JF9fCgJ6DczmuedcvvtO/LgX3LEGBhe4ZImIoeO/oIHBOZUurf9g1T3RwM4bPixXUHfuxRc1XwiLOXv2DqQmON/Bg0USJoi1sjKVcnalzW+nwTvTwOCsn3km6tAhkUp+xNrYmMzke+9l5ZfJ7MN1+yha4nz69+fVYExByUpNu9p6IMlLcP4DZxRox04i0c3zWqfhoQs2qMfGnbTz/WloxIY9arWM2XvSt92QmH2nVM+INTuvth4g9TM9rIExDFOoMKWBXR08ON9enmEYhmEYhmEYhmEeLoVOA7vcrh2M6pSAAPFbp4GlBgcjAmlI2VP8urUmeg3s5vz5iEafDfPu2xf/xzuKvaqARgMjje1CrVri973gbjQw62efTXB3F5HyUgQ0ML/Jk6W7OnCge6NGRrcTDFy8WCSRw91rYDFnzuiVG5S2R+vWvkOG+E2Y4NW9u0vZspoIVsWLh27aJJLIgRYXapzTl1969ehB1+XRpg2qsSYCSiPfL8l7//KL5ijVRR8/LuKZ4I41MDjb114zugJPj3efPppjVRd19KiIZ4KLdepoDoFz+uILUXqDBl1u2xYPtSaCyw8/pMfEiCQYxmICJy2WWxFe+3lEVkbhmr3NiLsV8seayz+2pRzCedXuFrpoY5aJFWMMwzAPAL0Ghp8Y3uhfUWIYhmEYhmEYhmGYwkah08B8fvsNpnW8k5P4rdPAEjw8EOFKt274/9aFC9n/d+lCQYReA7s+fjyiJVy8iP/9Jk3C/+oaF40GlhIYiAgerVuL3/eCu9HA4Jy++MLotm/mNbCIXbtC1q/XOJIDVWf/zjvwD92wQY0GF2dnJxIypoFZshGfHr0Gpl/Hk3z9uj4aSkATU6+B6ZMyz/Vx4zQpuP74Y1pkpAjOITUkxG/CBJsXX8yOU6xY0F9/iYAc0mNitMuYihUL2bBBBOeQlZERfezY+apVKY7z11+nhYeLMBNkxMXZPPdcbrKPPab5ebl9e/NXrdfA3Bs0QAkn+/mRS7h8OXzbNs8OHayeeEKNRs71hx8yU/OZec+Ij7d5/nn1KG0m27Y1k8n02FjtqVF6a9aI4ByyS+/EifPVq1Mcpy+/TA0NFWEMYzFZqWkX3qpG2pL7J/UzkwvX7G3qzVCP71pK9Ut1V6p0So9k0ZdhmIcDaWDo350+//xi3boYF6kvqzEMwzAMwzAMwzBMYabQaWDZXwbKu3ZEo4Fl75z22GO+Q4bgf9Kr3Bs1oiBCr4H59OuHaGSu0yfEwjZvpiCg0cASLl1CBO/evcXve8FdamBwRvNjXgMzSoq/v+YQ56+/FmGmeZAaGEi6elW7eqlYMc2ns+5eA/No2VKTQsTu3SJMB8oNmQ/4/XfxW+GWm5smty7ff28mM4ELFzp9/nlqUJD4bZrQv/9Wk0UtpadDOpvnn8+IjxexjaHXwLLFXWN5S/T0dPrySzUmOaOXrBK6aZN6Cof33iOZWTpkMj0uTsTWkXDxokZBdC5TxszGSnh+nUqXTrl5U/xmmIKgamBwN/pPu4ONEAtGVlZaqFZZN0paeJT7pw1k3vTO4/tWhU20YxiGYRiGYRiGYRiGYZhCTqHTwG4uWHA2r0al0cAi9+5FBPoGWGZyMv53q1iRggi9Bna5bVtEy0hMxP9hW7bgf3VvPY0GFmttjQjXRo0Sv+8Fd6+BwYXv3Cmi5lBUNTBg//bbmpiJV66IMAP3QwML++cfEWaMrPR08V9e9BqY05dfms+MqaQ0yEVj5Hz69791/rzmXEHLlonYxrBcAwOpYWH2776rRoZz/PRT8yKBXJtFzufXX7NXZ+aVtYKWLhWxdegjO33+ufmPi2SlpYn/GKbgBE1fJvdChAsYNsdMDU90vexZvt351yv5D5yRFpLPwk09mYnJXnV74Cx+fSbl+8mcm6PnyVy5f1I/fNWO+DOOoYs3XXi3pvQPmrFcxGYYhmEYhmEYhmEYhmEYxgIKnQYWunHj2cceC1y0SPzWaWAh69YhQvDq1fTTpkQJp9Kl6X9Cr4FdqFnT+pln6H+Sc/wmT6afQKOBRfz7LyL4z54tft8L7okGhutK9vcXsQ0UYQ3MWbcmKdnPT4QZuHsN7OrgwZoUUBNuubqKYIvJ/kBdXp0J7tro0Xf5kYwkb29NsvEuLvB3+uwz1TP7o2umL7xAGhiIPnZMfy3qrpgaknx8rPIqWLSLqdPnn6uebpUqmZIZUkND9dswXhsxQrPsj2HuGVlZgWMXqDKY/4DpRr8KFnfa4fwblWU0t9cqBU1fVqANCeOtnV2f/x7Hur70Y2aSuQYh1T/I7ZXydCKPMi3So3O/FJgWFHbxgzoUdPH92pn8YTCGYRiGYRiGYRiGYRiGsZhCp4FFHjhwNq9GpdHA6ItWkfv20U/7d9+1ff11+p/Qa2DOZcrYlSpF/8fZ2+PwqwMH0k+g0cBC1q9HhKDl9/J1+3uigcG5Va6sLiZ4iBqYd58+8ptSRp3RD5hZqIHhWKsnn1SjWT/9dFZGhgg2oNfA1M9c6V1qcLA4Mge60Xp3vkqVG9Onx9rYGL0EPVnp6fbvvKNJBM721VevdOsWtmULzi6iFgQ8Ampqjp98QjKS/4wZqv/ZYsWSrl6lQ/QUVAPDKZy++EKND+c3YYII1XFj2jQ1puPHH1P99J89W/XPzqSPDx2iAbcVT1+eyAZn+8orV7p2Ddu8GbdVRGWYe4VOBvPrNV4jg0XvOen60o8ygnRur1XyHzwr6bLv7Xza2mziTtq5PJetgcFlJpmTdWMPW7k8J/KDo4RvDlHbDsncJjhfEr4MwzAMwzAMwzAMwzAMw+RHodPAknx9zz72mMsPP4SsX0/OpkQJ+3fflT/dKlVChERPT4rv8v33VsWL0/+EXgOzK1XK6Ysv6P/06GirYsWcPv9cJmj7+uu2r74qf16sWxfpx1pZUfx7wp1pYB4tWiBvGk9VkHiIGli+LurYMXGwgoUamK9uhRaKQoTloNfAzLvspUh5z5UeF2fz/POaaKqzfvrp89Wr+02cmODuLo4xgf+sWZpjNc7+vfeudOkSunGjpbpaWppmN8hro0dTUPYHtPLKWmbW5BVYA7t9+9qYMWr87ENatTJ6SHYm84p/10aMoCCUmGaHQ99hwyhIT8DcuWpMvcPjf6Vz59C//6btTBnmHmBWBovYsIfWb5Fz/6yBSwnxv3SXf2wTPHNFvJVzRqzJb/JZroFF/XOQomWvGEvQ1vOkSz6uL/5AEaL3nBS+DMMwDMMwDMMwDMMwDMPkR6HTwIBXt26aSXCNu9y2rYh6+/bFBg3gkx4XJ34b08Csn3pK/WaY75Ahamp6d7FevXy/3VIg7kwD8+nXL+rQIY2nVfHiMWfO0CFFQANTF2/Fu7iEbd16vkoVTZyzxYrF2dqKJHK4ew0MhKxfr9/6z6hz+eEH/ffYJOkxMS7ffac5xKizef55n/79U27eFEeaIPr4cU3GEjw8RNjt285ffaUGZa9iNFFd70ADC92wQY0Pd75aNaOHRJ88qc3kpdwVKqhXapDDe++ZeqbSY2NRvGpkUy679Pr1SwkIEEcyzN1gQgYLnb9eClcIDZq6FM9X7BFrzyqdZEyN86rZJeW6kYfacg0s+t/jMifJPtqVo0jHNSedW+cKvF8rwzAMwzAMwzAMwzAMw/xnKYwaGIi1tg7dsEGuzVJdzKlTIpKBK507n33sMXWnNY0GlnHrFiJcbNBA/DYQ5+Cgph+qpB997Ni9FcDAHWtg8NcrdvbvvZceHY2gIqCBWeJuzJghjle4JxoYCFy0yPrppzWRTTm3ypVNbWyIgqUVipY462efDVyyRBxpjCs//6zGdy5TRs18wJw5aihc9PHjIiwvd6CBRezerTkERW1UY7vSpYsazfmbb9Ro+tVdUUePijAdKTdvnq9aVRPflLN+5pmbCxfmW9UZJn90MtjlH1rLn64vl4vctC+3pmVlxZ2yv9qyvxpfOu9GvfUfFbNcA0u66CVXel1tNUDd+jUrJdWrZlcKcitZPj0q91NhDMMwDMMwDMMwDMMwDMOYp5BqYJbjO3To2cceU9cJaTSw5Bs3EMGzUyfx+2FwNxpYZnKyy/ffa4Job8Air4FZP/20/8yZ4uC83CsNDCReuXK5TRsLlTD7d94xtYorKz09cPFix48/1hxiyvlNnCiOzEtaeLj1s8+qMW8on8cDiZ6emp0GL7dvb/Tq7kADC9u6VXOIW4UK+kPSIiI0mdRcDkrVSpPJtm3NnDorIyNo6VLHTz5RDzHjro8bZ/5CGMYidDIYuQtvVdN/l4tIDQwN/XODV53u59+oLON7lGmelZYmYuRguQaWlZF5uVxbmdq1n0ekBmR/wjD5yjWf5v2kv0+TvpovIzIMwzAMwzAMwzAMwzAMY4ZHXgPznz377GOPRe7bJ37rNLB4V1dE8B0yRPx+GNyNBgYSvbxsnntOExq4dGnR1sCsnnwy3sVFHKnjHmpgRFpERPCqVZfbt7f73/80x2rcxTp1zCcVa219bdQo5BCXoDk2jytWzOhn54JXrtRES752TYTl4PzNN2ocm+efz4g38lGiO9DAbv75pxofLnsNpe6QkDVr8kQrVizJ11eE5eBSpowaB5lU9yw1RayNzbXRo90qVMi39GJOnxbHMMzdkJUVOC6PDHbpi8bJV7QPnZ6sjMyA0fPEIZ83ykq9cw0MxJ2wdX2+LEUm5/ZKhTw/X62QdCl3xTPDMAzDMAzDMAzDMAzDMPnyyGtgQcuXn33ssZD168VvnQaW/dWixx7zy7uS5gFzlxoYCNZIDob99M699JLG07y8Ae6VBubdp4/8jpdRl5mUJA5WKOg6MLcKFTJMqCZ6DUz9tJjepQZnL6qwkERvb9Qozw4d9NIjuXhnZxHVLBkJCdEnTtyYMkUjWUnnbkxectV8HKtYMYcPPtA4I5ro4sXieIU70MAut22rxofz+e03EaagvZVGM/n883niIJMLF4rjLSAzMREP742pU53zamnS5StGMoylZGUFTlrs8ly2DOZVt0d6eJTwz4/IjXtJoLrwdo2slFThm0OBNDAQtmSTjK9xri/9GPn3Xq7wDMMwDMMwDMMwDMMwDFMgHnkNLHzbtrOPPRbwxx/it04DC9+xAxEKNPl+z7l7DQxcbt9eE0Hv8p0hvVca2LWRI0VYQdBrYOdr1IBz+f57uzff1ASRu9S8uTg4L3oN7H7MDmcmJfnPnGn1xBOac10fM0bEsJiEixdRLTXp2JQooRELE9zdNaqVhc7ojoUF1cBSg4M1OxzChW3eLIJzSLh06WzefQ4tdKgARj8tli84o0vZsprUrEuUyEhMFDEY5q7JiI2nHQgtJ/awFSlnbiXLZyanCN8cCqqBgdiDZz2+bUGHSHe5Qrt4KycRg2EYhmEYhmEYhmEYhmEYi3nkNbCYM2fO5tUkNBoYLRQL3bhR/H4Y3BMNLD021uG99zRxNO6R08DUDMc5OBjd4TD66FERQ+FeaWBZ6eniP9NcHTxYcy7Pn38WYTlYkk5qSIheOkoJCBDBBlCwmgiWumLFEj09RSo5FFQD8+rZU40Ml73L4q1bIjiHa2PGaKJZ6ooVS7h8WaSiYMknjlJDQ/ViZPKNGyKYYR4GCQ4X5QaGepXrDjQwkJWRecvufOiijUEzlocu3pjg4nFnjRvDMAzDMAzDMAzDMAzDMI+8BpYSEHD2scfcKlaMOXOGnM3zzzt+/LH86d64MSLEOzqKAx4G90QDA3H29lZm19880hoYSI+LQ340cZxKl9ZrJPdEA4s6csThww/j7OzEbxNov3312GOX27cXYQay0tIu1KhxdeDAzBTtQhANtq+9pkkq6epVEXb7Ng7XR7Dc+Q4dKhLKoUAaWMDcufolaJ4dO2riZ2fy9dc10Sx3VwcNEgnlkF16tWv79O+fmZyPSGD3xhua1BK9vUUYwzwMUnz9XV/8kVSutJuhwjeHO9PAGIZhGIZhGIZhGIZhGIa5VzzyGhi40rWrZmZc4y7WrZt1Rzuw3SvulQYG/GfO1ERT3aOugYE4W1u9EhO2dasIzuHuNbCUmzdtX30VB1oVL36lc+cEDw8RkJes9PRLTZuqJ4Lz+fVXEWzg+rhx5O/wwQfBK1eaUsLi7Oz0l5YRHy+Cb9+OPHBAH8FyZ//uu5rlaBZqYImXL+s/AwZn8+KLSdeuiUg5RB06dFeZfOedrLQ0kZYBv0mTKMjh/feDV6wwpYTFOzrqBeD02FgRzDAPg/SoGNeXy5HKlXjRS/jmwBoYwzAMwzAMwzAMwzAMwzxcioIGdjszM3TjxhtTpvhNnqx32ZpEaqqI+ZC4hxpYVnr6hZo1NTGle2AaGI660q1bvi41LEwkYcASDQx4tGihieZStqwmpl4D05wazkvzs3v3oL/+osOz0tLOV6uWJ4VixdwqVrw+fnz00aPxzs7Jfn4Jly6Fb9t2vnr1PNEMLmTdOkoHRB09qtGEbF97zbNjx5D162POnEm6dg1JxZw9e33s2HMvvqhGg3P85BP1ujxatswToVixOHt7HG7KOX/zTZ74jz0WdeiQSMuAXgOzf//93ALp1u1igwYOH36oRlBdqO5LYMCjdes80ZBJOztNxlTnUqZMnviPPRZ54IBIy1gObV991bNDB5Rwdun5+iKF7NIbP/7cSy+p0eAcPvrIkk0UGeb+gQb5/BuVSeUKnLgoctM+1d0cu8ClRPbXwlgDYxiGYRiGYRiGYRiGYZiHQpHQwAo991ADAyk3b54rWVITmdwD08AsdOpGf8BCDeyWq6t+pRHyIIINGP1yWL7ucrt2dPj1sWM1QZa7c6+8IhdvycVkd+b8Jk6kdEBKUJBV8eJqqF750xDwxx9qfDiPNm3UQ/QKk+XOq1cv/dlTg4OtnnxSjeby/fe3zS6yvDl/vhofzqNlS0o5JTDwbrZVVL8CyDAPi8s/tiWVy7xjDYxhGIZhGIZhGIZhGIZhHjysgT0I7q0GBiL379dEJmdeMgGPhAYGUD6amBdq1VIj36UGFrx6tfWzz2pCLXRyMRlICQq6ULu2JoKFzuHDD9V9/wIXLdJEuDF1qggzAYr3bN7tAW1KlEiPiRHBd6GB+fTtm2Vs9WTQ0qWamH6TJ4swEyT5+mr2MMzOZHQ0glKDgy/WrasGWe4c3n8/MzGRTsEwDxHfn4Zq5C69cytZPjM5n48FMgzDMAzDMAzDMAzDMAxzz2EN7EFwzzUwcLV/f018uCKjgcWcPq0Xb+IcHETwXWtgIPHyZWfdNn35umujR4vjc8hKT78xbZpmdVS+zv6dd5J8fEQSBpy//DJPnGLFkq9fF2Gmcfn++zxHPfZY4OLFIuyONLBzL70Uvn27OF4Hakue+MWKJfn6ijDTuPzwQ56jkMk//6SgrIwM/5kzrZ56ShPBvLN7663EK1coBYZ5uCRe9HIv3VAjeqnO9eVyQVP/up2ZT+PMMAzDMAzDMAzDMAzDMMw9hzWwB8H90MAyk5L0n4MqMhoYcKtUSRPZo0ULEXYvNDCQlZ4etmWLvhiNunMvvxyyYYM4Ukfy9es+v/1m/fTTmqOMOvfGjVNu3hRHGohzcNCIVfluhEgELl6sHgXnVqGCPLBAGti5kiWvjRihyZhKvKOjZtlZvhshEkF//aUeBYeaoB6YfOOGT//+1s88o4lm1Lk3bJgSECCOZBiGYRiGYRiGYRiGYRiGYRgTsAb2IIizs7tQs+b5GjWku6b7lFGcvb0mzs0FC0SYCRI8PDSHiADTpIaFZR+iHOXVo4cIM02cg4PmqDzOlH+NGimBgSIJA959+2oimJF5oo8e1VzdhVq1UkNDKdTn11/VIItczZrGN+7LzIw5e9ZvwgSjutq5F1+8ULt28IoVGbduifimQfZC1q3z7NDB9rXXNOnAOX/5pXefPvHOziK2QvCaNbhY9XqDVqwQYWZJvnEDxSKPgsPPtIgICo13cdGUocZdqFPnSrduAXPmRJ88mZWWRkeZApemSS1o2TIRZpZkf38jmQwPF8E5oHKGrF/v2bGj7RtvaIoOzumLL7x79453chKxGYZhGIZhGIZhGIZhGIZhGMYsrIExTB7SIiOT/fxiraySrl0zsygqX7LS05FOwqVL8c7O+CcjLk4EMBaQlZGhll46lx7DMAzDMAzDMAzDMAzDMAxTQFgDYxiGYRiGYRiGYRiGYRiGYRiGYYoarIExDMMwDMMwDMMwDMMwDMMwDMMwRQ3WwBiGYRiGYRiGYRiGYRiGYRiGYZiiBmtgDMMwDMMwDMMwDMMwDMMwDMMwTFGDNTCGYRiGYRiGYRiGYRiGYRiGYRimqMEaGMMwDMMwDMMwDMMwDMMwDMMwDFPUYA2MYRiGYRiGYRiGYRiGYRiGYRiGKWqwBsYwDMMwDMMwDMMwDMMwDMMwDMMUNVgDYxiGYRiGYRiGYRiGYRiGYRiGYYoarIExDMMwDMMwDMMwDMMwDMMwDMMwRQ3WwBiGYRiGYRiGYRiGYRiGYRiGYZiiBmtgDMMwDMMwDMMwDMMwDMMwDMMwTFGDNTCGYRiGYRiGYRiGYRiGYRiGYRimqMEaGMMwDMMwDMMwDMMwDMMwDMMwDFPUYA2MYRiGYRiGYRiGYRiGYRiGYRiGKWqwBsYwDMMwDMMwDMMwDMMwDMMwDMMUNVgDYxiGYRiGYRiGYRiGYRiGYRiGYYoarIExDMMwDMMwDMMwDMMwDMMwDMMwRQ3WwBiGYRiGYRiGYRiGYRiGYRiGYZiiBmtgDMMwDMMwDMMwDMMwDMMwDMMwTFGDNTCGYRiGYRiGYRiGYRiGYRiGYRimqMEaGMMwDMMwDMMwDMMwDMMwDMMwDFPUYA2MYRiGYRiGYRiGYRiGYRiGYRiGKWqwBsYwDMMwDMMwDMMwDMMwDMMwDMMUNVgDYxiGYRiGYRiGYRiGYRiGYRiGYYoarIExDMMwDMMwDMMwDMMwDMMwDMMwRQ3WwBiGYRiGYRiGYRiGYRiGYRiGYZiiBmtgDMMwDMMwDMMwDMMwDMMwDMMwTFGDNTCGYRiGYRiGYRiGYRiGYRiGYRimqMEaGMMwDMMwDMMwDMMwDMMwDMMwDFPUYA2MYRiGYRiGYRiGYRiGYRiGYRiGKWqwBsYwDMMwDMMwDMMwDMMwDMMwDMMUNVgDYxiGYRiGYRiGYRiGYRiGYRiGYYoarIExDMMwDMMwDMMwDMMwDMMwDMMwRQ3WwBiGYRiGYRiGYRiGYRiGYRiGYZiiBmtgDMMwDMMwDMMwDMMwDMMwDMMwTFGDNbD8SU1NvXz58uHDhzds2LB161ZbW9vw8HARxpgm1ID4wdxnFi5c2K1bt99++y02NlZ4WUZiYqKTk1NGRob4/bAJCAjw8/MLDAwUv2/fvnLlSnBwsPjxoECxODo6PrBiCQsLw1WHhISI30yRIz4+fu3atT169Khfv36ZMmVq1KjRtWvXGTNmXL9+XcR4GHh7e6PRWLZsWWZmpvC6n+CBWrx4Mc6I8wqvR5+LFy/itqL5TUpKEl73H3d3dzopWirhda+5dOkSnSIhIUF4McbAOKdPnz4oKBcXF+FlAI/2wIED0TWnpaUJr8IKqu6WLVs2bdrk6+tLPj4+PtOmTbt16xb9ZB46WVm3L12+sXjZ/rGT/u7x68LOPecPGLbizyV77RyupKami0h5iYyMnzV3x+SZWybPyOOmzd66fPXhdX+fcHTyTk5OFbEV9uy3z4n8z8nTF4SvASVoy5SZ/1z3MzfI9/D0RxwZ39snd1zHFCquXgvOvqGG23TkuKvwvf9kZGQuXXmQqsfv83fFxt2X7gxn+WvVITrLnPm7YmL/0z1aWHjsv/vs0Aj8OuivPgOW9B24dNL0LTt3nwsJiRYxFNLTMzZvO4s4Q0audr/kJ3yLHHFxibPn7URzhxqyeNkB4cv8Z/D09MQQrnv37vKvRP7s2bOnh4eHOMBiMJCGybNy5cosdOFMDhg2Dx48eObMmffPhGEeXWA0DRkyBA/d/v37hZeBqKioYcOGTZo06ZGwTUJCQpYvX7579+6YmBjy2bdvH0xC+p956LAGZo7g4OCJEyeWKlXqsbwUK1asUaNGBw8eFPH+8yQkJKBAUDIffvjh2LFjr127Bp833ngDQwcRg7mfoFV9/PHHS5QoceLECeFlGehF3n77bdy4n3766aGPz9asWfPOO+8YnrDHPv/8c5qUX7FiBS7tmWeeuXAhz0TMfQW1991330U22rZt+2CKpUWLFjhdjRo1HowUwTxIUlNTx4wZ89JLLxmqtpbixYu3atXqYcmf9erVQx7wiLm7uwuv+4mDg8OTTz6JMzZo0KDw6O53yeHDhzEkwEUV9P2Du+Ho0aN00uhoI/NW94Rjx47RKWB1CC/GGD4+Ps899xwK6t9//xVeBlq3bg1PPFx2dnbCq1CCTqdZs2bIKnjiiSfQJixevLhu3br/+9//7l/tYgqEo7N3p+7zfqw69IcqQ/SuYYvJ+w45pqdrW9Qb/mHV6o3WRNa4Ok3Gb956RnPs5BlbZISlK/JYOpNn/COD4H7pv8SUApeYlNK+y+9qZOtzBZ5AZB4Mtg5X5G2at2i38L3/pKVltP15Np23dqNxIaH3pcHBWWRVrNVoXHDIf7RHS01NW7h0X+XaI6koNK5izRGz/thx61ayiG3ggvv18tWHUYRWHWYmJaWIgKJFaFhMzQZj5WUKX+Y/w6lTp2gIZAaMjo4fPy4OsIy0tLQ6derg2BIlSmjekfqP8+uvv6JYYGJohs0MA5KTk2lycsaMGcLLwLhx4+AJq2rNmjXCq7ASExMjpzTx+Hfr1u2vv/5677336tevL2IwDxvWwExy5syZV199laovQMWtUaPGt99++8ILLwivxx7r0qVLaqqRlyj/ayxdurR48eItW7b8/PPPqWSeeuop/LW2thYxmPuGn59fyZIl70AAA4GBgbhxuFPlypV7uBqYvb09zbe+/PLLFStWxJNFatCwYcOy69Njj+3du5diPgCCgoKoApctW/bBiFKsgRVVoqOjMeIxVOHHnn322a5du86ZM2f9+vVoM1G35Qjp/ffff5AqrwQDSowmS5UqFRERIbzumvT09E2bNm3YsOH8+fPCK4eAgIDXX38d1zthwoQi81Ika2D/cUxpYLNnz0YBosKj2guvQsmVK1eQ/wEDBqCT7dSp09NPP41rQbMwefJkfnP5oYMhwcZ/TlesOYLmZ824MZM2pKTmWXFoiQYG92PVoX8u3ZeRkTv2sFwDK1dt2PFT2nae2PGvjUa0e/AaWGhYzMq1R8idtb4kfBkdrIEVefCAT5+9jQrBjOvVb7Eqg9nae8qnuEnrqbduPbjF7g8S1sD+40gNrHbt2vdwHRi6b5rE+OCDD4KCgoRvAXFxcYHNuG3bNthWwuvRZ/Xq1U888cSLL77o6nqHy459fX1RLJs3b46PjxdeTFHBlAa2fft2VJtnn33WxsZGeBVWUMOLFy++du3aDRs21KxZ09C6PPbMM8+cOXNGxGAeNqyBGWf//v2kDTz33HPjxo3TbH544MCBcuXKUYWuU6cOT1v36tXrp59+ov9tbW0HDx7crl07PPnkw9w/UlJSKlaseGcCGLFv3z4M0S5evCh+PyRQhfA0vfnmm5r9MyMiIsaPH79kyZIHPBmHZxzFop/Ev0+wBlYkQaVt2rSpoaN4rEmTJjdv3hQBOSQlJWGER0rDW2+99VBWXdy4cSMuLk78uBckJCSQJDB58mThpYBQlENRmltnDew/jikNDAQEBDzIWnFn+Pn5TZs2TeYT/1hbW1+4cIE7o8LAoaPOch0G3I9Vh7b9efaIceumzPyne58/y1XLDYKbNXen2rSqGhhiNm41tWmbaXDN2k7TiGpVao8MuJn7GoTlGhgcUouP186Mh4XH1ms6URPzwWtgFy/5ybOjxIQvo4M1sCKPp9dNdQVYm06z/lp5aM9++xVrjnTo+of0h1u/6aQ4JnsuMm3OvF31mk1s+dPMU2cfsp14/2AN7D+O1MD27dsnvO4RGEfB5LmbHf9Gjx6NjL3xxhtFadtADFSCg4PvxrjYuHEjiuX555+/du2a8GKKCqY0MFSbkJCQe/jO7v3j8OHD8+bNEz9u30YjcObMGVhb4jdTCGANzAjh4eFvvvkmta1WVlbCNy94Phs3bow44M8//xS+DPNgiY6ORqt65coV8fuRpWLFiniUWrRoUZQmxy2HNbAiydatW0lFaNiwoZkVw+hBKFrXrl2LQAUwr4EVPVgD+49jRgNjmLvhZmBk7Ubj5Nx041ZTnFx81DHS9RuhnXvOlxGq1h19zS93W11VA6vfbGJ0TO4XFFJT09dvOqmqaxuUie8CaWBwmi/oIIMz/9ihiQPHGlihhTWwIs/KtUeoBODa/Tw7ISF3sRdag9ETNsjQVh1mosRE2H8D1sD+49w/DezuKZIa2N3DGlgRxpQGxjD3ENbAjNC7d+/snvCxx5YtWya8jIFH9IMPPkC055577qG8v88wRYb3338fj1KvXr3E7/8YrIEVPTIyMj788EPc1pdeeiksLEz4GiM9Pf27775DzKeeekrdLiM1NfXGjRt+fn4JCUY+4Q5PBCGCUdkYabq6uu7Zs2fLli1nz541lYG4uDgkEhAQYDQRX1/f48ePb9682crKSrNA0yiUpcuXLz/77LO4nMGDB+Onmj7+0hXJL8QC6SmXo4WEhBw5cmTbtm0ODg75PhE46syZM3///Tfinzt3Li0tz25gemAvyYu6g8+wIatHjx7dunWrzFu+Glh8fLyNjQ3OePDgQRSp0aI2j7+/P076zz//2Nvb00nz1cDCw8NPnz6NYjlw4ICLi0u+xaiegj7Vlq8G5u7ujsTXr1+PA69evSp8TZCUlOTo6Lhr1659+/a5ubnle5v0qFfk7Ox8B9+TsyQF3B0UBWqjvJs4CkWBOy5LRoMpDezWrVtIB6mZKnzUJVRF5OfkyZP5Pl8RERGo5zD79+/fb+Hlq+nnW9XV9J2cnPJNHw87niDER51B9U5JKZrfiXm4/D5/l5yYrt1onI9vsAhQiIyKr9csd8XVn0typ/DMaGAA1bJLrwXyQFUislADq1BjOP1To8FY/5u5u2Vc8b5Zpc4o+P9Ydai6Us28BpaYlBIUHAUXHBKVnJLdPmRmZnl6BdjYXk5O1r5BkpCYcv7iteOnzh894eru4af/FlpU9C2kc+rsRXn20RM2UPoRkUbWPaempiPBYyfcDh11dnLxiY42/sV1ZBLJUjqUK0MmbyKTSUnZP9GAhIXF0FWEhcdkGlr7tLSMi+7XEcftwrV4s7vJZWRk+lwNQswDh50cnLwuXwnQXxpIMpQVTgGXmCgeveCQaOT8rM2lgJsR5hv8mNgER2fvI8ddXc/70ufcLNHAEPOC+/VjJ90OHskuIlQ8EWAx2WV1JQA35ay1OyonfCzRwLLLxDfIxi6nTDz9zSs0VG1wljPW7n43xFks0cACgyKRPs6CYz08/dXdQY2CW4PLOWd3+fAxFxe3q+ERBX4JBqe46huMFHBSe0cvnDQtLZ/tzrLr0qXrqPm4C7iJRiuzUcZMzFW5Jk3fInxz8LjsT4tEm7ad1q33n7GxYsyJa0S9ogpv9Fy4hOt+oQ7O3nhw8PdmYES+A5z4+CQ8a3hyUVdN1XAki/MGG86L6kqeqDN2DleidBUvNCzG2fUq7gIS9L0WnO9oB82L2wVf1H/cbkqcNbD/OAXSwDBaU+0alcTERAQBjHjJB0N0U5FRURGE4RnGUTDTNIM0hAYGBiICfTrr1Vdf9fT0zE7az0+/+x8iw/LCyBYWH0aqycl5vuonkZmhnzjK29v70KFDMJ009gtyi7OjWDD6xT/C1zIwvIfRAfNz9+7dGKwale7k8NjoBo8oCozVYTShcK5fvy58DSBjCMWxCxYsQLFg7I2BaHah+PnpTRVExilOnDiBYTASNGWjkemKmDTuxVEoIgyecXaM/ymOBNY0bhZM1HytHpzO2toaV4GigMEoq4RRyGbfu3cv7AiMwI1a/ebBIBxDcZgquFiUian9XZArulij7SSuDqGWm8Y4C5m3uNe4RqP3GuUZHByMZOX6LRxFthiONXqIKQ2Mni+YNqZMSJwCKeOBQq3OVxxFxry8vPDUbNiwAfca5rkIME1kZKRM35L4qL0wkGEmo2Gx5IMXQUFByAnlJ9/XT3GxqIoofNRV2KHCl7EY1sC0pKamlixZEg/eZ599ZrSBUFmzZg1igtWrVwsvQ2Nas2bNGjVqHDyYx3Qk7OzsKFS/NTDax5UrV9avX/+DDz544YUXPv/8865duxrdKhfPEhJp0qQJ/sdRy5cvx1EfffTR999///PPP6sbuCFmmzZtvvrqq9KlSzdv3vyffyx9ERKN+7BhwypUqFCqVKk333yzUqVK48ePNzWRigd14sSJiPPee++hQ/r0009btmyJdtxUIwX/bdu21apViz6Hg+tF/tFwF2heDK3P0KFDv/jiC5TViy++iGscMmSIqVaAzogSQzm8/PLLOAqlcfjwYRFslrVr1+J+tWvXDs2l8FLo168f7oV+xQOyN3z4cLUAx44dq5/nWrduHRJv27atqcQROmnSJPFbAeOSTp06oahxOegqfvzxxzFjxhht8Vu0aIFE0ATjf3TbuHAUAhpxNXT27Nn0UwWFtmPHjjp16rz77rt0m+rVq4cBlqnbhLOPHDmyYsWK8pKRJfNdKao3qgEy8OSTT+IUb731Fv4HqLT09KFlp+dFneolz0aNGmG8gsygH23cuDEu6ssvv2zVqhX6MxFPBw7EA4JCwzNOhTZq1Cij3RjSwUmnT58ufueA/gyH4BqR1TfeeAP/jB49Gr27CM4PPCmzZs0qV67c66+/jgzUrVsXlRC33owGFhMTM3Xq1KpVq77//vslSpRA5ps1a4bKzF8iLOTABqANdbt06WL06VbZv38/6Q2///678Lp9++LFi/Rc4HYLLwWMexCE9lYzsEbFwOP8yiuvIFTy1FNPtW7dGjaSiJTD4sWLEYqarDGZYDOUL1/+8ccfp8MBrqV9+/bmx3xow0XsvCB9yiQ6R1IL1DZNei5atAjjy86dO9NVE+jXkKzRAoQRNWjQIPULnQDnmjlzptEZfJhzeGA1F4W2N19LhkC0Bg0a0G0iPvzwQwxAzWhg6DF79OjxzDPPUHzihx9+QEMkYuQHTtqwYUPNSdF6oyUnT70GBjtZcwhA64GqZdTaxD1FW6rGR1NPpi956gfiuGpNSSJm7dq1jQ5XcH/RFb700ksiqgF0/UuWLDGaHz1XrlxBC6+5Igw25syZY+GYwVQKeFI0KaCi0odgEYS2t2fPnvR9LALFCONEUxtNaWDomOCJJ1F/j2ArouNT84P/4ePs7CxiKHh7ezdt2lSTeXTKqOemegGj6aPThGktYiggffQplqcPKxSdII2TJSi0CRMmsBJ2D7mVkNyo5RQ5bb1slcnx6pLlB2W03v2XZGaK+mleAwPq94H++DO39lqogS36a3+lWmJPxSGjVtNcNv4iD+TZsdvcn3K0BzjzGtjeAw4y5onTFzyvBHTsPhf/16g/JjQs952JkNDo8VM2qbu6wVWpM2rewt1x8bmTKcNGr1EjqK5734UikoFbt5L/WPCvnAEnV6HG8KGj11z11ZppBw47yjjHTrhd8brZqcc8/F+9/pjgkOzHPCEhuWmbqRShebvpsXGJe/bbN2g+iXzgKtYc/ufSfXpVD9mY++du/ffb6jSegPia3SYPHXWWEXbttQ0Lj8X1qqv62nSa7XreSGeNSjV9zjZ51+BqNRy3c4+tjd1l6aPXwBISk+ct2oOYMg4cimjIyNVe3pZOj9rYXv6pa25l+LHq0H6DlwXcjDCjgaEw5y/eg7KVR+XEHA9/lK2Ip3DODmfJ3dkPZ/l10F/+AeHmNTAHJ++evy4qVy3P5+sat5qyZv2x1Lzf2CNiYxPnzN+FpNT45aoN6ztwqYOTl4hklsTEFNxW1G01BTikiZosVR+VpKTUhUv31W48Xo2Pmz5w+MrLnv4ikmlQu+RRaA2uGhPU9QTcDJe15ZffFgtfAympaavWHZW1nRwKvGO3Pw4ddTE65vX0ujl45CqpnZPDfV+87ICmht8MjJTnnTprK9quISNXkaDudiHXznVy8fnltyWaLWHRbG7/18aoUIrWaf2mkzijjIznEQWOppI1sP8yBdLANm3ahNEvBvaakTwGky1btkQin3/+uXzPb+TIkfB588031bl+jCFh9P3444+Gcwpgj3Tq1MnfXzzL8fHxX3zxhQjLy6pVqygOyMzMXL9+Pc4owgxgRDpmzBi9ujB27FiEIjMY2u3YseOrr76i+ABmF4ZwNB62t7fHcFGO8PFPixYtYJ1RImbACHDy5MmwwuhA4vXXX4f1oRkc0vAY5ptG4sLYtW7duk888QQdCzA0rV+/vpzYRA4RQYTlBfYgxQEo4ZMnT1apUkWEGUAJd+vWTT8RR9Y0MnPz5k0rK6vKlStTfICz4xAYm4gGcwwGI9n1xPfff2901jEoKOinn35SYwKUA24KJaWCK5o+ffr//vc/Ec8ARtQzZswwpWVqgCU1a9YsTbHjcoYOHaqXS2E3IfT555/XB8Fwps83wJoTXqYJCQlBdVWtdYBso8JrUkZlo6oOewr/oxKqZjsOmTdvnmbuy5QGtmfPHnjCKNNvf0WGkpof1NvvvvsOj7aIoYDqgfr/0UcfiagGEB8VxpR5jhsNQ0mT/rfffmvqSzSXL19u0qSJxrCC+X/o0CERIy946FDsIp4BpN+uXTupWKt4eHjgYtUKhshVq1a1tbUVMRgLYA1MCxpNqk94jIWXaaKjo6l+o4EWXgaNnVJQhTHJwYMHKVQjV6Db+/LLLykIyAYC6euXgi5fvpxCcRSeQPpf8uyzz6JzjYiIwOMnvBTQBItUTIPD5XOO5klOdqBb1Qt76LHkfCsivPfee/Q/QGuimZ8FUVFRmudcUqlSJQvlhK1bt9JSAw1oGVeuXCki5YA8yDOiyaDVewRuXL6zNhMnTkTMd955x+g8bIUKFRCKflH8NoA2ThYgCkeWT4kSJTQDrEmTJsEfievFD1DRsENgmzZt1FOjl+revbshvWzQT7z88sv0Py5/yxbt+33odxGEq8D4Bq0kxZT3kULRx9NPCeo2Cociayhfvrz+taAjR4489dRTFAHXi2pD/+OSd+82ubMKOieZJRVcFM1iY6xJPqr+Kj3RN2iGOACPzNSpUzU3C6n98ssv8lxIX9ZqFNrGjRtFvBwwRkQQOng1nWPHjsn5UM017tq1S0QyzaVLl2i5mwpyO3PmzObNm+N/vQbm5uYmhzWo8Hi45CWUK1dOP4JhCg8Y1dGd2r59u/AyDQblVLVQB6R+cwcaGKprly5dqJJ8/fXXI0aMgEECH5JhXnvtNc03yYxqYKdPn6bMfPrppwMGDEAKP//8M83yf/LJJ/oJfQk6DrSuqOSUAbRL+Akw7KP0zWtgv/32W+nSpfEP4uOMKAoM0/ETjfaaNWtE7Bxgj6EhQijOVa1atX79+qFVlH0o+j7N9P3Zs2epEHAJ/fv3x0V17tyZzotxcL7vW2E4i9IzpJ39fgzaZJiIOBxPJYYKNAzQaGBoncguRRwMnRENZ0RpwAdNJRoxEc80np6e1D4DzUlHjRpFJ9XcDoyMqbvBxXbo0AHlDHsDdhrdEZSSpoWBISFbGNxunKJWrVoodvUUmsJBzqlaogGEmQcrq1WrVogPHxwIE0XEM4C7gDQRhEvGkB3d0OjRo9FpUn5gGBvtVVVQCFTyqJM4HV1R2bJlKYU+ffrI58UUuEZNCuPGjUMdoxR69+6tpiA1sB49epQpUwb/wIhCR4BiefHFF/ETtRFPjYhtoKAaGJ5c6itxjzDmQVVHL0bGDE5hbW0t4hnw8vKiG4TMt2/fnjIPe5IyD5NSf/kYA8j0MYRQ08fAEha+iGcAdiN1dkgf5halj86F0sczpUkflRxFgSBEQOZR/igojEIpPgZaeJxFVObu8PD0l5PFlWuPNLNNXHJyKi3UgAuPiJXPlHkNLCMjs93PcygU7vhJNxFgsQZmZXNJLi5BVu0ds2f/T5+9SGIMfBydvbv3WUgR4CzXwP5aeah2IzHXr2pgl68E6D8zJl2bjrNCDEIUsFADCwiMaNVhpiaCdNXrjT5xOs9HYVUNDCVTp8kEEdOYBta41ZRJ0zb/WDWPskJu7sI8o2Ic9ctvizVxVNe7/5IkRTZTNbDf5+/CzZU/pUMBUpYksXGJnQyyosbhfg0fs1b+1GhgqFRtOgmZSu+q1R195LiRVx807NlvX7FmHuWDXPN202XmNRpYYmJK34F/yZh61/PXRYlJecw3VCHjZ2k7vX6ODKnRwDIzs9b+fVyjyqiu3+BlcXnFtqjo+A7d8nxAS3VV6446a3NJRDUBsv3bkOWaA1XXrfefCYl5Zj/xCKhyssZVqTNq/yFHEdUEePrUqlix5ogJUzfZ2nsaXYYlMaWB4RLUOqNxFWsM37bTWtO379prW7lWHuladZ26z1OVP1UDQ1l1+SV3xarUwLb/a6OquRo3avz65OQ8+iWudOosI1u5wvUduBQ1mf5nDew/SIE0MAxr27Zti8hffPGFOuzfuXMnBkIYDKujLKMa2IEDBzBoRGTYCIMHD8a4C4NMGkbCiqHpDgyl6tatC5OBXiB74oknYFsZLKoPtm7dSulgeAZbBkFICuNVjMcwIK9Tpw5pSDhcMx4jDaxkyZLIFQ7BEBHWQdWqVWkADx+MyVeuXAl/DP5hEVSvXl1qM/Xr1zc/XE9LS6Mlazg7To1zYTCJ4SKSBciYerhRDez8+fM03H333Xd79eqFS8MVkQ9MIQyGESc9PR1jWhQCjeqRz3feeYeKZcqUKZQO+Oeff+iiUGiwvHC9MEDIsIWZqVmEQNZ0iRIlYKFg8Iw0v/rqK1y7nLvDSPvw4cP4iQvB6RAEQ5KCYJpp5jlDQkLgiSCUQ4sWLSZMmECLBCh+8+bNVSsMl4MKQJExfh4zZsz48eNResgDzgWj2OjcoApqI71FjfjINiwa3AU5M4bBvGb1wj3RwMLDw0mgRT5xRbhG1GF50oYNG6rZRg5JA8ONo3lp3AI8QfifrC3kHIUgYhsoqAaGJ47m9FCMqNJ4mlCGdLtxQ3fs2CHiGUA9XLZsGXKOUNS0gQMHoqbBOqYUEF8vm9nY2GjSr1evHqUPc1g/RXP27Flpibds2XLIkCGwx8mcx3k1JiRA7aLHv1SpUh07doSZLM1q1De/vF8Ru3btGq1MQKvSrVs3ZL5///6IBh/cVje33JE8Yx7WwLTQ6lpg4ZvatIcVaq34fUcaGBqIr7/+Gp6oxOiAqT0NDAzs0aMHRZYdHiE1sI8++giP5bRp02xtbdEirFixgsQzdF3oR4sXL44UTpw4gXPt3buXmmw83prXLjRERETQg9esWTP54KHvoTcjcDp1RiwlJYX6pw8//PDkSfE5AXS6aBDhCaZOnUqeBJpFkqPwtC9dupRWGePvkiVLaIKpbNmy+jkdDWhc0GIiMnp6R0dH9LvAycmpUaNG2afUTUVRZnBGFCNiwgd/cXa0ZfBHW0PRTFFQDSwyMhJdKTwbN24si9rb27tatWrwfPnll+VyYIBugxI32s8Z1cAwQIEnQMMtX8xxcXGh+V/cIE3HRs0uuhwU2ltvvYWeBq2/nAo3qoEhMySA4UIWLVpEPSiy/ddff9Fo7Ntvv1Vf4Uc2aLYaPZ+s2D4+PjVq1IAnDtEvJyeiDd8zAyTjoSOnn3Z2dnTJ5jUwVGmcd9iwYadPn8Z5d+3aRd0AUtNMO65bt47qDIYUsvzRVdBzh/ia+Wu9BoZqTw8XSkauhrl69SpNCKL2mt/MCg/Fxx9/jJiodbjpOHVMTIy9vT0uGT0inU6jgaFZoMvB3yNHjlBO0DhMnz6dOu8RI0ZQTKYQgkEJ7hGwcFcBeiMJFhHuO/ncgQaGjoAmu2F7qHUJzSOGYvDv27ev2pgY1cDQCMMTjY/6fgCqOo1Wf/nlFzUFPajqNJjDyEx45SCD8AgIL8UTF4sH4dixYzJ99Dv0UgX8NU80dY54/A8dOiTjo+9AV0INOwwJNZ+wBOCJv+qVotGgBhCpmbkotHWwEhENPSMsNxkTdlSDBg3gT6htCOKQWQIDDPdR+BrWrsEMgD/Oa/61SpwUhhZi4qTr16+XdzM4OBjNbPb5DGiKhTpBWK3qy4koFhiB8EdSajOFU1ATDX+0kOop5OdOgdrjI1nZ1KtbbWC4QiWMuqSal+fOnaM6jBGI8DIUDjplNGI4b767rJBJhgpABjCBrKLPgj9qdb7vzdAbBsiYajUhBXqVBCmoGZYaGLING/vAgQOyWFBbaBAFf/WhLpAGhjzQUKdMmTLqSAwjGTLppWBMwBCCJ2qLuogTWerVqxf8kXnNS4IoJUr/m2++UdNHC0BVHU+3mn7r1q0pfQ+PXH0C6eMxp/TlW8kEbDn4Y2AAq1I+CIi/du1aMggHDBggS4y5G6xtc5fmtO44SzPdbwlmNLDU1PRFy/aXz1k/0aL99Fu3cmuFhRqYje3l4JBouTyobafZIaExzdtOp5+0MuzONDB1OVSdxuNpE7bY2IQW7WeQZ7lqw0aNX79nv/2/++wGj1glJ/d/+W1JimEfxRlztjdtM62BsgCrWt3RtNvbiHHrDCdE15P8s2EVF7nq9ccMG71m/JSNTVrnLm2p2XCsugWlqoGpmazdeHx4eHb7r2pg0uGknXvNV4UWFJq6uG3/YScZ1L7znH2HHF3crm7bZS31IVygjV1uC6BqYOQq1hzxc8956sJBuBm/575/g6d15u+5H2krV21oj74LJ07b3KXXfI1Kp2pgiYkpXRX5AZc81FBEzdpOk541Goy54p3n3RoNATcj1DVkKCvcu5Hj19XIu/ZOo4EdOe7yY1UR1Pbn2ageKJMd/9o0bDGZPBF6xspdxM5WTSLU9T21G2WfBU6zwk+jgSEFFB0FIcGO3eaiTH4d9Jf0hBs7+e80RSj6c+k+GTRy3Lojx1wcnb2Xrz5ctW72/p9wKJxbyte29Bw/dV6WOR5tVGNc2s7d5+TtQ05OnMoVX5OSU3v1y5VIq9YdjYdrwtRNzduJZw0Ot8bd44Y4wBgJeW+ldLgd0+dsMyWGmdLATpy+IC8BdfvUmYtOrj5bd1jVbSpUYTw4uCMitkHRV5+Xxq2mDBuzFuVcRVnQOX7KJjkKUzWwSsq9KF992CXDZSJBlAN5Vq49csHivfsPOW765zQtHiWnabuOnTyvrhhr3+V3lGG/wcs0CihrYP9BpAa2evVqPxOoI3wMO99+++3HH38cQ1nyCQ8Pp/f/NHNKeg0Mg0x6ga9OnTrqYAyDQ5pPGzp0qPAygAThiSD9ui47OzsM0mD0TZ8+Xc7JoKnfv38/xoEYYy9YsIA8CdLAAA4ZNGiQnAzBMBKZhz+G9zCgqlWrdumSEPKRwy5duiAIoz51lyk9GHwiWRy+fPly4WXIzIoVK1AsGB/CHBC+xjQw2Cnt2rWD58cff6yOmWGA0ERN3bp1hZeBjaa/B4bLwZgWJ0XO1QkxDINJWWnfvr3wMkDWNMAhMNzkDA9sHLK2KP9ffvml3EIJucVtQhCuV7XQcb3kj+KysbERvoZBMqxy+D/11FOqPy4ftgbu1MKFua/mIBEYffBEkNFlTBLExK1Hsij5v/76S4694Q/TmGyBtm3bqmPyu9fAkPiYMWMQDXXv7NmzwtdwjbD64Y9sy4ICUgODxYdiwa3HiSgIVjDNLaNY1G0qUOss18BQQ2j+BIfY29sLX8OsBQl1qAxqjcJtJUELdq46ywGzjrQl2PvCywCOpem7t956C0+c8DXsoULzrrDdVDM5JibmA8PbrghVDbSEhIQOHTrAHxervuyIY+liYavK9aMARh9dV7169YSXofBpcgkNgjovilaFdNbvv/9eeDH5wRqYFnqwgX7bKKPQPBcqtPh9RxoYWi74oHXw9vYWXjn89NNPCPr000/VJkxqYPDXzFAsWbKEgp577rmjR48KXwPofihI0ylqkDnUzK0EBQWhG4D/hg0bhJdhr0WK7ODgILxyIG3g22+/xRMrvAyvZlB8/WpQKysrSt989lAONA+Fp50ELQlGADQjWapUKTVIvoAgfudAL18gNTWHegqqgaHY6UJu3MhjkKB5JelCXdNwBxoYGjh4YvCkyY+trS2dV6OY0swX6NGjh34IRaEaDWzXrl2UlP6VKJyFrgL9qPAy7DFI8dVJNxAaGkrz0RgDCS8T0Mjvt99+E79zMK+Bffjhh3KgRpw4cYKyp3n6qA7UrFlTU86otxQfaQovAyRKqRoYBiIUU7MdHK6RVAc8xcLLGPLB1GQMQwHaPAFoNDB5LWfOnBFeOdCrNOjd5UiCKWzIrkHVqMxAA0GMseSY7A40sNmzZ8MTwynVsiJoaFuuXDm1bTSqgdG4uV+/fuJ3Dng84f/dd99pGl4Nd6yBvfzyy+q4ljh58iS1IWq/4OHhQRPumncsCPqiJ1JTRRpS2REkfucwcOBA+JcpU8bMgmAXFxfcR0QbNmyYptWFFUGDYKBayBcuXEAO0Srqezo0ZaSyzJo1S3gZw9XVlU6qeX0S4KRyDxN1ZI8M0L1TX4ckKD8IUlflurm5kSe6Qv0pvvnmm+wT5NXASHpEhVFH6gSGNDBvEIoBuvAyLA2ED8Y2GsEPnSNpaajGwssYuCK6cXKiQYKWH8kiSPOKnwZp7YwfP1545SBTUFdqSg0MJanfvR3dH90UdZvcAmlgffr0gSfia8ZXACY9KgzafPmGCjJPmdEv38cAlUpbs8E1vYeL9DXDD4CipvTlqXGXSXgbNWoU+Ug8PT3potQbhL6PXgTBgyC8FEaMGIEgRLBQ9WfMs3WHlZyW7dJrvjoLbyGqBlau2rDGraaSCNSk9VSpfsHVbzZRs5ea5RoYfDZsPiV9uvX5k/6pXn+Mf0D2m093poHB9R+y3MHJWx0R7dh9joJ+rDp03cYTssnCP3NyPpyGy1Q3o7t4yY/84dQPnhEHj+QqSe27zJEfuEpNS58+J3eXyIHDV8rtJVUNDK7f4GX2jl4ZSiY1GliN+mNOW7nT4RERcapo4XYhdyQ5dJRYtVa70big4Nz21s7hitygb/a83M0GNBrYsDFr6SNJKJKNW07Lif4OXf+QwkZ4RKxcQlehxvAd/56jAkTetu2yUSUfVQM7dtJNClFtOs0OjxBdalpa+ux5O2UQysGoCUOsWHOEosG17/K7LGdkqXPP+TJIo4GNHL+e/Gs2zPO1OScXH1kmuE3C9/btlWuPkidc+85z5MerkGf1u3eqBpaUlCp3YkShbd52Rt5o76uBUoCsWGP4pcu5zekvv4mtPlFo3ldz359YsHgv+VerOxqPnvA1xthJGylmjQZj6YtlhOt5X3lpanU9Y+UuBaeWP80ICRWdL27u/EV7ZFCvfovNf8MsMjJO1dI0rkGLSavXH9OsPzOlgS1efkAeiNoofGEoKV/gw50iTzwgA4atkP7jp26ij+cBL59AuZiyTuPxsgKoGhgc6t6R465yB1FUNrmQrkrtkS5uuY9SYlKKvN31mk6QH2lLS8vo0Te3LZozbycecwpCsePUMog1sP8gUgMzw9y5c0VsA7DLMJrCMOn8+fOwxMnuKFu2rGp3AL0GhmEtTW2PHTuWfCT0shpsCvHbgCkNLD09nRSaqlWraowytO10FIxBNT+kgRUvXvyPP/4QXjksWrQIQRgitm7dWrNfH8b2sMIQZH5Tk2PHjiEFDKpVMQMgAyQJqFv96zUwmGD0rmHz5s3JR0KLE2ALqMaIGQ2Mrh0nVcfeBE1C4q6p061kTeMCO3XqpDHYra2tEQSQN43Vg580czV8+HDhZRBv6HVADMWFVw647zSo/vPPP4WX4Z1++MCsUAVCgHtNuovemlPBnaI8dO3aVXgpLFy4EEGw8tQZ2rvXwFJTU2m+omfPnsIrB2nOqzOEUgN78skn9ZOKfn5+zxje0FVLrEAaGFUP1Gr92hWa98Zzqlq+iAZPlLn65h9B873Ij/oI0KOBR0AzqQ7s7Owo/Z07dwovJT/6JVmo5J9++ilCVUGXNg2CLabOcxI4IyUlrVH0ffRaJ24B+UioGiMym2AWwhqYFnq7FphauaKB3pYFsqlFM0c+lmtgtEIIpxa/Fdzd3Sm+i4uL8FI0ME9PT+GVg729PQXptwQENH+hWXOq4cSJE5SCRkoB/fv379atm7rZEbWw6Jk0M2iA1B081WoQrS76/vvv9fEBhaKtNBpKoMVBR4VomvkmQoaq7Sx1q19//bVmlGBlZdW9e3cMXMycDhRUAzt9+jTlQSOrgAEDBqAA1X3z7kADo2m7adOmid85oMtEQ4wgzdQqqVxocI3m36gGRhJLmTJljOaKQnETZajUL1V9lBg4cCASz3c7OOrFC6qB6T8/g1tMc5SaST3qlXErxe8cUGjoMBCkmUzXa2A2NjZUvGvXriUfyaBBg3CN+udFhZ5xjGn0qhUGUjTW0Whg69evh+eLL76olxzmz5+PoJIlS5pXI5iHCL0EgCZXL0cZBU8o4qMtlfHvQAM7dOjQ5MmT0fjrn1yyCjD8UsUeoxoYtWnvvvuuZgDn7+9/5swZdDFGmwXJHWtgQ4YMEV4KqOH0Zla9evXks0OKMp5cdU2tRKpHaguM8SJ80NKqPSkICAjI96Jg+uJYNLyanSQJjK2p9UPXL7xyChY511itRLNmzRBap04dMxo2PeM4qV4sAXv37qXmSKOBzZw5E8WuH9ljTEyaE0bzwuv2bVhidArNmzTE/pxv1EmzE1YBSSaaLklCb3GWLl1a1kkULNVhNJJqUcB6R4uKkjd6agmuCN0ZrggDIeGVQ2hoKAl+KCjhZQyY32ZSoGXNsECEl6KB6eVSgNpIm5xUqVJFtr2Wa2AoQNpYBhVAf+uDg4OnT5+OrMo7jszPnj0bPno1DgNU0vbUaQU8Sm+99RY80Ufr00cdoPRlmcMGpvT1r/cifdrKAxGEV45KB1MQVqvwUoBRSuVg/nUQxkJWrTsmp2W79/nT/Oy2UVQNzKirUX/M4mUH1AVJRIE0sFu3klv9pN1OcOFSMQK/Mw1s0IhVqal5PhaIy5f7oTVsMVmzr6N6pVNn5Y7EzGhgSLB7zpz4j1WH2jnmef0iMiq+Xo4EUqvhuLBwUUSqBjZg2IoU3ceiVA3MMDuf52OTq9bl6jQ7/s19GXzXHtuVa4/AbdtlrX7H6LpfaJU6YnXRsNG5L8+pGlj/oXmygZzXbyZWvzVtM03u43fOzlNKVj/3mKcegrb8jwX/UhCc1MBQRPLTbigize3DLWjYUizJqtlgrP4jW0RqWnq7zmLLzXLVhlKdkeAoKT9oNLDd++wNZXJ0604rKVcA/4BwuQBo4HBh56alpcutAnEWTVZDQqLrNBFnUTUwT68AKf61+3mO5iNtW7adpSC4KTNzN5kfMW6d9O/ca/7xU+dx0+GfmJgSFByFxOHMK9ao6nS7/9lupdbzwKBIWY1/GyLWUmBkgltMnrgLms05Y+MS5Zq86vWE8GyG9PSM/YedkG06RO/wLKuynCkNbOOW0/KQxq2moAJHR2c/kkifNmWFSzasyARh4bHqXVZVXjApp7WpXGukt49YF65qYM3aTJOKJhEeEVc3RzlDs6AZjOw/JB5SFJesb2jl5IpAVAa1poGjJ9ykcswa2H+QO9DAMALs1KkT/DEapI9BYPyj/6SrXgODtUUrNt577z3N0OvatWsYFdvm/aiPKQ0MI3OaOdFPSgAMGhGE4b2aJdLAXn/9dYwVhVcO9CGYp59+Wl2lRGAESyfSlIAGX19fmk7p0KGDKhehBUMecF1XlU8v6zUwRKOX/kuUKKH5Wj+Gozjc2tpaNVRNaWCIQ8vsjL6qhYzhpDBt1BkbsqaRlOYVZxAWFkZvYeo35MeJSO5SJwBRK2BkYVDt6KjdnBZl/uGHHyK++kIeRvtkIrVu3VpV+FAasGRx1fqlESqkOyIF/CO8FGBAkZWkWtx3r4HBfIMNjmvUVFSAMqFVCuo2RVIDa9WqlfBSwEnlpinSbEE6FmpgyEzNmjXhqc5JSnA7YPVMmTJF1WXxaCDzSFkacRI8SpS+NPaRPkoDnt9++60+fYRS+vJ24xJoMue7774jHw2Ij9BncrYwkfE107AEiu7ll1+G2SW3T4TpTes3UC01L4CibqPCnD17Vv90M0ZhDUzLoEGDULeA/i1ao1AXCOTEYkE1sKSkJJpp0usHAA8AtY+qpiU1MLXFJPz8/CjI6Nnp5XHkWfw2Bh4e6u3QCvTv3x+9Dh5yEVYQaN7wpZdekpNlaG6oL8GYgHw00LwhSkPtPjVQ8428GZ1bRFapxVdfKKBkwddff41iUTc+soSCamAoQJrnQib79euH9kjfzkruQAMzAxUvGnfx24BRlUuiD0Vu5ayl8MoLbcaI2yRf7ce9oKk3XDJK3vwlG4WqXEE1MP1LE4BeOOrSpYv4nR80aBs3bpz4bUCvgeEaqUvGSLdv377oaSy/RvkU9+jRQ3jlhUYAGg3MDKjGiI+RXEHLmXlgUNeAsYvmtTJT/PDDD4gPo0h2JXeggWlAL0ZKA+wNqmMfffRRvhrYv//+Sy0J/sK6mzlzpoODg4VNEEADSFPhmoYIyCCjGpjqqUI5L1OmDJ4j8qFd7NDMGu0FcC2k96gt2N69e+VFVa5cGcPffMU8Ce0EgltjtKhhrVEPrmpgHTt2hA+MAQyp1+eALp7+ITPjm2++Ue+FBrTJdFKj13j06FE6qf49RwkO9PT0xN0/dOgQLBZ61U7Ve6gY3333XdwC4aUAm4pOIYcZPj4+tPZIvyqLILMWhS97cFwg9WLgtddeQ0mi9TbablsCrgiWD64IZY4rotdB1PcN80VNYenSpXQ5qswjNTD11U4VurOlS5eW98VyDQzWPtVM8692mgJ5UzNPJ1VNRKRP7zmZepTMo0mfsqq+bUPDY9xHo9t44l7TyMfoG6lMQTmQM5ML16n7XI0mZAn5amBwrTvOOnTUWdO8F0gDA/hH3U+scaspsTnSy51pYIuXHRC+OSDBhi2EtFO1zqhfflvcZ8AS6Xr0XSgz0KXXfKkXmtHA4uISG+VIOLUajQsz7GSoom6TeMVLTIioGtifOTqfiqqB1W0yQS6cIg4eyd3zcN1GI59Sj4yKd3Lx2XfIcfX6Yyj5EWPX0cfV4AaNyLUBVQ1s/uI8n2BMSEyRokjDFpOjDMoE+HtL7nK9xcu1xWvrcEWGSg0s/laSvBajKlf3nGV/cO4eRnRxEBOTILf4Q4FoyjktLUOuxNJoYBJcgrOrz35Dmfy18tDI8evkvf5tyDKKExObgFpHnnWajNfIujhL+xyFTNXApFgCp18m6HstWBZ++85zZKU6beUuV2uRQ35QA1HC6u5/lhCdfWlXkY01G7IvbdSE9fLS+gxYSnFQo+Qn6+TySpW+A5dSKBwKSviaJTMzy8s7cNnqwx26/SGXkUnXrvMc3HqKaUoDQ9tSvd4YeQgcyqRD1z8WLdvv6XUzM297cvVasDwLHitLxpKqBtbz19wXdwjf6yEywfrNJ6lNAZz65K5ce4QOueobLD1/7pk7CiJUhYw1sP8gUgPTr1MxQ0hICIboGCdjLIq/Rrd20GtgYMeOHWTc4aiqVavCyHJ0dDQ11WZKA7t69Sr8ixcvPnbsWBgX0r6gfxYtWoQg2DsHla/4m9HALl++jKCnnnoKI0DhlYNcyKURJDSkpaWRiAVefPHFdu3arVmzxtRUql4DA87OzjSCheEM+wi5xX0xZSWZ0sBgfcj32KhAVFauXFmqVCmEoszFAWY1MKRGI2F18RaB+0VbT+Gv8NKBzOM2oUiPHDmCU9PMkqqBIREMmOEJcKI2bdqsWrXK6EtmRsEdoQONWlUwmcn+gskpvO7R98BUcBZ5jatXryYrwKgGpl83RtAeEniI5FutlmtgiEk3tE+fPuRTUFB0pNFu27aNVnMifamB4Q7S9KbRZSp6cLEUX7OjqYSaGjyY9KAhPtWKDh06UBWVDzJYu3YtbVKqpgaTk/ZHATBFUXpHjx41MxHEmII1MC3ow6hi6d/mMAq97F+yZEnxu+AaGJ408jGP+ravGQ3M39+fglTNTELNUMeOHcVvE9jb29MzTDz33HONGzdesWKFOsenEhkZ+e+//w4cOLBFixbff/89OktqvICqgWG4QO/LG80b2Lt3Lx2lf2VbQp+jQKNgak6WdnBSF1Ojj6F2TfL5558jt+q+rmYoqAYGnJycEN9wqmxKlCjRqFGjZcuW6bW9O9PAENnNzW3evHnoO2vWrIkCB9RPg7vUwNAf0NSnfO9Aw6FDh+g+qm8wubi40HINgi75r7/+MjNFq3IPNTDa//fnn3/WFxoyPH/+fCq0Dz/8UC20fDUw4OrqivEuxQe4xoYNGy5dulT/GGpAPklp06/eI8xoYChAPBeDBw9u1arVDz/8gDzLh4s1MFNYW1tjGIFnxFQr8QAgywfoF+XowdCTRu1oP+U9vTMNDOYKRo3Vq1fHMC779HmxRAMD+/fvp/UukldeeaV///6WDM3vuQbWt29fhCLnMpP02te3336L4SP5aKDnt3Xr1moFOHDgAFp++EvQcaPNUW0wo9BbYLg1Rk9nVAOrU6eO4QzmQEulKXYVejUM12jUAjSjgdnY2HTv3h0NBbXSGlQNrF69evAxtQ+kXgNDv0YL7LZsyX0pXkV2DeqLJuj1UHPoQAJx0LXhCZUv/Znn3LlzPXr0QItt9Ios0cBsbW3NpFAgDYz2+kdnJw1IyzWwCxcukBIJ6518LAEDFZiOqP9GM6+aiGgxSBfEqYWXBWC8B+vOVPpqn0VbcKBl0GyVI6FdPvC8PMSGt8jg6OwtJ20btZwsVSU9ycmpcu1FWHisLHxVA6tce+TYSX9PnrEFbsqMLR27zZWTyJVqjdCszimoBpaenqEuVTlwOPeV23ulgQWHRKnflDLj2nWeIxegmNHAQsNiauesTcleLxWvLd7xU8SGdXCnzohvOt4nDSwjIxOF1qn7XI24orq71MDkTn1wW3fmfouCMKqBGbZPFKttGreaEhOrnTZFkcqjjp7Q7spAhIXFyCU7TVpPjc2biBkNDGVy+KjLzz3nyQU6eic1MFR7+SWq7KzGaM9iVANTN2lcv0l80FqCp0nqIs3bTafFXgAZW7L8gCr6SofbN2DYiuCQfKwepHD0uGvnXvOlxqZ3UgOLio6Xn0Br0HxSZFSeGgVmzd0pj9p3ULv4IF9wmctXH5bPAlw5Zc2fKQ0MoBJWzVmkqHG4tMtXctev29rn1i75NT7zmNfAztl7ygTNu1lzxZvydkoNHzVhPXlKWAN7WERERMDA2bNnj35G/kFyZxoYoGEe+Pjjj42+TGZUA4Olv3v3bhovSV5//XVY+vqNH0xpYPL7JuZRd2m7rxoYwPh5zJgxNB4mMKr86quvli1bprEyjGpgABdFi6skSK1z586az14AUxpYZGQkzbeYR7VP77kGhqE4rB65T74GzcbsKJkJEybIySiAQoOtumTJEjMWItGvXz/Ef/HFF40ap8gh7dukrkm6VxqYh4fHgAED5Lb8GgqkgdFEBIwjuVIQF26hBoaHguZJ8q2cKmlpaWvWrMHF0qoJDaoGhpxQ+ka/vKAHd5PiG1XEgaenJ0JhXNPEjoxvHs3sKGzJ6obvhUuQ5zZt2lioXDBEIdLAHBwcypYti2pRpkyZkye1g9EHhuzP1C2DTIH2hd5Z+Prrr4VXwTUw6njAt99+W8M06lcf7rcGBnAVCxYsIIFH8tJLL2kuCiUwffp02eGVLFmyUqVKLVu27NatG51L1cC8vb1pkkXzBQvJkSNHDMkY+QCShN6Y+OKLL0xNstAiaLQOmgi2trbdu3enrZwkderUyfeb/HeggQEMGtBlylfgCbS2mvtyBxoYhgK0sR7A84KeslatWihwQMV7lxoYOiGa+txgbGEiwONJJ9LsvYsOdeHChbTGX4IHBKMfUzdLcr81MDxleIjoKE2h0cVaooEBXCNahsqVK1MJELjGpUuXmrlGHx8fWoOCaMIrL0Y1MAxHfv/9d9lD41FCfWjevDnyjAzAhzUwPbgLaCLo7uAvRvz51r37xNatWykb5vdqI9zd3WkY1Lp1a1kH7kADc3Nzo5ewYMmgcUPbhaf49OnTaFHps3MWamAA1Q8HYiD7zTffyNqOKodWWsQwwX3SwGBhykySBoZhfYE0MICLQlHAKMUwQ14UjAH9V7tU7lgDg3mwbt068UJX3te7AEbzZkSgO9DAcLEoK/JHnwJ7A43Vrl27cMmoQvp1YHesgRmtkMCoBkaEh4ej70NfRjv4EfXr19dY9RpwRegUKBuwiHr06IEuBiY9rmj79u2WrANDCrBFqfnVpLBjx447WAdGGth77713BxoYHk+6C+p+yGZA5gcOHEiZf+uttzCAwaCCMo+/dFLV8Dt//jylr856mAHpDx48mNIvVaqUJn2yyfUaWOnSpY3O9QDWwO4hfv5h1XL2fCtXdaj7JT8RoGPt38cpGlxn5cthqgZWv9lEdf/AzKws9UtCLdrPuJUzxQ8KqoEBnKvtz7Obtpk2YOgKKUGBe6WBhYRG124kNLCqdUf37p9n5Yfqpsz8R66ZM6OBBYdE18pJMF8N7NhJsS3w/dDAMjIy1VItV21om06zcfY/l+ydNXeHVIDuUgNbvGy/POSf7bnfsSeMamCqfJWvBnbwiPHJF/NCmikNLCMzc/qcbXLzRpRJ646zUCYLluydM3+XLBOpgUVExMnPdzVqOUWzVaYpDWzpyoPkCWdeA0OR3spZGkV4eQf+vuDfBjlrE1XXqsNMTQZUMMCbPXenfPTo0sZN3rhg8V4kKFUxqYFFRsY1aC7Okq8GtnuvRW926gm4GSHvNdyS5eKpN6OBgdDQGMRsqdsKFQ7l7Hste68nYGN3WfrjSsnTPOY1MHtHL5kgKpWmBchxS/F381YxmaAeMmyMdu841sAeCnZ2dnJO5rPPPrN8+cs95840MIyc6Ytc4Omnnz5wQNttAaMaGIHxP84LIwu2jLRHYPJrpkBNaWAODg7wx5gcphaMC2lf0D/yp7oS635rYARMIYx+f/75ZzLEiAoVKqgzNqY0MIDRo7OzM+zBypUrSzULtrBm9sy8BobyxMifSkCDoag2qO9w30MNDM373LlzyVDC4B+FMH/+fFhMKFXYzqTr6D9ODGBQbNq0qUuXLrSqiYDVSTvmmcJCDQymqPC6FxoYbhDMKLpGGHSdOnWCXUnXCLOR3oYvkAZGH9C6Sw1MXShiHlijKFgcgkqCjCGrq1evxt1B/ukBMaqBmdK0NEhNy7wGhlPTu6QyPm69rJ/0j4q9vT0druLu7j59+vQaNWpQCpSsJW+FMkRh0cCicra1JfBw5vtq9n0iNDSUJlwaNWokvExDPRBQn/aCamB4Gskn328mSR6ABiaJjo7eunUr2jg0CjgWhaMOEUjCAb/88ovmNQ39Xojo/6ibN6UE7N6925DYY+iMhZeOYcOGIQIaR1OTLPRWQsuWLcVvHehc0aqSUgJQJubna+5MA5OgB0XfgI5QFqA6U1ZQDSwkJITmuNHNYAyheR2bJrPuUgOLiIigRwDdkvDKC8Z5dB8vXhTvxmrAI4DK3LlzZ5qPQ2o78u5aq+e+amB4qGldI8oZfYmm46cxloUamATXiItCpyWv0cz3wJBPOovRoQ8wqoGhR6dy7tq1q2bTcLQt8GcNTA8GMfQUECh2L6/cL+Q/SFDr6JGvXr26GamDoB2iwd69e4VXwTUw/FO6dGl4fvnll3KAKIE9gCDLNTAVDAeRQ5IcYAuZj3zPNTCSalQJijYnzHcvxAEDBggvYwQGBqIjIBXE1D6HBH3mCkVnNI5RDYxWHpcvX/6On1DaVOTDDz80eo1GNTB0oKj8aDRwXTB+hK8BDAyokFUNjLb1M3UKvQbm7e1NdcD8Xog4kX7FswQFArO/fv361LiZtysw2CBrdtq0aZorCggIQAOIFMyP+Pfv308pTJ06VXMvUKsphQJpYNRW4xGThXYHeyEuWyambs1z6NAhyjweDU3mUXsxuEJSqomI9OmKLPwiF6w+tDBIH4McjQkdFBREu22oGhgeKPjkuxciun7hxdwFGAx07pn72Z5+g5elG/vIUEZGZtecD2XBTZy2WQSY1cBAcnJqy/YzKLRc1aGubrmzP3eggZnifuyF2LzddLlXm3nMaGCGBC3dC/Gyp3g3/35oYBfcr8tFRU3bTJP7LgKfq0Ey6C41sH+2537dasGS3GEGYVQDi4tPatLa0r0QcRXCNy+xsQkykTqNjexSaFQD8/D0lxeOw/GT/MG16yEVa4ogqYHFxSXKYq/dSPu1J1MamFrlNNUDqHshtlP2QlSBJy58+erDP3XNs6mg+rE3DVe8b1bMubRGLae4e+TOUOOBrZTzfTKpgd1KSJYiU757ITo6G/94TGRUPOpz07bT4Fp3nOXnrzWdYOkMHL5SpjNjjpiOMK+BEZlZWV4+gX9vOdW7/xJ10d74KULuQkmihSHPnr8u1hhV/jfD9x9yhDtwyPFmoOhZLN8LcaRlC8u8fQIpPhzvhVgYwEBd88psgeam7i13poEtXboUwyeM8ToZtr5///339ZMSZjQwFQxoYTHRO68ff/yxOk1hSgOjT59gCHf69GnhlR8PRgOTYAxjZ2fXtm1bHAvUQbUZDUwFQ01YqTSwRGRVJc13L0QLh9ngHmpg9vb2KEPUil9++UUz14TbR9/KMjURRKDQHB0dO3TogJgAlrsIMAbuCOIgh0ZnwzCqp1lEo3sh4rYKrxws1MCcnZ3pGrt166aavQAPNc1CFEgDo3ndO94LkeYPTe09qAHXSMY1DBzNe/yAqqWqgcGuoflAU1+H0YCLvbO9EO9sh3wCt3LNmjW0ayJsRjNT6IxKYdHAqFqrWLIM6z5RtWpVZKBYsWL6tbca6Mv2wNU1dxcINHPk+ccffwgvBb0GhvaO5jJMLbT09/dHu69OdT1IDUzi5eVFL+xIdRAdAE3y6qULoNfAEJ8mHPv160c+Gqg1xwNsZqyAfghxcHfUApEkJSXRuwmDBw8WXiZAsVOzC/TfrlSh6WkMTXCI8FLIVwOT+Pj4kOBUr149WSYzZ840k7heA6M5axSj0U2W74kGhh6CunxT3RXdWZzL1IZIkqtXr1LjXqdOHVNiEnFfNTB6XlBomqESgfqG0IJqYBKkSeOzmjVrGr2JAJ00PSlqrlT0Gpi8C127dtUfwhqYKahkVEytOn0A0G3FSNHo64GS0NBQ6gIwclKbPtgGVG0WLlwovBT0GhjGPdT6Hc77PWHCQg3M29sbQ7Fp06bpqxbOSKKIp6en8DKG1LQ0zxS4Aw0MGaMBZZMmTeTTQb0AnlzN+JtAd0zlgIaCfNAQoXvFRanXTmzdupUuykx3j2MRQR2gqxjVwKgeYpCtf9UOnD17Fq00Cl+j66hQv4OTGm3ljGpgMLrg89133+kv06gGRr0PToEaKLwU9BoYxtmw9uHTrl078tFAYiFMIFkn//rrL1ypftkTcvi5YV9KNHpmCuHXX39FnDJlysj6KbFQA6PXJL/55ht9CneggSHbH3/8MUJr1aolhW2pbGm0ar0GhspAHW779u31rXpQUBAGVygQlDz5kOb01Vdf6UdERjUw9MjUc2FAYiZ9VB7yoe97qXqexKgGtn79evig6ze6eh5GKdUxCxU4Jl8OHXXOXS9Sdejfm09lZmpv64HDjnKmHpHPWOVuJG5eAwPLVh2mULixk3P3zyyEGhguXCouVeqMCriZpymOiU2YM38Xsg23Ys0RKVd4et2UhdN/yHLyJNIV7bBctWGu5/NMfsXEJEjJrVbDcWHhQrm5HxrYxi2npee/+/Ks4/H2CbxXGpijs7esSz/3mJeSmtu/o6mYt2g3BcFJDQzF2KvfIvIsV22og1MefSU2LtG8Qkakp2d07PaHTERTZ4JDous0EbvwqRrYPzusyBNu+648Ozf6Xg+RZSI1MJylU/e55ImzaGoakpWLnFQNzONyrtLWsZv2k3v/7rWlILgpM8X2vykpacdPnc8WbA47ObnkfnwLg5Mly3NXlaEeigAdO/61kdG25F2Q5+cfJuU9qYHhLvQbvIw89Zd261ZSixwlu3o9IwoZERef2LzddIr2Y1UjEh0K8JffFlMEuNXrRB9hVAPDw2hl40HC1emzF9W+5vhJN/nEdegq5kDw+NRuJO5y3aYT5NNE4GGnINRPlxwl3rwGFhEZVy9n2R9qe3Jynhc4fHyDspuCmf/gr9zFNDQspkZ98QGzOo21Kunps+5SvWMN7MGAgaX6cQGAwZUIe+DcgQbm4+ODsSKGQxjtY2j39ddf43C9ja/XwDw8PDAqxsBVb79g7ITIJUqUUCcVYZHBE0NHjTURExNDBaiOYCU43axZs3Csaq/dPw0MVw1bG9elt7hTU1OrG/Ztw1BTeBnTwGBe4XAYPlJ+kMBiQmQU9f79+4XX7ds7d+6EJ8acGoMUQ32aOjP6MhYM26VLl6JYrKyshNc91cDIWsTgXH9zcUc0GhgKbceOHbhq/e7oyCe9/YlDhJcxYH4izpNPPokKLLwUkAdSVVXjmoxT2H36i7VQA0N9QxyUPApHeOWAwjejgXXv3l14KaAY6Urff/99aVUhHdLAUDjkQ+g1MBQUTdqXK1eOfFQQCmurZs2a69aJVyVgxNGUgtFXOfUaGLJHtfeHH34gHxWEIn1YVWvWrCEfXAJtA4NLJh8NZNo/88wztMIP8enyGzduTBFUMK5YuXIlCkFuwIMnFz9RzeSaOYm7uzvSefzxx3GLhRdjlsKigeHu4s6pGJVwHgwnT56kPFSqVEk/byLZtWsXRVMFdoKmIYwqQ+iT6Ch1Op4Ef6MPGPo8EjbU9ve+amD0ykaTJk3Eb4Vuhq/0ly1bln6iAcXDBh+0SuSjQlsGqRoYIPkdbbps6SR41MuUKYNQtCaaMYQKRg90UtniqMgvisn3YtAoUHz9NqloQShI8/q2BnrZBOjffUb5U2OqamB0N9Ep6q+iV69eCPr2229lkJRz9LOr0dHRlLiqgfXp0wc+agqS8PBwmrLU9BkF1cAALbP46KOP9LOTuE2oAAitUqWKzAOGffBRtT0J7WP2zTffyPlro9xXDYxm/zFC1ecBxW6hBkabcGJkoE8E2UbQV199pa/VEtowAZ06RgPCKwfcaNpCCjVfJo4HmTKGwRn5qOAWI4g1MD2FZx0YQAtJk8KoTqYWTeLu03gdaMbBSUlJGKfCv3fv3sIrB7RFaAQQhPSl3mBtbU11xs1NbNwkCQ0NpTqWrwZmY2NDieg/Y+bg4GAqSAPNzus/IWteA8PQWS+ro0mnZm3FihXCy9ALkDpoVP+gNVgvv/yyfM3Nzs6OVtTp74KTk5OpIMm5c+fowjVNK0CrS+0hUG0e1DpaIapmW4LBLoIwwDDz/Nra2lLGJk6cKLxyQKuF0UL2KfNqYDSSrlatmr7dXrZsGT0XqgZmb29Pp9C/lohTyE351WFGjx494IOOSW/gYUhD77io7y2SiQgTQp8lUoiNBkmo2axcubK+oDDCoZtiXgNr1KgR4hgt6lWrVlEKRjUwPClq2RLHjx+nQ9QNTgMDA8nO1Ox6qtfAAPXgJUuW1O9wQqu+ECp3vSBztHz58vpeY+3atXTvNLMSpBoi/SDddpQYZlP6eBzIh/Y2xI3Wpw+LkdJXNTA0aKQajh07VngpwOhFECKEhIQIL+buSE1N7zMgd5FH+erDxk7628Xtalh4bGRUvNuFa9Nmb5OT+HDtu/yepEwH56uBXbp8Qx7eot30W7dELzC58GlgYN/B3Agjx61TFYvDx1zkzLu6LuS6X6j8ZFHj1lPDI/K0WgcO5ypSHbr+gSIl/9S09NnzcveXGzh8pZQe74cGtvCv3F0Kd+2xJU8QF58oxQ+4u9TAVNmgYo3he/bb09g2IyNz207rijnLj+CkBgaOHHeVGxK26zxHXk5aWvrchbtlEPJpZoS/at1RigbXqftc+bGukNAYdaWjqoH9tfKQ9N+6I1cDi7+VNHBY7nIlqYGBNeuPSf+O3ebK2h4aFtOlV+5CSVUDS0pKadNJrEJD/dmy7ay80T6+QQ1ydiBEceFJIf9bCclSc2rf+XdVSrzonrvocP4iI0YxoX6EbFPOTn0AKQ8ZuVoGSQ0MnDp7UeqXrTvOQrmRf3p6xqK/9sugXv0WS/VXA/yHjMpNvFKtkavXH5NFhAKZt2iPfILwj4OTGDYb1cBgFknBrE6TCeraPiRVPUdq6tFXaFcZmZkDhonvBcJNmLY5JWe7VBSsKk8GBYtbY14Dw20aPGIVhZarNnTjP6el6YkrnT5nGwXBHT8lBsNoLtRqgBuUlpZtr+Fa7ByuSIkOjjWwBwOMjkd3HRgyX9uwR3qdOnVobGllZQWrBKMmzYSSXgODpQYfGHf6WSnYIxSEf4RXjjCGQZ3m3SM0uTSlplk3Rjg6OiJIo2nd13VgnTt3RpzPPvtM/Fbo2bMngt5//33x24QGBiMF5p66GwoBOwtl+/jjj6u7fJMwBn/YSsIrB9q9CXaov3/uAmICST3//PNIav363I8C3kMNjN5ExO3WTwcdO3aMrELV4CJzFcUrfivQzFWpUqXEb2Pg1tDsWdeuXYWXwsKFCxGEIoLxLrxyyg0VVb5sJ8FTQLaMeQ2MMgZDSX+Np0+fpms0qoHBKvf21q5UvnTpEtka6tKFlJQU+ppa3759hZcBvQYGaGUbEsGTJbxyuGr4tgtut9TAYOKRLbxkyRLykSCfZJYifVWIpff+YT2puikBs5fSV2UnWNkUXz8Vg+uiqZi6desKr5x5GJzUxyf3rRoCjQbdEbnTIzKJlHFG/dwCEqcpIyQovBizFBYNDN2J3JsO4JnXy8sPEnp3GKB70y/URcMn51/QyOpfiaXPNaERRGsrvAzd1axZs2g6D6gamOx91UaZQC2nILVHvK8a2LRp0xDntdde06syVapUQZBs7sNy9jacOVM7ZFy6dCn8gUYDO3r0KPnru5NVq1ZRkHx53xQ0ZfzJJ5+oxQtQZ6jRRF2STTN6emqR9YsSUOyUfzklZBS0ehRNM++DzpK2lAWqBkavSKB70Cs09DYB2j5ZJmiyKfExY8aQD4HE5dSqqoGNGjUKPkhcM4IJCgqSU5Z3r4HJktGvZUQVpSDZowDqIV555RX9egL6ck+tWrXUaqDnvmpgGHDAB9nTDBNDQkKk/JCvBkZLT5CIfu6SXvrAzTUzC7BhwwYqNzQCalFgBEO1AqgaGG1pDU9NxQBr1qyhZoQ1MD0o20LyPTACzRrdLBgwsB/UGog2aseOHbR3K0CzrB9QokogCM+7HMKi94GJ9dFHH9FRqgaGPgWjKHhi1KhWRXt7e1pzA/LVwKKjo2nI1bBhQzUminHIkCEoUlxIvgtAKdtoojUqgnkNDFSuXFl9uQlWHDVQsJ3UIQEyQ+YWjBOYrPIWo3Aw6KcBLp566Y9jaVFLvXr1NBc1fPhwXJQqmOlB4Xz33Xc4HNHk21jgxo0bqg2vkYXIFsIhGpMSg3ga8ev7TRWclPoX9KHqwj508Sil7PMZUEsY1wIf3D5V90X1wFNAjQlQNTCcgnoZnEL9IhpOQX09oQ4zYCeTQYhhgHpqFAWNLlCXVPUF1juKF9Xy4ME8M+l+fn4kNRl9VUhC/R0aOvVNT2R7woQJ8orMa2C0jQxSUHeHoBToLgCjGhjAFannhT1Db6W8/fbbatcDm4R28Ed8tV82qoEhG8gM/NH1qF2Ju7s7JY7+S86VUM+F+AglH4DMo4uXmdfMSiDD9PxWqFBBvRGwM+m1SjQFMpMoBPjghqoCMNKfMmUKraQEqgaG54Ve+ChRosQ///wjGxk0XGjoqPEZMGCAmX6QKSg3AyPlln3mXfX6Y9wu5Fnpnq8GFhUVLyegy1cfdu26EC8LpwYWH5/U7uc5Mk7nnvNXrj26aevpidM2y9UzFWoMP38xtxBu3Upq3GqKPKRC9eFNWk8dkSOSJSQkqxseogCHjV4zfspGubwJrmbDsT6+uc/p/dDADh9zkZ51Go/fsu3sWZtLa/8+rrnvd6mBoTOcPme7PAoF1XfQXyg6uUmgdKoGlpiYou60ieo01FBE8hRwNRqMueKtfXNfBXW4ZkPx6TW4Rq2mjJ+yacio1ZVrj5SecKoGduLUeSmw1W40ftPWMyiT9RtPNGqZezfhVA0sMCiyVs4H3uAatZyMfOIsVfKeRdXAwBkrd6n/4Ywdu81Fmfw66C9VFBw7+W/5jT0UIyLI+Kgw1raXXdyunjx9QdalctVyNSQ9p63cpWpVq+G4jVtO49I2bDqpVlQ4VQNLSk7t1S93kVbVuqNxXROmbpJLu+Bwa9RtFfV4eQfiQBmfHEqjSm0hEkv3c895UqMytRfidmU1W6ce846ecEUh4AEfqGhdG7fkLk244H5dtkVwDZpPGjxyVa9+i1QJHwUrR+vmNTDg5X1TrutC2zVo+MoNm0+t/fsEqoTcd9Gw5ix3VHbgsJMsefzTqXv2ve7RZ6GMT441sAeGXeH7Htjq1auRDVNIa4smBNQ5fYyCBg4cCE8MtNRZQb0GhhE1bR7TqlUrDLfIE8B+GTx4MPwxBFXn32xtbeEJu0Y/tY1xHcaHsDF79+4t8wZg8tDiGFh8qtV5XzWw7du3Iw6Gphj6Ci8D4eHhZIGqG0joNTDkn+yRH374QR0zY9i5bNky+D/77LMuLi7C1/BmJw1TUWjS1iNQerRCDoWgliSsP9q1UiN33UMNjPQPDIbPns1d44u6AVOI0gGqBgYDFj4wZzCEFl4GUEloZWHz5s2FlzFw4bSuCCnMnz9fziHAf//+/WQLqF8ZB7gdZA5/+eWXchIVpYSbS5OlwLwGRvMGuNHqh+twipUrV5J1A4xqYODDDz9Ud97C3f/mm2/gj5urWlu4EHpVFPdRfZqMamC4CrJukLhq6OFAmhdFOUhrCHWA5k+q5/1KBcze+vXrwx8gfVUDi4yMfOedd+D//vvvq28AI83y5cvDH1etWluoM/S8lC5dWp3QgD+tkUDRqXIaHkYSxr799lvVKkQFIzECN1eeF3muVasWPD/55BPNFCg9gGgN0JoJL8YshUUDAyEhIX369EF96tKli9F93h4k6JZo2QdA5WvTps3UqVPXr1+/cOFCPNi05yZAr6Z/AQGsWbOGIqAJw4FoL0aNGkVHyaklVQMDNKOHcw0aNMjJyQl97YULFyZNmkSibrNmzUQ8A/dVA0Ph06CkTJkyBw4cQOOC59Dd3Z1m9IC6WIFmAPH8I0s0REALRZIACYEaDQzQYjI8pT169Dh48OD58+fxF//TTLEln2FDW0Dvm6MhW7JkiYODAwZSS5cupUYEZai5KWPGjKEz4h8vL6+0tDS0aLt27aJGE42U2g7qQXza/gjNVs+ePXE3p02bhiqBnxhJUNeuamC4BTRvi7uP7g2NFAoQIxV6ARyo6pHRxJGamriqgZ0+fZrm9+vVq4cLR4EjZRxSsmRJlAYpN3evgQG63Sg0PAioBrhNhw4d6tWrF80vqzIeQG9Bp0afunfvXlwyihS36ddff6Xc5rsy975qYOhsqHahZtrb26PQkDeMG1555RV0VDQYzVcDQ29KMZH+7t27Mfyia0Se6RqNLviQYBBAdxM5QU1AKeFWoj1BpcUwjqquqoEBesvsueeeW7RoEQYKyDbGNA0bNsTp0HnjL5471sCMYm1tvWHDBjc3N03j81DYuXMnNeMAdw0dAW4f7D053ITnsGHDjLZC6rI2HIjqSnIRqiJ6FhyoamAAg12KjLo0YcIE9DtUVb766iuSE/LVwAD6DnpecEa0mYiDnqhy5cpIB6DJzbdUd+zYQSlgKIlEYNJQ+lLuMqqB4fFEuwfwDzpEDAZoVh0FpVFQAJ59+QoChrloptCv0XMEMHrGEyeiGkCnTCWJIfXo0aPxTCEP6I7povAkmr+oc+fOUSaRJXSjOB0KFllF3gYMGEApazQwGBUksSMUNhLKH4WJQTaVDILUG2cU9Gt0UjQRKEM6Kf6nk6KnQ5BqK6IvoJ4R3S5MYnQEaNjRlCEDuFgyTlQNDKA9JMPMzCk0wwyUJC6czoKRCU6Bi8Ih8EFSmndgUSZk4SCpFi1awMpCUffv3x9tLzzR95lfMwR7hkoA50KXhCvq3r07Kj/KENUbnggyr4EhBbpAWEGaFGCIkiloVAPDE4THFldas2ZN1EbcL3pgUQHUd1EJpIBaRKGISSKxUQ0MyCVcuFkoOhQgBktU1Mikar3AzKO7Bn90vpT5UqVKIfNjx46lMtTPSmCAQbdDnz5SU61WDIfISIY/pY+RGKWPZ4TKQdXAACqDHMTiAcRwHb0k9bkAtpl+boW5S0LDYnr0FVvSmXK1G48/a63dzTVfDQxtXqceYgc5uFU5G6AVTg0M+FwNMqMI/lh16NyFuzVfTdu87Yyc+CbXvW/u3sIBgRFtOs5SQ1VXvd7oE6fzfIr1fmhg8fFJeiGKXN+BS6vl6BZ3qYGBqKj4Vh3El6VUV7HmCHVRl6qBgaDgqHadc6VHjUP2jhzP3bbLFJv+OSOXGamuS6/5UshRNbBbt5I65uxtqHG9+y+RK41UDQxs3nbW6Fk695wvF29pNLDMzKy1f59QFS+N6zd4WVxcnq1ikUmNXqVxo8avT0szubgZNaRzr9zVb6r75bfFNXK+SqVqYACNQIecLSX1rkqdUfsPmdvSnzh55oJcFmnKte4462Zg7qyxKQ0sIdHkVZDr+suCuPg85YYcVq1r8uw9f12kfuQvXw0M7N5npxE4VYfDNWWSkpI2VFkMJx3ahzGT/q6VI9OyBvYgwTh527Zte/bs0a9kepBIDcwMGEjTB4Rg+GPwiZ8YzdLhBEZ6ZIO0b99eGnRGvwcmN2b45JNPYBcsXboUQ/SqVatiGInBoeZDVhhT0Ut4lA7MQBkhMzMTBhqNJ99++20M+5EOxnI0g6E3ne6rBgabixQmDCBh8mDo+Oeffw4dOpSm2vBXXQOk18CAo6MjjeqRfxy4YMECJAJrDsNXpAkzWTXT0tLSaCcDQJM5Q4YMEWGGRVc0uEWCGMBjcPvrr7/SbBtKXh3zg3uogUVGRtIrcTAf5HlhdyP/MK9IMlE1MCRCu2sgAixf2PU4Ea6UNDyUgyrqGAUWPW13AUqXLv3zzz/jRLLClC1bVvPeNsqQtukCqCEoNxjpKBPUPRh0tBDKvAaGMqF7isNxx3GN/fr1Q01GCjg7vaNpVANDsmRfVKhQAbYDDBMqW5wd91rEzgHNAoIAkv3ss8/o1hjVwMDRo0cpKVQV2G6wenBTZOKa7ZRIpwRfffUVHk/YkqhISBO1iNYw4H/Nhpx48GX6sJE16eu3skR7QtUPD1TDhg0RHwVLJhsuX2OGA1jiFAqrrWPHjihSGOC0qAOXP2rUKBHPAJ4jmqUvWbLkwIEDkdrMmTNbt26NdgCRcS5+DdFCCpEGVghBS0TPuR5U4qZNm5rS6vDAk4KtgicH1ZQWQQONBoZ2EP0WBWlA66YZHNxXDQzY2dmRJqEBD7PadgM0Q/Tysgq6nNWrV5Mijf81c4vot2ghrR703+r8rBmcnJzeffddcZgC7pf68gWB5gBdgoiRFzSsmpbUKCdOnKDJMhW0np6enrRZk6qBAQcHBxqCaEALheGOpkBOnjyJhkzEyAFtHxKnjk3VwACNqDSga0GTTVNRaD1FVAN3poHhNg0aNAjtaXbqeenZs6c6Y07gjpBEpAGXjOZbc8l67qsGBlDs+mupWbMmnhd61yZfDQy4uLjoazvANQ4fPjzfa/Tz80N9E8fkgG4S3TM9ERoNDF0+jTtVMGRcsmQJxrVogvA/a2CPBLiVGNTqH3O0qHi6raysTFUe+K9bt47GUgQGZ3gAw8PDjxw5gjrwXF4NDD0FrC+1qmNEhUESDB6kg5+WaGBg9+7dGKRqHhmMcdeuXWvJ6ArZhnEo20CkT5mUcpdRDQyeaAyRQ8NBAjyept5pgmGG507TMr/zzjsYxRoVFPfu3VuxYkXNRcEoQm9lyUWdO3eO2grJt99+iw4dZhuZoPrtAZHDwYMHq7cP4I7AArHQ4Le1tf3mm2/UPOOkqDBob0nn0Ogr6KrIAJMgz6gqaCiooPSDb3T3mlOUKVMG3Sh99xg/9cMMGMkwA9RDMLxBV6h+w0CCw3GbyLKVoMR++uknNIkikmlw9zWtLnreQ4cO4YpIpDGvgYHTp09rUkD3iiYUKZAhYVQDQ55xc2FSGo4QoHMx+rE9DPnQg1AJowbSmkJTGhiwsbEhUdmQajZ4lmvVqqUvQNwIegNRgjzs378fmafny+isBOoq0keadAjA/+jv1LdoCdQlzVAK6e/btw/pU4eu0cAAHlhcrHx9m0DkKVOmWDh+YwpKSkravoOOvX5bXK5aHjkHrknrqfMX7YmNNSI95quBAfWTYN16/0kCUqHVwEB4RByyJ5Uh6dp0nHXwiLN+L7jMzKwDh50695wvv/ejamAgISF5wZK9dXLWw5GrVGvk6AkbUIAiUg73QwMDgUGRv/y2RAbB4djNW88Eh0TVayo2MLx7DQyEhcf0H7pcFgVc83bTz1i7X/UNrpSjA2k0MJCYmLLwr/31muYtopojRo5bf93PyLck9WBIsP1fG3ktcBVqDEddiolNGDhc7G2oamAgOCRa3QgUrk7j8X9vOY048lNtGg0MZ9mx+xyqujykQvXhk6ZviYlJGDxSbJ2n0cAIJxefXwctK68UC1zLn2Zu2nrGqJqFFKbP2S71Kunad/l9+y5rMwIYERIa029Q7i6XcLUbjV+/6WRoWIxU1zQaGEhKTsXD2CBnh0ZyFWuOGD5mLW6fiJQfNwMjUOxSRFQdqs3av0/cSsgzFDSlgQHEXLL8gGZlHlz95pNWrDmsSYfw9glEbmWC5HDJOG9yzsozwhINDLhduNZv8DKN8IlGsnf/JS5u2s+lgOTk1Jl/7FAzULPB2A2bToZHxMqSZw3sP4jlGhiGiPQaUNWqVfUDHkTA4BZsytnQyKgGBotj+/btpIiofP755zCy9PYgTMg6deogAxRNHbIi8p49e+Tu6ATGez/++KNezbqvGhjANcKO0wwOke1mzZppdps3qoEBjHjr1aunjo0BmXWa9xoBjIuOHTvCKKZonfN+AMze3r5u3bqapGDxbdmyRVPC91ADAxcuXKBpKMn777+/fv161BbcRPzUzKPC+p46dapm0hV3sHHjxkZNKj3IyaxZszSmH2wuU5bmrVu3fv31V9VAwLF//PEHcojyxE/zGhjw8PCQe9gQsCNgSsNwoHlLoxpYz549r1y5AtvEcIQAN3fDhg0iqgKekcWLF5MZIkUvUxoYQAWGESqfEYBbX7ZsWRjFIkYOSHn69Ol4SEU8Q2m3aNHixo0bKHD81GtggKZkNel///33+i0lCeSnSZMmMI1FbEN8lIO654oKHpCmTZuqNwWgcIxOUMCUa968uSYynusJEyawFWY5rIHlA1qWHTt2DBo0qHXr1jVr1qTJEVR6S1aqoclDK4OmBI/WmDFjqKH39/efMmXK5MmT9dMiAM/M8OHDW7ZsWaNGDbSVQ4YMkd+1UnF2dqZE1NlPIjY2loL0kx1gpeHbevoP1OvBU7Rq1aru3bvjqpGZn376CY+WvlEA6CHQmqCnQTQ8wHPnzqU3u69evYqcqF21ipeXF8qkXbt2SB9/R48erd8l1jzI4T///IMc4tToMnv06IGfZh5+lO3gwYNbtWqFfKLH6tWr1+7duy2Z+iRw4zB6aNOmDTKMc23btg1tPfzRd6JIMZqhaBLkBC2XLMD27duj2wsICBDBeYG/mvjWrVvNJ47hWrdu3RAZ9OnTh15NAmvWrEF8zQgGHRs80XOI33kxH4qbgozRbWrbtu2oUaP0HY8El4zRm3rJ48aNQ7mJYLNQNvSrPdArUH1WR2xGPSVLly5FkP4bb3iUZN569+599OhRGgYhz4ivmWdHNTaaCPrydevWqdeI8rF83SoGiMuXL6fyRCXEgJJWeeMO4nRoMTQjMww98QSheuNc6E3xPz2DOCPGTBj0GJ3rZwonaK7RCqHiYcBHxk/16tX1w3o9qDZozzFwx6MdmfNVQqTm5+eHmqC3l/DQ7dy5E9UJdV7uW4iHBfFRf9T4qGDwRPujTwQgt0eOHEFu9+/ff2eL6nA6NX38RYbhg16DIgBkTBXGUKVxsTCQ0Maip8v3pLAf7OzscL379u3Dgfk26RjI0kUhPsa7lncBAHlzcnJCR4N7gWMpb2j36KJMJYXbZ2VlhcZ848aNNjY2+hcIzKOeFBdIJ0W1MXVS9B3W1tZUgJcuXZIFiFqB+HqhDtAp0O9YeAoCQbAucF2olvl+AooKAafYtGkT4ht9fcEUuCKUG12Ru7u7vCLUK1NXpMHyFFQNDD9x7aj5uHHIuaOjo/naglAUMtKkaHj0kDh8TB2FqoguD88pjCJ1Jw0NyPy5c+eQeeQBfZ9MLd/LR2eNjgw228SJE82kj1GumfTVR1UF1d7BwQFd5N69e1F5UIVEAHM/CY+IPX/x2tETrgcOOzk6e1+9Fiy/YKQnPT0jJDQ6KCQqKDgqNCzGaMzk5FSEBueNExOTgJ/k4uPzWBkxsQkUGU4zbW2UiMg4mZT5+IlJKRQN6cflPamexMQUtwsoB7f9hxxPnrkQcDNCPtSmQGkEh0QjfWRJeCkg9IrXzbM2l1C2Fy5eN5UBZFJevmZ5EIFshIXF0FWEhsZoNDn18FvKqheA7F+7HnL4mAvurNsFXxIjcTtwU7JTC46Kis6dzEoylBWSyi6rvNnIzkC4OMRwQ400Pn43Qk+dvXjoqPPFS36UQ6oqlDej1wUQx8v7ptU5j6PHXVEJTUUzQ0pKmovb1YNHnM9au0fm3IXomFt0LciAprhQJtf9Qo8cz67trud96QNOKBMqYTj5CTeVlFRxljPW7vJex5g+iwRZwoG4BfaOV3AvTEWTpKamoxxOn72ISkiHmHkYNeDS/G6E0aXhpCSbZV+a4d6ZujSAXHn7BFqf8zhy3AVnx/MoAgoCEvG5GoRE9h92REGhJUGxiLC8yKcGzuiDg6QuXb5hbXsZhYDH5/IVf6q6ZsDDi4p3xvqSg5OXj2+Q0SqKZHFe1GFT51VBq+jk4o36bLgRXuqTYpTIqDhkGCWPo+gDilSpqP6r2ycy/xEwLMdoJ18wPsRQh/43uic8KjOMeoTKIXF0dDR+YjSl76EQGUYWhn80CMRw3fw4ioaUQD/qQ1JeXl6U1IEDBzQv2UvMZAbjTARhzK+3UJA4mXKWDLYBUrC3t9+xYwdGlSdPnlT3spPI4THGn8IrB+QN2cCBuBaMMDG8NG8mU85BhO4DLkgKp4CdgqRgJGJ8KwLyQtYxTqrPDK6d7CB6s00FiYeGhiJI/xEQHAVLCoYD7CP8Q7dVxjc6/Usj6l27dqHQkGHcIxFgMcg8ymr37t1IBEnp54c1oIqePn0aNhEiyxIODw9HDvM16AAuB8YRDDoAU11WXRh3mmtE4lIDw08cCNtk+/btOBDGO24fRTMKIgcHB+MWUDQYkkhc/tSD23306FHcbhgmpp4CApV53759GzZsgBUml8rJp8DUk4j7gttavHjxrl276hVTPbjjKGQccvz4cXVfRFPAUqOaj/LJVwFFZCROdRsliSokAhjLYA2sYNAmh8WKFVu+fLnwYhiGYZiCYGNjQ+8H1a5dG+NdjPNEwH8PjQbGMA8RjQb2SBMTE/P1118/9dRTjRo1OnfunPBlGIZhGIZhGIa5n2g0sEeadMPiv8cNXyQxuikI8wjBGljBQO2nzVJB6dKl6QsKQLPdKsMwDMOYYd68eXIlO0ZU9LmvfF/dKnqwBsYUHoqSBkZLJNHOvPTSS2+88YbRl08ZhmEYhmEYhmHuLUVJA0tLS3NxcVm5cuWHH3749NNPX7qk/Qov8wjBGliBSUhI0H/ry8I9WxmGYRgGZBm+9aX5/FWismX8fwTWwJjCQ5HRwDIyMmh1Kf7S5yv8LPj6GsMwDMMwDMMwzF1SZDQwGFO03yD+6d+//xNPPMFLwR5pWAO7Q06fPj1kyJD69evjwf7ggw9YCmYYhmEKCsZSly9f3rZt23oD+u3IizysgTGFhyKjgTk7O5cqVap69eply5YtVqzYDz/88B/U1xmGYRiGYRiGefAUGQ0sNDT05Zdfrlq1avny5Z988sm33norKipKhDGPIKyBMQzDMAzzcEhPT9+8efOGDRvOnz8vvBjmIYHauHXr1vXr1zs7OwuvRxN/f/+JEyf+9NNPzZo1mzlzpv6D3gzDMAzDMAzDMPeDzMzMAwcOwKp61D9LHBERMX369A4dOjRq1GjkyJFBQUEigHk0YQ2MYRiGYRiGYRiGYRiGYRiGYRiGKWqwBsYwDMMwDMMwDMMwDMMwDMMwDMMUNVgDYxiGYRiGYRiGYRiGYRiGYRiGYYoarIExDMMwDMMwDMMwDMMwDMMwDMMwRQ3WwBiGYRiGYRiGYRiGYRiGYRiGYZiiBmtgDMMwDMMwDMMwDMMwDMMwDMMwTFGDNTCGYRiGYRiGYRiGYRiGYRiGYRimqMEaGMMwDMMwDMMwDMMwDMMwDMMwDFPUYA2MYRiGYRiGYRiGYRiGYRiGYRiGKWqwBsYwDMMwDMMwDMMwDMMwDMMwDMMUNVgDewhkZmb6GYiPjxdeOXh4eISGhoofjxQpKSm4IvwVv++OhISEM2fO/PPPPzt27LCzs0tLSxMBDMMwzL0mIyNj0aJFv/32m4+Pj/AqcgQGBv7yyy/dunVzd3cXXgzDMIyB5JS0eYv2TJ65ZcqMLZOF+wd//1jw78q1R46ecI2K0tosDPMIkZWVdf7itcXLD/QbvOznnvO79f6z/9DlazYc974aJGIoZGRk7t5nN2f+rus3Hkmr3Aw3/MPwXM/8Y3t4RKzwYhjmnpKWlrZ48eKBAwf6+fkJL4b5r3Lt2rUBAwYsWLAgMzNTeDHMQ4U1sIdAbGzsYwZWrVolvAzMnz8fns8++6ynp6fwKqzs3r37lVdeQVbr16+/devWlJSUuXPnIvPBwcEixp0SFhbWpUsXpGwoIcGLL744ZMiQqKgoEYlhGIa5d9jb2xcvXhyNbcOGDTMyMoRv0cLDw+Ppp5/GNR4+fFh4MQzDMAZu3Upq2GLyD1WGmHIVa46YM39XcnKqOIBhHh1iYxOGjl7zY9WhmloNV6H6sEnTt8TfShJRDVy/EYoKj9Cevy4SXkUF1/O+uK4qdUZdux4ivBiGuac4Ojo+/vjjsDhatmwpvBjmP0lmZuZPP/2EZ6F48eInT54UvgzzUGEN7CFgSgPr27cv+R87dkx4FUpSUlLeeOONTz/9tFmzZqpYVbt2bRHjTrl69eqbb75Jqb377rsNGzasW7fu//73P/L54osvIiIiRFSGYRjmHhEQEPDaa6+hmZ00aVJWVpbwLVrcKw0sPT198+bNGzZscHNzE14MwzCPOFIDq9N4/KTpuevAxk3e2L3Pn+WrDyPBYPCIVSkpd7U3w/mL1/cfcjxrfSkjg98INsfFS34oqDNW7ndfUIlJKUeOuyK14JD/4tuESUmpv/RbTBW4Xec5K9YcQVHsPWC/dMXBRq2mkH+fAUsTEnP3MomIjGvcasqPVYcu+muf8Coq/Nc0MFuHK/sPO56zK+yvFzNFCVhVr7/+erFixWbNmiW8CkhKSsrWrVvXr1/v7e0tvB4gqamp27Ztw9m9vLyEF8PcEVlZWXgKYH3jibh27ZrwZZiHCmtgDwFTGlhoaOjYsWOXLVsmfhdWLl68+MEHH9jb2+P/mJgYZLhDhw59+vQJCjKym4TlZGZmfv/99yiWF154Yfv27cLXsJz8999/pxLr27ev8GUYhmHuHQkJCTdv3iyqAhi4VxoYCgqdFNIZP3688GIYhnnEkRpY118WpOtEFy+fwBbtZyC0XNWhdg5XhO8dMWXmP0infZff71JLK/LM/GMHCqpNp1lJd732Lig4qmbDsUjt5OkLwuu/hKOzd7lq2SvAJs/4Jy0tXfgaSE1NmzB1E4J+rDpk9z474WsAxR4aFpOZWdQGRf81Dax3/yW43h59F4rfDPNAiI2NDQgIED8KTmRk5Ouvvw5bQzNb+GCIjo6msy9fvlx4McydkpWVFRgYqP8GEMM8LFgDewiY0sD+41hbW9Oy8SVLlggvhUaNGiHotddeK8JTtAzDMMx9gjUwhmEYU5jXwICjs3fFmsMRYfyUTcLrjmANzEJYA7tXLF5+ANdevd6YgJtGdhOJir7VqGV2zf+557z/go3JGhjDFH5YA2MYhrlPsAb2EGANzCjLli2jYgkPDxdeCrSKFiQmJgovhmGYwkpWVtaNGzf8/Pzke0/BwcFHjhzZtm2bo6Oj0XkWeUhCQgL5XLt27fjx45pGD9E8PT0PHTq0ZcsWW1vbpKQ8H7EwCtI5evTohg0bTp8+bXTR+7ClAAD/9ElEQVRHWXnqmJgY4aWADDg4OOzcuXP//v3nz59PT8/zGrWesLCwU6dO/f333wcPHnRxcbmDT+AmJyfb2dmhrHbs2OHs7Gy0uFQuXryIvK1fv/7YsWOmdlqwRAPDzbKxsdm8eTNy7uvrqzkv7guKCIX/3HPPIZ0BAwbgJwgICNDnEKXk5ua2d+9e3KYzZ86Ehhr/rj7OiBQCAwMpBdxNXC+uPd9L1oMz4u7IM4aEGJ/eMn/GW7duIVSuCMRfLy8v1FsUi77mBAUFnTx5ElUr3xWElLd9+/ahbE3lLTU1lSqhUWSGVZDbc+fOIc0DBw5cvXrVaB7g6e/vjxQw9CIfXLK9vf2ePXsuXLiQlmZuFh7ZRhyZbVNfPKVCkzlE7UW1R8bMlwlABB8fHxQv0kcJIx0RwDAPnHw1sMio+LpNJiBC974LjS6OiYqKd3G7euios6Ozd3hEnPDNAR1BaFhMUHDU6AkbkEjrjrP8boTiJ1yyTgxD+h6e/ifPXDh4JDu1qGjjj0Z6emZIaDRSSE/P/owlHqibgRGu531JXcNVUGhqquizYmMT3M77Wp3zCLgZYb5jSkvLcPe4ceLU+SPHXd0uXIuLM256xMQmIP2ISHGxiUkpF9yve/sE0k9T4OqQT3tHL0pcc3UIzS6okKjxUzaioFq0n3HdL6egdGJYWnrGpcs3TpwW+YzV5TMhIRkHnr94rUb9MUhtx+5zlFRYeKxsoHBn4ROhu2UgI0PcNc3nsoiExOSL7tePnXQ7Z3fZ91pIQfdsxF0zZP6CIfO+uDsiwAQoGU+vgFNnLx484uTg7C2LPV+mz96Ga6/bdAKuWngpoCYsW3V4yowti5cfkKvEZHWNjzdy4ahRyDnqp5WNB2437oIIMEFwSLSDkxdV5shI4+/C4wEMzr4vMXRfcIrLVwLOX7xOoZKExOw6hhKzsb2MapxfJ3MbCeLUh4+5XLzkR891QTUw3FZc7NHjrsdOuF29FkxnvHUru16FhYncEqif8MRDR8+jBtTz7EOyK57wUUlKTsV1HT3hevzUeVRXU7pvZGQcEomKFmWIvPn4BqEoUFC3EpLJk0AQPf7dev+J6/255zz8DxccEpWady0goGtETUbz5ex61dTzbgZqfPBQHzjshL83/MPUkmEeCTIyMi5fvgxrAqNoWD0pKbmboxIYyWOwZ3TMD0Mpe6jq50dGGRoQRMNPo+M6hF6/fh3j540bN549e1YzJKYhJSyIV155BbbG7NmzDQkbPy+SQp4xBkaeMbLF+FMEKMjMSOsS42EM+zG4vXTpkuYy6ewY+r766qs4+4wZMwwn98NA2ujZYROZP7sEKcP+hVmHEkb6+uI1D86ObJw4cQLWJf6asnEkiI+rw7lg/MJOgX0hAvKiv1NxcXEwrmEqwvzRfCEbeYbFRLawJda3iiY/OKMIMAFulpOT065du3CbcDrzZasHp0P+d+/ejeLC5ZCxAzsL50VR4B+KBiIjI+EJO078VkAiMG0QijjCKy+IgIpKZ9HXZAnqG50XpS28ckAKKP/Tp08jBdhZOJ0IsJioqCg6HGUL48u8WSeh8yJXuN3kQ/WTStv8zcWxqPYHDx7ErYQF5+vrKwJyQD1BykA+cRqQSYqgOVFMTAxdC7KBmmbhtTB3AGtgJjl06FCHDh0++eSTl1566Z133ilXrtyIESN8fHxEsELTpk1r1KixevVq/O/q6tqlS5ePPvoIR3377bdjxozRz3yZ0sD27t1bs2ZNJKVfK4qmatOmTc2bN0fKJUqU+OCDD/A/fPRNCYGmauLEiZUqVXrvvfeee+65zz77DJncunWrqf6G0m/RooWF6aNj6Nixo1o4w4cPN7Nh8dWrV4cMGfLFF1+88MILOOSrr74aOnSopjDRMqLts7KyEr/zMmjQIJTYG2+8gXZHeDEMwxRWMJZ65pln0GotW7YsIiICDWbx4sUNDX82aJlhMGhaMxxCX1jctm3btWvX0BfQ0liM0kSM27fRLJcuXdqQhgAt/MiRI00N1zA4Q/tM6RBPPPFEgwYN3N3dRQwDGKWh5UfolClThJcBdEZoe2nZk+T9999fsWKF0d4B4/t69eqppwPoI2DCaQwJU2Aw2r9//5dfflkcbOD111+fN2+e0RROnTqlv8C6devCvhIxcjCvgYWFhXXv3p1umeSHH36AoSVi3L69c+dOEZAXZE8d5mLM+scff9D31SS4+40bN8YIQUTKYeXKlQhF54g7uHDhQjqqYcOGpjpfo+CMc+fOpXc2JThjo0aNYA+ISDlgrILQzz//HBb74sWL6Yz169enM1Io6ieuCGOSL7/8UpZtsWLFUNNoRA6bB4UMHwoCSMHo+yuIP3/+fH3ecI2w7kQkA7A66AYZBcMYVQzGM/XLL7+oXyQF3333HSq85rHCUXIegWrX888/T/EBjHxYGvpxBbL9559/Ysgh4hlAtvHswEYSkXKAuYLQTz/9FI/wX3/9RUfVqlXLfJ2HZfvNN9+oVReXM3DgQP0IkGEeAPlqYHFxiQ2aT0KE4WPXCq8cAm5GDB+ztkL17FVi5H6sOrTvwL+u+ubKxlHR8fWaTpQRVGd9zkNEyp5cuH3oqHPbn2erESrWHDFm4t+hYdpXNHBeknZ8r4d4ePp37jkf/9dtOiEyKvshuhkoQi+4Xw8Ljx09YUOFGrk5bPnTzEuXjUyKJSalLFl+oHq90TImXKVaI8ZN3hgUrP2Y1ow52eIKSiwlJW3pioNV64zCzz+X7BXBOnB1h4+5dOj2h0wZDlc3bfbW6BgxARcTk0A3Qu9Oncnt15KSUnDG6oYLlA75HDvp78Cg3OmqLdvPqhGka91xVlKSmAXrO3ApfDr3mk8/VSIi4uo1y75rq9fn+VI1Mjnj9+2Va4+UCcIhzSPHXS0x05KSU5etOkx3R7pK2Xd5g9GlWkjy+KnzP3X5XY2Puzli3Dr1Yk2xYs0RxC9XbRgKX3jlB6pQwxbZtX356jwDhoSE5PmL9tRokL2oTromraf+u9fOqPBj53Cla+8/8TjIyMjGb0OWX/HWTjiu/fs4Qpu3mx4fn4S7RnpznwFLRfDt26ghKPMqecu8U/e59o7G9yZFSQ4ctlJ+yQ+uWdtpNraXC6SBWdl4tO2U+zCWqzoUWQoOidqw6SR+Nm0zVVWezli7wxOFE3DTyGBg2Jg1CG3RfobUpInYuMSZf2xH1aVTkKtWb/SsuTuiDA+yyi+/ZX/XbejoNSjtTVvPqE8KnqPVG47Lu4DmQnObyKHaqA9+Rkbm7n12KHY1Diq2+kiaBxXe6pxH+7yVE3cctwb1zZLHgXnoYLS2Zs0ajDPFaMwAxorjx49XR54wwTBmg6WgmgYAI8aWLVviEAyt6VVCjFFpdI1kKQ6B+rB///4ff/zRcAYBxpadOnXy9/enODQO14OxpZoZDNrXr1+PM4pgAzAJx4wZo0YDUVFRNAjfvHlzZGRkr1691MHz//73v2PHcpv3devWiYC84HJUSwdnx9AXxosINgBDctSoUfp5fwxrMbh98cUXRTwDZEta8oAgztGjR8uXLy+ONAADBANyWHYikgLiHz9+vEKFCiKqATJ+L168KCLlALvgzTffRAQUOwqnd+/eZA4TKF769nNKSsr06dNVyw6X888//1Ai5kF+Tp48WalSJXGkAeQfdhMMHxFJAQU4dOjQl156SUQ1AFN66dKlFtqG3t7etWvXVm20jz/+GGUCIxT/w9RSbUNcMjxxO8RvheTkZHooYHAJrxzwyMC401hJOGOTJk2cnZ1FpBxgoiIUBasxcE6fPl2lShU6lkAKeJQs/Ard5cuXcTr1MsHbb789efLkfBVWREBMxEfeYLuhfqq2YcmSJf/9918RNS82NjbVqlUT8QygTYDFp9qG0dHRVNtHjBghvPKyatUqhOJGSM0Pl9ysWTPNtZQqVWrChAn5XgtzB7AGZoT09HR0RaL2GRodehUCoJfatWuXiJcDnhMEjR49euHChYhAMSWovpoGzpQGJhdC4ckRXgZCQ0M1D5sE/vrpEnt7e8oSQF/4wQcfyCeqYsWK+qnSsLAwU+lXrVpVkz4Kp0uXLiJYVzjqd7wk6CE0E1UEnnwLV8KhgaCmBA26JZ0lwzDMw0VqYL/99tsnn3yCf2DzdO7cuXr16rSKCMPxDRs2iNgGpAY2bdo02CT4B6CdlJ9anDJlCjXmX375ZZ8+fTBEljoEBpH6d8QWL15MoWg/a9SogbOjCyAf9BGqHoMBt14Dw6gLg0t4Ig8tWrSYNGkSbBtcBc3aI3FNa3zhwgXSrnDh6EMxBh07duy3334LHzB48OB8x+7ojL7++mtExilKly7dtm1bDIXRy1AK6Ho0ogLMP+pzYZZ06NABBYL4VOwvvPDCwYMHRTwDZjSwgIAAUhZR/hiDjhw5EmUFewA+OGTLli0U7dChQ+hP4U9lCPsEP0HZsmWlwYky6dmzJxURbtPw4cNRDl27dqU7+8orr/jlffWPNDDUEAxzKVnQrl07C+0cgDPCOKEzwhylM3br1k2e8fr1PC+Sk3UNc2jixInyjChqOiOFovrh3qGK4vLLlCmDkYC0XVE5YSGjkHEsso16RVYEQG3ECIHOQiBvqKiUN1iSw4YNQ966d+9OlQ2VUH17DsYMbC0qUgnuPmUSFUPWcDwRX331FTyRDVRR2Bj07hF8nnrqKWSPohFSA4PZT7ULgxY8L+XKlaOUcY2XLl0SsQ0g2/369aNso2Joso1KrnmDhzQw5BbRZJE2b97czE2E6UhVF5eMjOGuwTgnH1Qn+Voiwzww8tXAvH0CSfPY/q+N8DLg5R1IMkmNBmPHTNywZPmB8VM20c57NRuMdb8kWryY2ITOveY3bTOtWt1sealCjeFN20zFTzhHZ/EKHR69pSsO0qw9/CfP2PL7/F0Dh6+kPRiRPe+reT48LDWwHf+ek/PdiEaT11ID27D5VL2m2YpCk9ZTf/ltcbvOc0iTaNB8kmYNVlJS6oBhKxCECN37LPxr5aEVa46MGLuWxLMW7WZo1iqRBvZTl9/HTc5es0Vu5dojIljHwSPOuBYk3qHbHwsW712++vDoiRto9h+nSzDICXFxid16/9m07bRqBh0Op0a28RMFYmvvSekkJacOGrESoUiqW58//1p5EPkcOW4d5bNZ2+kxMSKfew864MBGLafQB7HqNplAZf7roL/kqrKCamC3biXT2pqqdUePnrABVzF/8V7SACrWHHHoqHb+SwPOO3TUakT+sWp2ZcMdR+ZHjV9Pdxl5k6t8CNQKnJ0urXGrKZOmb/59wa7BI1dRudVrOtHDU8wdm8L3WgiyishV6oxCbkkiNY9RDQw5Hz5mLTxx6iGjVi9bdQi1HUWBu4BrmbdwD7IqohrYtdcWBYL4uJWoeBOmbur56yKq3qiuGgmWNDDc68XLDlD9hBs2RkygIz+ot/DBqQePWLVw6b4pM//BbSWfI8e1r9f43wynG4ekmrWdhrqBO161zig8wguX7oe/JRoYbiUVMv726LsQz3Wvftn5b95uOu1oevcaWHx8Uqce8+CP+vnbkOV44lDgeAbLVcsuJVSPxMQ803+kgeFhGT1hPf5BY9K55/xe/RZXqZPdNOFiDxwW79ZERMZ16PoHqpO4hJojqOa3/GmGV85KzfT0jD8W/FvOUNrwR4Mza+6OfoOX0T2CT0CgEUVWw76DDlR18XDN+mMHHv+5f+5uYKg8qLTHTmRPoDOFGQxcx48fj8EbRn3fffcdRq1DhgypVasWDecaNmwoR/ipqakYLcMTg225tQDYsWMHjsWoW77JbUoDO3DgAGxARMaQGGYRDCuYS2QVwmSAEYQ427Ztw3jyvffewyAc/hiyGobDH/zwww9yEg/WEAaciICkMEonk7BOnTp0CEbjqgwmNTBYN2SQvvHGG5UqVfr+++8pPiwmOazFtRg9OyKrZ4ctQGf/5ptvevfuTQYpHVK7dm1VBsPQHYYV/FE+sCVhemDEi2uBD+IvWLBAxDMBGlU5vwqrAaN3mFSVK1eW2dO8XIj4q1atInMPobANBw0ahPOSwoG/R48eFVENSA0MN/3TTz/FFZUqVapatWryfVMUnbu7O+wg/I/xf4UKFWA+UH5gcZw6dUokZALkZ+3atWSZwhj56aefkB/YqpQf3HqNTYo61rp1awThElBusA1h45D+hwo5e/ZsEc80V65cIWkK8WH14IywL3CLkQfUN0r5LjUwVABUOfgDmGPIIRme0krSiFhGNTAbGxvS+T788MMBAwZQCuSD6md0XZoKbgo9YrgcWM04HHYrnl/44CYieyKeCaQG1rdvX9Rh/IPaQjeXqtaTTz6pVyjxbJJxjXy2b98ej3CbNm3IQEY2du/eTdFg/XXu3Bmeb731Fr05qoLSwzOCUNiJ5OPp6Um3DDUKLQyuZdy4cTAG4QN69OhB0Zh7CGtgRkBTS3Vu2LBhUo5ydHREywhPPCGaFxxIcKI2onHjxtbW1ugXr1+/Pm/ePOo+EaRKuAXSwPAUkUKOpNB1ubm5oVfz8PCgdVEAj4qIagAnoqcIDYpsl5Fh9O4UH50WeRJIn5p1pI8mTJ8+nm0R1cDSpUvJH10F+lTydHJyoq4CjfutvIu+z5w5Q/HRMaMMcToMNRAfQwryR2siopogODiY5q3QuNC7GAzDMIUcqYFhFPW///3v5MmTcnIEYx3SddBWq/vLSQ0Mw0SMIOfMmYN+RB5lZ2dHY+6ZM2eqc+vHjx+nE8GukJEBrAK0mfDH0FldjoweitZ11ahRQyoWRjUw5JkGgqrBgFPAesH4EvHVzAPYP4iMAZ8qumCoh2Ei/BFfdhlGQcoYqSMmsr18+XJ5LcgbqUoAHQp5AozyKc9NmzZV+52AgACYavBHsZM9SZjSwHAiMs8++ugj9Y1CpNmxY0f4w/5Rc478UAEa/R4YejfccYSiv1ZvEzovym337t3V20QaGA7B1dWsWRNlrnkJJl+cnZ0xaEYiuC8obeFrWFZFZ4S5qJ6RVC46I+qA5ozy/VOE9urVS+qv4eHhVGlRRTFagJGAK6JkMb4fOHAg4qN+apbfyUoI81jN28WLF8nmh5Gg5k3PjBkzcDpcoHxNFfFpDgIGm3o63BeYT/DHIE2t8FIDo6DNmzfLan/ixAkqOhic6s1C0dEzhYGQmm1YXHTrYVSr2SYNjIoUljOyar6q4/LpSYfBplpHMAjJlEJ5mi8Wpsiz9u/jfQYsyeuWyv8Hj1xlyfKXAmFeA/MPCG/3c/YUfMufZiKm8L19OzklrUuvBdlH9f4zPCJ3TjAyKr5H34Xw/6nr70lJeWaxzXwPzNHZu1LNET9WHfrHgn/lrnTA70Zoy59mZKfW5feExNw5d6mBVas3ukHzSTt2nwsJjZbPjtTA4Fp3mGXv6EVbOCL86Ak3mhlf93ee1/mtbT3KVx9Wrtqw7bts1GfwjPUlEjO27rQWXgZIA8MhFWsMHzF2nbuHn2bKXiUxKaVF++yrGDVhfVpabsNyxesm5XPV2jxzc2a+B2Zr72nI59B/dljRRRHW5zxQgDhq87azwstAkNnvgRVUAztx+sKPVbPlh4s5AidIT8+gO1u/2UTzuxTiRlSoPhyZ37z1jJr5c3aedFP+3nJaeBm4cPF65dojccbpc7apdQZ3n2Qh3Fzzm9fhVv695VR5g6wCh7P/NmT5P9vP+t3IHSFoMKqBXXS/Tvfaxvay8Mq2o7OWrTqMSmv43liu9uN7LZh02c4954eE5i5hvOB+va5Bke3Sa756OaSBoe7hFL37L7FzuCK3YczIyBwz8W+ENm0zTZWBExKSx07K9q/TZDxqvvC9fTslNY3uKcpt977crZVxX4YY1Ee4fDWwsPBY3EpxUmV7z0seNxoaPp9mCLpbDQwPGjxx30+cyjPbuP1fm3LZyuJQtagBaWCGQ0au2XAcJUD+wSHRjVplK4KtOsxUmwhg5ntgR0+4UoGvWHNEfSQvXfanxhCn0zdTKvG3ktAkImb3vgvVhhEVkhaztu44S7PujSlswCzCSBUj2NmzZ8vxIZ6aPXv2YMiHIejixYvJEwQHB7/99tsY7E2YMIF8MDzGcBQ+o0ePJh9gVANLSkoiMaNOnTrqa4tStMBQWXihCTL7PTCYhBimIs/Tp09X87x//34MI5FnVVuSGhgoVarUzp076RC6RjItBwwYQJEJ2AV0iNHvgTk4ONDZYTOqZz948OBLL72Eopg7dy55AgyJkQ4G2wcOHBBeBtsQNgv8UcJXr14VvsaAHUH2QqVKleSG5DjXuXPnqIRhj8g8gEuXLtFAHbah+j7ZzZs3aWUYSkCaNkBqYOCDDz6AhYjE4Q+jAGY4PHE5zz//PPI/f/58qSzC1oNBgdCWLVuSjylg8tPAvlGjRqpuijzQyjCcXd0A8OzZs/CEQaGuQ0Jmxo0bB3/YDqgtwtcYsCnIGIcBuHHjRuF7+3ZISAj5A9T2u9TAYA2RyTNkyBDVSpKFr6lO/2fvPcCzOM717xO3fP/42LGTE9txnBw7duKSxCfF2GB6L6YaTO/V9Co6iN5777333kEgRBGiiipAIJqokqgSKuDv977PajTaXb0SxRjw3NdcoPfZ2dnZ2dmZ5957ilMD45EVKFAA43/+8x9dr+UxCdmsUqWKZXIDBQIRIxr8jhK2rF47WcXOPaa1M4JAaWDgzTffpKwUHeMRcHfYy5UrJxbBqVOnZKQvbF0nzrQAWLBzVC25uWXLFiwvvvjiunXrxKJw+vRp3h1eUnnE5BmeTmTeHf0rBPb69etjJ7Lvd8TgIWA0MBeI4vLNN99Yv5OxadMm7GDJklTLXIgGBvTOT0C/JYf0DuyBNDD1QcrZCdFTYucVUrOnAZ2ZxHcu1yPv5z//+U/rtxcTJ06U+FzdMiWjRYsW2ElfX0L3888/x1iwYEHrdzLkVQf6PDne3g8++ADj119/bZPBVdtHr68LhDYcPnz4j3/8I9FojCZPnmxZDQwMDJ5uKA2MDsK5iO6aNWtoWjk6dOhQy6RpYO+8847T3RGdJmvWrLqvL4CEcOhPf/qT3paKd4jn7VzFGzrHITwztfuXqwY2e/ZsLLrPKjh58qQIG7qDTrclKfTq1csyJQNXW7xJnf84gessgkSDBg2EgShQMuJ3VqhQwTL98EOlSpWwUFa6ACagwKXwdT6Zlga2b98+rosr75wfdvnyZZFP9JF3vjUwaCeHoFhEs0zJkJF9//rXv/R12EUDAxAGnUhkHDJqx7UcSpcuzSE6fb1iKKeiYcOGzivKUUqDmmA7OmvWLOwczZ8/v+1aYWFh8vRHjEhZuAkMHz4cIwTPOWFdlFE8Cv1DgA0BAQFSJShq3Akx8hx5TciJzRMDV69ele8IejVWGhgEz7liMySZQ5999pk+RV6cMZLS+apAZFG8RD2+aGCgbt26ztfTCRkeyHPRExEMHjyYW+Npuu7MZ/DzQaduM5wr7wkiL3r0jGJlujnXBnwUKA2s+HfdlyzfuWxlsIQ5CwJ79Z8nIk3ZKn0vpNbedu4Ky5S9eY78bZzf00+GR2bP3+aLbM03b001zzItDezevfvV6npmF5Wr0te58dXBw2dE3Vm6IoXdKA3s2wq9Lmkyg0BpYJVqDoxJPX8rISFJ5Kjvm4y0TF5092paZSr1tslOiUn3SpX3fOlu2HyMZfJCaWCTpq3X5RxXXLl6XcSPOamFNNC4hWdSV7U6g/W+z4cG1st7iLtW6xkKkpLulfauXFe/aSpO93g1sLETPUsLFinV1Vaqp05fErHqyLGUBZyd6DtwAaeXLNfDpheSeZlMpi8ASKnyjDB6tA1NbhEcP3FB5ibOWZBqbqITFOzW7Ydtq1CS1bKV+06YvO6yY58wVw1s+cpgLLkLt+cdtExeUPfyFO7AofVa8fIKY6HYnXL1oqXbOZQtX+vTESnDNUQDI0u9+8+3Lat45uwVIn+VWnsTRMfcKuLVfqbMSJmOwMsoL8uAIdawdIU7sXflLUtXA5s+O4BomXO12rPXvtnJ7r0nZJLiI2pgPBQRqGp+PzS10+fRkIqX8axPOGDoYsvkhWhgZF5fQFUwa94WuTrFZZm8SEsD492R+lar/jDlYChQ1LRdmbK32L7T1xdnniAN4Fc5Wu537Nw2f1EQiVMBaIgsk8HTB3w20Qby5Mlj89+on/IpDHqlqylz5syBwb366qvQB/xkkRBsM/hdNTBcSlmxoF27dpYpGeIW4otav31qYORThpLrYxkF5LlNmzYc+sMf/qDyozSwjz76yCYMJCQkyJQU3FrL5IUPDYwryhoh2bJlc15dpBpIkPKfR44ciQU2alsGA4YFKaMknc68Ai+meN3QLv1rpECUFR6EUkGIL0t54cDrgyAFZ86cETnK39/fMmka2IcffqhvPQDgcaIA/fd//7eNwHKn8si4EH9bVgfIj8gbVAbn5jjnz5+XaU8UmmVK/jALpbLtMsUTgdhSXHBzy+QGioI48Aj9HgUQN1mE89E1sH79+mGk5G0sST2vv/3tb5bJC6cGBi2V7+22lIGIo++++6712w1kTBQsne4JeIjYKYR58+ZZJjcoDYy6qitPgLsQivree+9ZJu8ThzVjpCrqGqqAt1WYZuPGjcXCm/WJd53SmjVrikWhZ8+e2Kl1wgGJKd+69WogiIyMxM7TVAvSGDwuGA3MBfLNZeBAOxmgKcQO9K+WQDSwrFmz8s5YpmTwisowgVKlSlmmB9TAZJXCv/zlL87E9+7dK/H1FZ/kAxxZcrbIHTt25BCtsH4oR44cGEnf+S2Mrt2TeuoPl/INsU+fPtbvZFA48nVswIABlumHH7Zt2+ZN4L/U5FAdHJVT0ur8wsLCxIGgx3Kq6AYGBgZPLfA1RYbx8/OzTBri4+Nx7ziq7/zEKaKBOV26mJgYGQc3ZIjLUNadO3fKOD41OgyfXhz9SpUqOfsCiETXrl3xj5VHTgMuGoZ+6YCAAJkHxi3oQgWcZ8uWLRzVR67RbXXv3p00nTIDzqLcl+twQgVR5uhinDwHTJo0icSnTp0qt8MNKlXMeYOgRIkSHMULV/JPWhoYHTpGHFCnIAFEI4Ehqy6SsvKhga1Zs4Z8jhkzxtmldurUibMgwPqFRAPDT3AqWBnE2rVr07oidhL/4IMP9EF2onJxRacuBeQoPa/z6I4dO0TL3Lw51QwDgFcjRE4XHQEdN3ngudt4MujWrRvx33//fcrTMqUGrr+8I7ly5dI1PO4UI9TFNf8i++HYqCsqDcx1WXbJBhfSP15s2LCBbOOSObMt1OVPf/qTfnXRwPC7dOctLXCiU6hTOHjwoLwsts3SDH5uSFcD+0/WZmplvMcCpYG5hmz5Ws+cu9n2aR507TWbo5VqDnAeomuTGRLd+6Ra7yEtDez8hWu5vPNmps10WVwoISHx2wq9OPp9k5Gq01Qa2KYtqXa4FCgNzCbCCRo0G82h8lX76bM0Vq4JGTtxtS6zKTRu6ZGpuNMkbZKcaGClK9o1M1eoeWClyveKSP2ZPuLM5d17Txw+elbvznxoYKvW7h47cc2S5Tut3xpkok+F6v31fP4Y88AyZW8+efqGBO25U5L7DoRzI2oCkyvWrN9DIS9etsP6raFlO89Kg+Wq9FXV6dLlmLzenbG4X7HoIFrF6v05Wr3eEP1+08K9e/f3h57qO2ihzBlS4es8fmRJr5CuGhjnctcYBw1bosu0ZCP00Glu/PIVS4i9fuNO0dLdiNnef5rTQ4mOuTVu0hqCPnVSNLB8RTuqRBRkslSRUl1sS3EKmrf2aEuUgKo802ZtwpI9XxvXiW7bdh7lqG8NjMIU6ahancHOVxv06u+pnI+ogXGVhUu2UfKBDm0vPiGRd434fh1SjX8VDazm96m+wwgOhJ7iUOZcrWwSbFoa2MlkpXD9JpcteajD8rb69/D18ZE3i/zzIjgfjdp3zbaCq8FThStXrojYo0+aUdi9ezeH4Ef6QkQJCQkitGTLlm316tWvvPIKBM22B5KrBgaTkqk/+JD7Ui+zFh4eDqvatm2b9dunBhYVFSVu5MSJ9r05wf79+zmEJ6mypDQw/Gex6KhXrx6HiKB72j40MA6JaOTMGAgNDeUQ/BdmKhaZQvCCd7kpnYzgYHO/3LVTrFLAM5dZQdWqVbNMGs6dO4evDvdUkwGIL8JGnTp1xKIDllSqVCmOfvTRR8q95xS5HSe/VgJh9uzZLZMGoQ+uI00VYHYib7guZ4cn891333EUmsa1xCjfTn/xi180adJE50dkXopLTYZzheSKGus6C2rp0qUcfXQNjGpPydu+hwv8/PyIDyGyfnvhOg+sSJEiGHlNYJdiFJw9e5bbDAy0DxXSQXHx3KFR1DfLlAwotnzQcM7u0KE0MFcuJvSZaqwIe3x8vMzr4JGJRQedb82aNTn6zjvvqEdJDrHAjnWCz43Lgo2Kk/Jk5V5sbQLgovLxZ/DgwZbJ4DHBaGAPBmoh6Nevn/XbC9HAGjRoYP1ODVGS6e2s3w+igdH0yCdI2kGxPAr69u1LUryKykvm/Zf0lWr9KBBBS58EwN9YaGr1Pk+BVkC+0tavX98ypYYs0kg3b9urw8DAwOAph9LA8GwsU2rIMLp//etfyltSGphtxVoA+xL5oWPHjpMdUHsLqdEGR44ckcEcGXSbXDUwOiBZVBDQDlevXn3mzJm29Q/TAgkePnwYL3bFihXDhg2TzOjLiTgBQyAOfaWut6UFblAELWdZCUTLee2115TrmZYGJgsw/uUvf4FMWgWqQR7T559/rsihbw3MBojZ1q1bKYepU6eKPAPN0DtE0cCgmrqL/CjgikFBQVwRPi9rBlKkOo/yoXIBH0fVwoaQKMukQYb71KpVy/rtBj1v4hpBDl1vHL9fZorbFi0BMqbyz3/+84QJE6yHpEG0T31el28NbMqUKRwi8z7mXcHHVLZleiWcXNfMRAMjkYxoYMeOHRNK07JlSyvTGqCU8ibyt3WCwc8SP6EGliN/2zoNZdFFz+qLVWsPEiXpq5wth49eblMaynhnHdWoN0TNG5Ow3PuvLFVn+2CdlgZ28HCECAxhJ1JGV+jo2W8uR0uU7aE+uysNbIubyuVbA+vW2yNfkUPnnDPBvXv3L16K3ncgPDgkbOXqkEreXYsqVu+vSwKigZWp1DutRGxYsnznl96thijM+k1HTZ258WjYubQmkPnQwHSk5HN32Mo1IVVqDeSs8lX76fl8vBrYzVuxakJV4VJdevWbtyFgv21OWAYhmd9/4NQub+ZlmzEeilqY7vjJC7I11P5Q+zwbwaBhizlapFSXB8oA16WaTZy6nnr4RTbPjXgmYA2Yr6q3qwbGg6jTwCOoEPIW6dC5+8xVa3YT0zqs4fyFa7xHRJu/OMgypQfRwPJ7NDD7pDTZba5Iqa76K6aCqJ4lynZXkwL9e3hesW++7Xrjpgv7VtqMDw3s9p27pb2Ss03AVhg60rOp2KOvhaiDwr8QeW3vfs8bt3TFTpkH1rxNqu2UfGhgEWcuc4g369DhVPvDpaWBUWmxUw4nTrp8U75//75sDViqfK+03lAnrl+/fez4+d17T6zftJ+aw+lf5/HjHbcOGzx9OHr0KB4XHAqXXtwwHbIT1YsvvqiW4xZcvHgR1/qFF16AtfGvcwEMVw0MzJs3T9gcZ2XLlq1nz57BwcFKj9HhQwM7ceKE5Lldu3ZkEj8WSIb5AzdS8qyGyPvWwGTmFrnVmYIPDSw8PFyu3qZNG7mojuHDh3OIu1NMAW9cBvQDrlKzZs1Zs2Y5J0W5IjIyUr4uuuptTsAX5ELOmQwC+RYKiVPbTfnQwO7duycLeHz55ZeWSYPsDkNSVAbL5ACHiAO4rmVKDfLJUUiBmoIG2cybN6+cBXmBes+YMcO37qVAq1WlShVOfOeddyxTamzYsIGjj66B6eCiFPuOHTs2bdpEVmXk6H//939bh71wamCAzAip5BFnypSpS5cuUC31SeSBANHjRYamLV++nKoin1+oitZhN/jWwGSFFdJRXE99vU+L+3NdjvJ2K/WRYuEn74K+RprMYOEdse1jp8D7Ak/kXnh/aT3ku5A+w8TgscBoYO6g1aN16NevX9WqVXPlyuXdDPJ9+TABHkgDa9q0KUepwdbvB9HAVFP+oPIvHefChQsbNWpUvHjxf/3rX2RexlMDXQMjfela0uoqXEHh8N7SnOmFI990gO4HyL3Tqqor2iDTYEuUKGH91sAlJG90qJbJwMDA4BlBuhqYjBj66KOP1Mp4PjSwwMBAGa/gG2qFhG3btuFgYXGVK5xw1cAAxKlu3bpC2AQ0y1mzZp05c6Yaia9j8+bN9AswQyt2avjWwPLnz08c21KBaUHd4Pz58y1TaixevFh6kCtXrG8xaWlgMsrPNz777LOMa2C4+L17986ZM6dczoYfQwOTK9IdS5Wz4afVwLgvuF9aeUtLA3NuA6agNhP1ATibKuSH08DIFZ5e7ty5XbP9KBoY/Mc1TRtcP1UY/HzwE2pgzv3A4u4mDBm5TDbOWboiZe5RXFz8N9925RTfoXKtgboek5YGtmmL5wN6ltyt0rrxsd4l+AoW7xwdbTUaP4YGFh1za8yE1dXqDBaxyhYeUQODDa1YvatQ8nZKErijYaOWc10rUjJ8a2Ax129TINXquufzR9XAwLWom+06T9Uvzd91G40ICDyYEcHg+o3b4yatqV53yFc5WqoUVNA1sO3eSUuZc7VMS7CZOnMjEfJ+0/HhlgYltxsC9ssExGx5W586bX2ZddXAwM1bsb36z5PN4SRkyt6cV2bF6hC9wMNPX5LC2RF8zDKlBx8a2PdNRqnLpRWKlel2O1mOqt/UE//bCr30LClkRAOLibktr/akaak2zFN4jBoYlZPmpUK1/iJ22sKPp4HN9q6dmLtw+7T2VuzU3bOaJeXgY5M/kJR0b+2GvX7tJ8l6mLZgNLCnHLL9Urpw+r2TJk2SQx9++KHuYwvS0sCgTosWLfrLX/4i5wqgAE2bNrUtxOdDA9u6dauc6BuKHz1eDWz79u2e1NODvmQfGahTp47OifDws2TJMmvWLOcKFjrgHUSG/y5btswy+YTM2yNx1wWowIwZM4gA4T182Jp7+qNqYLKkFvlJa10+2XQA7q8P979+/Xr9+vV1pgCfJQ/Tpk3zXVyJiYkiQblmGDxGDYza0r9//7RYUkY0MNyhdevWyadghTfeeKNevXoZ3P5qx44dZEymZznxeDWwsLAwLDwI2xutsHz5ciK89NJLqmypP/I41Gpw3HKzZs2w/Otf/xKLwq5du3gQslaqE0YDe+wwGpgLaLBkqjKg2frss894w6t5IcYH0sB4teQs6/eDaGBHjhwRC52EWNIFzV+3bt2UIkXeuBfePTL/n//8B4uugan0M77M6IEDB7JmzSpnUTiffvqprXB0DUwGI1CAaWlgmTJlIkLOnDmdEaRXePnllzPyPdTAwMDgqcKtjGlgOJcPpIH16dNHhtq54tQpa6A08UUiyuAqsviyrhqY4NKlS3RP9CN0H8QR4NgpWQjQhnNHdAoc+uMf/1irVq2hQ4cuXLgwICCA/isj88ByeXesxHHPyCgwpYHpe5LpeFANDC8cQmuVowYZXElqinhQVj40sNDQUPGq6bzoHDt27EgKGzdupBxkyYvHroFBnGSpEHVFMixXVNPQdWb7JDUwylyWASFvPF89bzKhylUD46hUGErYKbWKBvbJJ5+4ztsTwH7VuNqH0MBwjUTHJdv4JzI6WLItu9A9Fg2Md01y64pjxzL65dTgucRTpYGBhITEyjU9E4yKlel+85Y1yVJpYHUaDrfNTZF5YBKCUuczLQ1s3cZ92H9aDWxH8DEp2yy5/Zr5jRs3ac3KNSEhe47v3nuiVn3Px/dH1MAECQlJZLjf4IWyuqOE/EU7HTmW6lu5Dw0sOCQsd+H2HKW4mray8rlrtyef8sX/x9bABOcjo2bO3dzUb1zWvK2JQ/giW3OeL7XFiuGGkD0n8hTxqAVZcrVq0nLs2IlrVqy2Mi9bf+kaWGDQISw/ngYmoFhkDuLMOdZKv2lpYIKo6FsLl2xv3WFy7kKepyChmd/428liidLAuFmxpIt0NbASZXuod8oWlq/atSFgv3rilgZWvpcqRh0PpIFRtSxTajwuDYzMS+XhVfVrP4lCWLV2NzWBGk7Nx/6Ua2Dcfr3GnkpLzS9Xpe+AIYuoGNt2HuUWZD8wo4E95QgKCsIfw7nt2rWr5X5pEAoAbAJVXFycjNsD+KtOhSYtDUwAocClxCn95z//KVQFvP766xs2bLBi+NTAdu7ciZ3r+vv7SyZVPuUP+VctLP94NbCQkBDsuMedO3f2XtMdipAqwCXJQJkyZWQpe8C9wyV1TmSDaGDQvdWrV1smn1AaGKzNMqWG0sCU5vRkNLC0xmsqDezAgQOWKRlUIR49PE4ojKBAgQL6Y7JBaWBffPGFZUqNx6WBQXWFePJoIJ4yH5HEFUvKiAYmuH///tatW0khU6ZM8g0BUCBpqZgC3qCWLVtK/Hfffbd69eo8Pk4hA2vWrJEPGj+SBjZp0iSx2KA0MH0pe7Ik6ci3CC4KuyQRPW9UszZt2si9/P73v69WrdrgwYPl+8n69evlk77RwB47jAZmx/nz56XRf//992kobe0ydvBAGpgss/vrX//a+v0gGhgvjFh8v8Y6ZMcRQItmW0LQuRYizat0vb4/TSpcuHBBFiCmoZw+fbqtFZakdA2sefPmWGhi0tLAPvvsMyLom6Up0O3RKpl33sDA4FlEuhoYXiNH8VPVx3ofGtjhw4dFFXBuxeQKtRZiBsc30Jj70MAU4uPj165dKzkHOmGYO3cuDhy9AJ6uTbeACElRZGQtRH3GlQ9QIKLH+F4LES9cSSxpaWC1atXCmDlz5gyuwEBZpaWBwRb+9re/cejjjz927osmHeLj1cC44j/+8Q9SgKU4VRPZWPin0sB4jv/3f/+H8S9/+YvaqU6hdevWHHJqYGobsBw5criOgMHX4ui///3vjNQT8KAaGMnKEqAffvihGiiqAE/j0KNoYLwOUn8yOEfT4OeJp00DA4uX7ZBPvfsOpHzb+s672mFTP/tHOh94atdCvBZ1s6BX9qhWZ/DVaykvuEC2qnosGpiO02cuDxq2JEtuz7yiSjUH6GWSlgYWFX2zcEnPdlZVag/SN5QStO4wmUNPRgNTiE9I3Lj5ACkQk4cYGJRqh3kd0TG3RFypXHOgU+xp13kqh3QN7NHXQoyMjPquUp+ipbvNnrfFMjmg3imehVh8a2AKSUn3du4Kk73lCHPmW1uYeArcO7ds5ZpUuwT5gA8NrEdfT82nJujP1AekGCmT6zdcPi5nRAPjFStV3rOZX9deKZM5dPjSwAq0PZN6uzuBUwPzvKEFPW9o89bjaX/EKOBOqd6eQz+aBiaiO+Xw0GshEkceTba8rQO2hNq+dRw8FMEho4E95Th58iT+GIzJ9/5DNgwePJizcN2rV6/OHzj2NiHEtwam4+zZs/7+/rI5CG6n8r19aGCnT5/G/vLLL2/atMky+cTj1cDIsFx9/Xr3SaLpIikpad26dcIlYY4+lj04f/68xElrHpUNkjeQ1gJaai1EJWr+qBrYheQFvaDGlik11FqIakszJ8jGxo0bRXOFZTvzqUATJDvV8ewsU2r40MCgY9ZvDa4aGNTsq6++wvjBBx84iaewpIxrYDouXbrEAxLK9tZbb/mgVMuWLaNWAJi4jbzHxsbK2/R4NTAygwV06tRJLDbwnnKU94ImxTJ5C5Cr8NQg+/xcu3YtcUhWXwt09erV3Ahx4MW2e6Go5V7M9/DHDqOB2SFbWPHq6rv9K3AIPJAGJm0WLYj1+0E0MCCfnFx3zKJNlIEe6jNNYmKixG/YsKFYdDg1MCDx69WrZ/3WoNI/dMgiM9KE6avW6nBqYIMGDcLCi+260waNFC0FEWy76BsYGBg86/CtgdH6CbsoWbKkUox8aGAwE3GD2rZta5k04FNyFUiU2k+VJleGDtWtW1csOqBP+fLly5kzZ1CQtVOFqwY2dOhQ0nR+qcelk5UHChUqpDIvuzThFjuVpAxqYEIpienq9dKzkGG8cJEM6UZFSKhcubJEsEH2hfrb3/6mlJLjx49LNmx3JCrUG2+84apCBQQEUAjkXEmVSgPDWxWLAmRALrFy5UrLpOHH0MDCwsKkzixfvtwyafhpNTAKXCqVa3xXDQx3X7YBg5GqEaw2TJ06FWeD18HVrwgMDOR5wV6UfvagGhjsRd4d10GIj66B8e7//ve/J76r30Vu+/Tpwy3Y9og2+LnhKdTAzp67msMrKfXsl/I1qnuyCKT2ItKxas3usRNXL162Q+cdooHp4pPg/IVrIhtMm7nRMmlITEySWVPfNxmp+p3Hq4EdOHg6U/bmWXK1Cj/t8knr0TWwo2Hnxk5cM3PuZpv4B8ZNWks6uQu11ycziQbGXd+JTaX3e8XCFplztXL9du9bA1uzzmULipZtPbdWtkqfeMf8LacGRpxZ87bwWCkusShERVsiYlqbSIEjR89K5o+FubBspwZGgeT9piNGik4sOrhH2aeter0htp3qFK5eu1HAewut2k1KY0AmFelKtnye2UiTp1vzMJwa2L179xcs3saNb91uHxtx+05cyXIexah+U2sT/us37hQt3Q2Lfw+XcUhkqWmrcXUbDdfL0IcGtnTFzrQOgZA9xz31ak5KvZowxZNU9vxtIs5cFouOjGhgFGaNekOIVqnmAL0iKQwc6pEebRpYyJ4TGHm4rqqPUwNbs34PltyF2zvbOi76eDWwKrUGWb+TcfLURV52DrkKwzdvxpYs14Ojrk9QQKNXrkpf4vQZmLLdi4LRwJ4JREVFyYwW16/MOKiwD5iRPqzt6NGjUIaXXnpp8uTJRJDBXpUqVdK7OVcN7NChQ3h3+HhQGMuUjJEjRxIZnxlPWyz4kzIgbNQoq1VRwF+VtQp69+5tmTTgRkqejxyxPISH0MC4hCgETuKG9wuR4VCPHj0skwZcXLm6fJyEOo0bN467XrPG3oCTjgyFL168uGVygDjydJo2bWqZNFy5ciV37tx58uTZudNaopn4km1XBzspKalUqVIc/fOf/6w4Aqf8eBoY1UMWw7AtkiEgfbVAiOSHHFJhKC61l5sCT+fzzz8ncsGCBS2TGzp37kwcKpJzHh5YvXo1R20aWIsWLTByIzo5FbhqYNeuXXvRC32bK4UMamDh4eFUku7du/OmiEVh7ty5ROb9Skvi5UWT0ZCffPKJ8gYVfiQNjAcknz7Kli0rFh1kSVb3eeutt/QBmtiFiefKlYu/K1euzN+lS5e2DnshHwc++ugj571wUaOB/UgwGpgdsnyf6xzSS5cucQi4amD58uWzfmuIjIyUb0b6h0gqtDcZ+y5crhqYNI4ffvih88OibIkJ1OAIGcwCliyxBrLpkN25bBqYrJXkmj6piaxFYyQWGaf/73//W37quHz5slMDO3jwoBgnTpxomTQsXryYQyAgIMAyGRgYGDwXwPEVOQQX3+lW4ji+4J32rreNnJKWBgbEc8LhU467wvbt23EWOao0LSBrzUF7nFLB7Nmz5epqfIOrBpYjRw4seNtOt0yECv5Vh3LmzIkFKoIHLxaFoUOHyuV8a2D0FzJ3rU2bNnonBXAo8Q45lD9/fpW+WpVOp20CJXfpskdERIQUr21UI2xWIssoLRsKFy7Moa+//lrvIqXTx1uwfidjx44dMrBD8TEFqNqnn37KoQxqYPDGpUuXrlu3zln4OriQXNEpmcArhF7+VBrYrl275IHq1VJA3mQJeJsGJtuAcUeulxDg+YhG5VqdSpYsySFcOPWaUNoPpIGp23QOCob4CQV9FA0MNGzYkPjvv/++s5APHDggtdQ2W9Hg54anUANLSEwq5f3QX65qyhSukD0nvszRIlP2Ftt32ud6JiQklijr+YjcwX+aZfJi2CjPDJJiZbrdvJlq5se9e/er1R3sTb+fU1I6ePjM13n8OLp6Xcq3m8ergW0I2I8le742kRftLzLPQqZePYoGts27tVWugu0uXrJ3ykHbD3Mop+dQyqVHjV+F0TnDSTZOy5avjXMNN+pGkVKeWVY2DezqNUvKmjbL5aPSsNHLOcTTj4pO1SLxRCZNWy/TsJQGRrLcLxbnDCGeeJmKnkM+ZIMt3rUNs+Vt7ZwqxL2LbqRrYORBFkgsVb6Xc0m6sBMXKAeOLlq63TI5QK5EzqF4T4a7fKzE3xg8YikRMmVvviPYqsau88DqNvJMmKvTaIT1Oxk4LHKoet2UyQe8wljyFumgP1NB0PYjX2Rr/lXOlmHHU4RAHxoYj5XMf5Gt2fxF9s6UzDduOZYTKTSlAh4/cYHEMY4aZx+Oc/3GHSkN3xoYGD3BU/146Q4dsU9QCD0UIYtA2jSwM+euyHXXb7TGYykcOXZWtExdA5s5ZzOWAsU6OaddHj56Vlb7fHQNrE1HjyrMdW1iXmxsfFmvglWn4XCno8UzoubTuAXvPm6ZHLhx806J77qTglOgpbXs0cczRcxoYE854BSic/z1r3+1+eFg27ZtHMKV3bp1q1hiY2OzZ8+OsVChQjI2DgqG24bjqj6XAVcNDK8SC5FDQuzTQ4ODg+WQWkgNJ1O2DevYsaNYFKiu6vOd042UpMiz+rz2EBoYyX788cfY27VrZ5mSwdVlstEHH3yge8ICtVKirOsIdcqbNy+WIkWKSAQFSk/WNvch6nCtChUqEOett95SK9srTJ8+nUMwOFVoKm/Ev3zZPgLg9OnToijoVPdH1cBIQUaIUrz61B/B2bNnZYsB9YgpEwoKC4UmFgUqqhCcXLlyWSY3QGGI84tf/ML2sRooCmPTwER/pRjVNwEBncusWbNkIwZdA4OtY3nppZecuiZMSiThdDUwlYi+/qcACi+HnBtCCyjVMmXKEMf5XMgzjEy+OTxeDYyUhbvxxC9cuCBGBSqbME2nWEupCrGF373xxhv8rQ9aVTXcuUMYoPzlXowG9thhNDA7GjVqRFWjq4iLS/HqAO3UP//5Tw4BVw0M2D5c0pDRZMgh28cU6Ypopq3fXrhqYCtWrBCjv7+/ZUqGzF2lk1PzZ3kDJbJzYAgNgRyyaWArV64Ue+fOnS1TMurWrYud9NVwbNnHj3YcD0AsgvPnz//73//2JpNKAwMyW/ajjz6y6fxkVbr2Tz/91PnNFIwePZpS4vQM7otoYGBg8PRAaWAAvhQeHm4d8PIlEQxs/MG3BoYXJQlWrlxZ755IQfZo/NOf/qSLK+pTfu7cuXF8LatXmZCr/+c//1G6jqsGhsuFhYvaPFTaZPHadVFBuk7s+sII5MfPz08caOBbA6NjKleuHNG44uzZs1U/RSL4lDKcQp+ac/ToUckzhEEfU3nq1CnprPFu9RvH3xUPleLSR2kBGb2Fb2pbapLLicJk69dkC7E///nPevpAyWzVqlXT+zXKXNZIBBnUwHC15Zbbtm2rd9k2cEUphCpVqtiuqPYZ/qk0MDwTWBDGSpUqyZcCAdRL1m8Euga2adMm0cyoV7ACMbqifv36RIPKrl+/Xi8ceIXkUPeXHlQDO3funMzzK1++vJ5tbl+oHXhEDYzWQN4gCK3+3HlM8kXgnXfeiYpy1z8Mfibo1G3G2vV7du894QxrN+zNnt/z3f8Ja2Cg94D5RMier42arpSQkChf/4uW7qp/UucVnjEnIFN2jzy2LbU8JkuQfZWz5cYA+wYY3F2W3K2+yNa8z8AF+qZBx8LOFSnlkaDKVe2nCyGPVwM7dvx8Zu8X/EnTUhoW/t8RfEyW7yM8igamJrr17DtXT4Q79fNO3ir+Xcpea0C0Lgpqzfq9lsmL4ycvZM7lyeeEyev0fO7cFSYaEsGmgd29myATlSrXHHhbEy0EmwMPyiqU+lZepyIudew6XewEfS1EqQa5C7U/mnoDswMHT8tMwXkOqUaBSpLZO/lm7MTVeuZ37T5erIxHTiDoGhgIPRSRNW/rL7I145Hp5XwyPLJEWc8p31bodSO1nmpDcEiYaDMFinVatXa3Pq/u4qXowcOXylEKTR1y1cBmzvVoNtnytt65K9UCUNQ0mWo2YGjKJjQnTkZK9atVf5iu8Rw5dk701DKV+uiV2YcGdu/e/T4DFnA0R/6223amvPWUG89OtOEJU1I2f427m1Dj+6EYaSj0ys/N1vG+rYR0NTBeLhG6eBzcoBh5ZHv2nyxQ3FMyBJsGFh1zS97T0hV7Kwn/9p24WXM3S8Ug6BrY9p1HPVpgjpbLV6VsoMLNrl2/V3aMIzy6BiYFmy1fa+qYZUrGhoADX+bwCF2jJ6zSG5w9+07m9WaAyzlnbSpwStU6Htm+bOW+N26m+HVR0TfbdJrCrXHIaGBPP/bv34+z+sILL3z//ff6By7csCxZsuCS/eUvfxFXjfoviyrhVaoVz+jsZKrH73//e7WIlKsGRoJ4dxhLlSql8zhcTRmnjhupPpfFx8fLNslc3Sn/HDx4EE+VPNepU0fPM65stmzZOAuGotz4h9DAlHb14YcfOsWkw4cP44FDUmBPOqOBi8noyffff185yd27d8fiyiVlUYS01rQX4HvLuDfcY+UY8yCgOaJhfP7557qvfuTIEdlvrGDBgjpHgxsK9eCiuoZBPn88DQxAitVkCf1b6OnTp4VTcHV97TGh3rAh20g46J5MiXOqkjqgt+SWaLAMfUkSTpdvBcCmgVGSIrSUKVNG1ZmzZ8+2aNFC8XddA6OOKeKpk7V9+/YpcpeuBkb9l9mEVHK9CpEg9QE7FcZ1STaBn5+fxNm7N8U74t6pbELbwePVwACsVqguJakrmlSnTJkyYafiqW/mClROXkleFonz7rvv2qaddOjQATtPXJfGef179+6t7sVoYI8dRgOzgxZHaluRIkVoFGihQkND/f39aUr++te/ShfiqoHJi0QDN3PmzICAgClTpshIeeBcrEmWD6bF4ZD6WOOqgQHRukHZsmWXLFlC4gsWLJAPJaBJkyZWPC8yZ86MkRZ59OjRZB4sXrxYPtjJuBVuRLEOgUw1A/yh0pfB76Bx48ZWvORlTAFXDw4OlsKh7SDNjz76SLYKs30rpJOWb4K0dDRGO3fu3L59+7Bhw6The+mll/hpRdVAw6SaXXp3y2pgYGDwjAC+hPNEC5Y/f348G0DvQIOPD8Tf2GkYbUOoOMWHBgbGjh0rDSPdDcSjY8eOJCjf90nTOf136NChEp8egR4Nb5UOQjxdui19rpKrBkZPJGsg0FDTI+BZDh48uH79+sIuPvnkE51d4PvK/dId1KtXj36tatWq9JhkgNuR+/KtgQF8ShmkBv7+97+TQsmSJcXpBxUrVtR5Dpg8eTJ54xBZKl68eLVq1ShtcRm5ZecWyp06dRJhiaziwioKCi2R4RrkFtbUvHnzZs2a4ZdLZDiwbdjHwoULpWAhEvRl//73v5UHLzIe+Prrr/FrW7duTTqUOcUlC0RkRAOjjxZKBv71r3/ZFDsbZAQZIJ9csU2bNnLFjz/+WJjtT6WBAeonRqDyljt3bvJGvaL2Ytc1MKUwkWH4sxNqSCA0WEg+SfHEeV4Aui51m1dMv98H1cCADNsE1ArKkGzjRJE4fo5sufqIGhjAUZR2gAeNQ0jhcFF56FTgadNSzZsx+BlizITV8gnVR3jyGpjMXyGOPs/j/IVrxb2TIb7K2bJ5mwkjxqzoPWC+rFBHaO8/TdczwLWom+obeuGS/kVLdwsOsZaZounj9C9zeCYeFSzeuW2nKf49Z9ZuMEwkCrIXdiLV8NvHq4HdvZsgel6m7C0atxw7avyqwSOWVq0zmFuuUW+ILNP3iPuBzVsYJHdXumJvEp+zIHD0+FWVa3q20cI+b6E11UAQHX1LxBIC905ByRO/G58gU6MyZW/eqMWYUeNWDRmxtJo3n/zboct0Dtk0MDBt1qYvsnmSypyrFUmRgsrzndi7ZSp59nUj5CrUjqOypCFZGjB0kfyta2DXb9yRCTRZcrXyaz9pwpR1U2du7N5njkzJ+rZCr7S25gLx8YkNm3t2zyLz/DFq3MohI5dWrzuEzFPxZO6UTQOjVnB1qQP5i3Zs03Gyf4+ZPCkRAvMX7eScqGQDKUyfHSAlT6AcinzbtVrdwaJzSKAOK6UHuGpgsbF3peRJqmmrceMmrZkxJ4DaLunwjGxTvubMDxRVNVve1jwp7q5W/aFyIzkLtrMtJulDAwM3b8bW9MpaVM4GzUYNGrak/+BFZIafGHnutlmVlIlUfi5HBevYdXq9xiO+zuOXJbffUO9EzHQ1MMCTlfRzFGjLtUiEpHhSRUt3be2dXGXTwAANF3bPdXO0pCJ9821Xud9a9YfJkpu6BnbzVmz5av0kcqt2k0ZPWNVv8MJyVT1Vq2W7idQH/nh0Dezc+WsypYycS4Nz8LD1mZJ3pP/ghZm8bVqRUl1orDp3n0nictcly/U4q1UJV6xYvUvqFXfKQ6G20GpRttnytebpU8mNBvb04969e4MGDRLugHdXo0YNoVfi1upkDabz+uuv4//b1ifEgVQ73AtPcdXAACcKfcCnhWhAizp37iyfyMmALVkcRaEhHCL+P//5TyUCkWfOlTxDCXEj8U5hefKhEo6jL6b3EBoYmDNnjn51XHRF+mhRR44cKVd/9913bVeHKSxbtkxiArxlYXbcOFS0a9euAwcOhEtK8f7tb3/zrSFxLe5UuN5///d/kwLeMgxLipHHYVsGg/iUubAVjn777bdwQ5id8FBSsFHvH1sDIz9wVSHIRKaGkJ9ChQpJfl599VWb1sVTkHkFkA6iwcqpnA0bNpSyhT05JyHZEBgYKAMQKTQIEc8FCgPjIA8ymcGmgSUkJKhP1uSQZw0L42+ePu+CKDe6BpaUlCRzPIiQOXNmuC0sSSjYhx9+KGpuuhoYmDt3rjxEqlDjxo2HDh3KzUo6wHWlTYVjx4792juUkDTJjL+/f926dd955x1O9PPzk4/Mj10DA/PmzVMPrkSJEjzKb775RjRaStV1CX0gzFrg3NLi5MmT8l2Fy0GiuZd69epRJhRvy5YtZQFGo4E9dhgNzAVNmjTx1tJUoHWIjIyU5ZhcNTCaAGlZbOANsX0+A2fOnPnzn/9sxfgv6ymkpYFxOq+EHNLBe05WdQUeHDlyRJYP1kEzQX9AZyZ/0xxbsb0gfTVfTYdr+s29i5bakC9fPlpk+Vpq08BAcHCwLIZrA03Pli3uGxTjQKgvgEojNDAwMHhWoDSw7t27b9y4UdaUUIAP2KYcgXQ1MICv/J///EdoicIXX3wREBBga9gF69ev56geH48TMqB2kRS4amDgypUr9Gv4xHKuAE+6UqVK587ZWT28QkZCKHCbZAD3WtzxdDUwQCHgCtuuiOsPZXKdMbxp0yZhj1ZUr9OPS7p/v8sGD7i8OMfia+Ll613z9evX6e/gS5KIAL+WLk+JNAoUNb616tfInqKORKZw6D3lEOCZNmjQAL8fNsvPjGhggGojicCFnKtf6uDScHXbFaGXXHH27Nn8/Ak1MK4LWbXl7fvvv4dUQCT4qWtgtnfECV3lJXstWrQQCqRAHaby2BjLQ2hgZBtKr2ebdxl+RSVZuHAhPx9dAwNUXWi87V3mleEdd32XDX5WSEhI6tF37hc+ZbAnr4Gdv3Atp3cmU6v2kyyTF1euXu/UfYbM71Ehb5EOE6es02dXKBwLO1+7wTA1xygwKGUFHur+qrW7y1X1fBlX4evcfh27Ttf3yhI8Xg0MREffat56vF7s3O+4SWvu3k0Y7l0w8BE1sHv37i9dESzf/fVQuebAtRv2Ol/84ycv1Gk4XL7IEzYGWP1aTMztlm0npspngbZjJqyOu5swctxKfjo1sITEJCLk865HR/i2Qi99C7eLl6LrNx0lhwikXKnmgK3bDt++EycCp66BgctXrlOAMgNJhax5/Ki0tgUVnbh+/bZf+0l65nMUaDtq3CrKcOxEj4Ji08AABbN+0/5KNQaIjCeB+ta209QLFzI0ZZYU9oeeauo3TiQZPeQv2mnk2JW3bqXSclw1MHD9xp2BwxbLfD4VyEm7zlPPOZamBDt3hYk8qSJ/maNFw+ZjeLJWjGT41sDA7dtxA4faL501b+v+gxe5ToMLPRRRMVmKlsBrRX7OnL1ChjOigVFdZ8/bkq+oVWcIvLNNWo29fDlm6EiPkObUwOITEnlf9KYgd6H2FC+VTbQ3XQMDNCm16ntkLRUKFOs0Z0FgQkKi7MD36BoYCNlzokotj3onl9izz5rBA5KS7i1aul1mSaqQPV+bXv3nR8fYfT8nOJ0iIr46l7e1YfPRlG3kxSgaLqOBPROg7cW7+9e//mW5Yl7gBH755ZdqJSecSRlonjt3bqdbDguDHEFA8Cr5mZYGdu/evblz58r0Mh2ffPLJxIkTbV1AYmIi3EcmSwGcTH1CGJEXL14MJZSjAvIslNCK5MXDaWBwrsGDB6uPim+++aY+IYyrwwW4lhwV4NCSH+c2TpcuXWratKnNY6e4IC+u21bZwLXgklL4CtxpoUKFQkNDrUgaiL9u3TocbCuqF5DfwoULHzhgn33+Y2tggPxs2LBBTcMSCBlX23jroPJAcOTzssLLL79cvnz5DC6OtW3bNrUWiOCzzz6jJpMN/rZpYODatWuyhqTCn//858mTJ8OaZTKiroEB+XRsI3cQT2oaFZ6fGdHAKJYVK1bwNnkTSAH0fNiwYbbvz05QzUTrUuAlWr58Oe+mbD3wY2hgYOvWrbL7gwLVPm/evMHBwVYMByCP8uWB9sFZAwGPhruW1AR//etf4by0ALKKjNHAHjuMBuaOtWvX0i7z2lPL69Wrp2bvjh071t/fn5ZFfgqUBsbfvAANGjSQE+vUqeNcKVWB5oPGhRdPaTy7du2Sn/qHOYXDhw+3adOmVKlSpPzNN9907tz54EEXUgeio6O7d++eL18+YhYrVozXRlrn48ePk77r/plA0idl7oX3zUf69CtVqlSRe6xbty7dkthl00vbqo8CGppZs2ZVr16dXOXPn79GjRqzZ8/GaB12A22EjCtxLQ0DAwODpxm3NA2Mn7h6ISEhU6dOnTNnDq4nPyWaDowRERGnT5/WP8e7guZ65cqVEC08JH2VxbRAY7569Wri4zI6F7UAvi8N8aN7mj9//owZM2BW+mIONuB6btmyhQvB8Q4dOqRu88yZMyTudCXTAqW3efNmeo158+Zx6XRdYQqBjkmy51xy3Qlu4dy5c86nAAMk/6Qzbdo03FzbkshO4M1zX2fPnrUlReILFiygi6fAlcdPMRLZdl2VgvMex48fD8EoU6ZMurcP1BU3btyoyvlBrwgo+bSO8nClkpCsZdIgj9i1bpw/f95H3tSFiIbFB5zXxYLLIc+LP1y9Be5d8qbGz+qQ+yWC834vXLiwcOFCso0HqBbb5BLE17MNfCSSLsLCwuTd5Fr87ayTBj9bJCXdu3gp+kJklITI5D88f1/0/Otjka6HwL379y9djiFZ5948Cr7jRMfc2r33xMo1IavX7Qk9dFrtTpQWEhOT5AbjHDfCi3Aq4tL2nUdJau/+k/o6YzoSE60iirvrIkElJheg69GY67cpxitXrztfurPnrq5au3vF6l179p6IT14bkDxIfPkpIBHSd03EB+7du3/u/NUdwUeXrQzmHk9HXKJgrWNuUDXBprSdPX919TpPPin2lLk1N2OTsyQGO65783z5ikueuUpwSNiOXccizlwmk1iIc/mK54nrizQq3L4TdyD0FM+IsG9/+C23OGnh3PlrnCWZvxtvVQCu4iPzZIaM7Qg+xtPZs+8kN2IdeBDcvnN37/5wUqDwAwJDT5yMTHJrt2nMparb5lcJKO2DhyPWbdi3cs1u8h8V5Uv2415Onb5EqXKzFO+1a+6RKT3ecS7q+8WJjb27/4CnzHnRqJ++GwHu4tCRM0Tmfo8co1v3FCvvXeTF6IsXo20qaVqg1sl7vSHgAK+AGNPSwAR3Yu+GHorYvPXg/tBTqmbyBiVXPDFY4LGeDI8kh1xi34Fwlauo6FvE51/5Kbh27QZG1/aHEzlEDtV6njaoCE5hnoI6fvLC1m2H16zfSx50eTgjuH07jheZGrU58KCS6nmOlDPBJugaPLWgGhw9ehR6heO3YsUK/DrrgBf4wFgALp9l0sC54sTKNzd+4kinFdnTlEVEQFu4EJeDo7kO8lOIjo4mKZxMZzQudOzYMcnz8uXLXSUllRldgVCQxIng7BEEPq7OKTiuq1atkqv7JqR47Dt37oQe4rFDtVx9ch/gWkeOHOFaUOn169dnRHkiP8Tkcj64oSocV4oKZeZQZGSk9VuDkCnXYnEF+eHpkB/ynxGuCt2A/8KCiQ8j9kG9XcF9hYSEzJ49G4qkFgxMSwMTcLNBQUHLli3bt2+f3BR5ppy5TdvK/wIq/Pz58+Eva9euVSxJESL5KeAoRuo8ubJMyeASpEPGqEJcmqxmsDxBYmLi9u3bOZHbVNqSJMjlfH9zIJo8d9fvHpybVoYFHCLP8l0l3Zl5gCokCVq/HeCud+zYQYLci66MZuReDB4CRgN7DNA1sGcdrVu35l6GD3fZHtbAwMDAIIPAC9Q1MAODBwLkJ2fOnK+88gqExDIZGBgYGBgYGPzU8K2BGRgYGBg8bfCtgRkY/HxgNLDHgOdGA7t+/XrVqlU/+eQTbidHjhwZ1+ENDAwMDHQYDczgoXH69GlZksXf3/9+GgMzDQwMDAwMDAyePIwGZmBgYPBswWhgBgYCo4E9BjxP88AEhQsX5o7SWgvRwMDAwMA3jAZm8NAIDQ195513Ro8ebUaiGBgYGBgYGDxVMBqYgYGBwbMFo4EZGAiMBvYY8HxoYJcvX27VqtX06dMnT5781ltv0T6ajbgMDAwMHg5GAzN4FKil1Q0MDAwMDAwMnh4YDczAwMDg2YLRwAwMBEYDewwoWrRozpw5x48fb/1+NrFz58533nmHlhH87ne/mzt3rnXAwMDAwOABkZiYKEMK1DatBgYGBgYGBgYGBs80Dh89u2xl8IZN+xMTzWx1AwMDg2cAkZGRkydPnjZt2rVr1yyTgcHPEkYDM0iFK1eu0D5aPwwMDAwMDAwMDAwMDAwMDAwMDAwMDAwMDJ5NGA3MwMDAwMDAwMDAwMDAwMDAwMDAwMDAwMDA4HmD0cAMDAwMDAwMDAwMDAwMDAwMDAwMDAwMDAwMnjcYDczAwMDAwMDAwMDAwMDAwMDAwMDAwMDAwMDgeYPRwAwMDAwMDAwMDAwMDAwMDAwMDAwMDAwMDAyeNxgNzMDAwMDAwMDAwMDAwMDAwMDAwMDAwMDAwOB5g9HADAwMDAwMDAwMDAwMDAwMDAwMDAwMDAwMDJ43GA3MwMDAwMDAwMDAwMDAwMDAwMDAwMDAwMDA4HmD0cAMDAwMDAwMDAwMDAwMDAwMDAwMDAwMDAwMnjcYDczAwMDAwMDAwMDAwMDAwMDAF+LjEy9ERhGuX79jmQwMDAwMDAwMDJ56PF0aWHT0LfEpCZEXrT9s4fqNp9rdPBZ27vKV69aPnxTnzl/t0nOWf4+ZGwL2W6YM49jx85evxFg/nj7APaR6JCQkWqZnCouWbee5EEIPnrZMTxy3bsVy9Xv37lu/DQwMDJ5fREREDBgwoHz58rly5cqfP3+dOnWmTZt2+/Zt67CBgYGBgYEDN2/GLlsZvHb93pjrVn8RsufEjDkBcXHx8vPJ4G58wpARS/17zFqzfo9l+hGQkJi0OfBgr/7zm7UeX7nmwJrfD23VftL02QGnTl+yYvx0WLA4CN40cuyKpKR7Yrl//4cNm/Z36z07OCRMLE8GkNAWbSb8J2uzYmW6nT131bL+mKCyDR25jKefEUY/fvJa/56zuvSctT/0lGVKG9eibvbsN4/4w0YtS0wu2IdA0r17S1fs7NFnzrGw85bJwMAgGcOGDatWrVrv3r2t314kJCQMHDjw+++/Dw8Pt0xPK+7fv79r166RI0cGBAQkJno+vsXHx48YMWLVqlUS4Ynh4sWLlGStWrUOHz5smQyScenSpSZNmnTu3DkuLs4yGaSNqKio8ePHV69ePZcXVapUGTt27OXLl63DBs81ni4NrFW7ifiUvkO/QQut2E8fps7cSA6z5G51OuInfn9w0GEvZKZF24mJSUmWNWOA7chdPA2cxxUHDp7+wlsZDh05Y5meHWzddviLbM2y5m1N/guV8L927aZ14Ani9p24wiX9yUCbTlPgkAYGBgbPK5KSkrp27frKK6/8lwN/+MMf1q9fb8UzMDAwMDDQcPvO3YrV++MtCy3y6zB53qKgkuV6VqjeH55lRXoiwG8vVqYb2Rg0bLFleqy4f//+oqU7ipb2XMIZvszRwq/9pPMXrlmxfwq0859GTr6r3CchwWK1V6/dKFCsE8bi33W/dfsJffKDNE2buemLbM2fmAAGbt6M5R6505FjV1imtFG97mB5amUq9fZdLPfu3/fvMUsiU6sfpUpTN4TYlq/a7969h9fSDAyeS5QsWRLSkTNnTuu3F7t27frFL36BvUSJEpbpacW6det++ctfepnTf33wwQdt27YVYjVu3DgrxpNCWFgYeXj55ZcNfXOiSZMmFM4LL7wwa9Ysy2TgBhyeadOm/fa3v/XW6FR4/fXXn3ytNnjyMBrY40TXXrMlkzt3HbNMPxH6D15ENh5CAAPd+8yVu9i+86hlesrw7Gpg8KWcBdrCE3bvPSlaY/W6QxISH/gZPSIiL0Z/maMlV69SaxDdgGU1MDAweO7QoUMH+AB+7UcffdSnT5+lS5fOnTvXz8/vv//7vzG+9tprBw4csKIaGBgYGBgkY+eusMy5Ws2et2XV2t2NW479yus5Z8ndatPmJ91r/KgaWHx84oAhizJlb0H6X+Zo0dRv3PjJa5euCF62MnjYqOWlK/bCTihQrPORY+esc544nBrYndi7Vet49J7mrccr44+NvfvDs+Vr/SQFMPBwGtgX2ZpNmbHRsroBNv11Hj+J/IgaWMz126XK9/wiW/NuvWZbJgMDg2S4amDnzp373e9+B0Pp2bOnZXoqkZiYWLhw4f/93/9duXJl7969P/74Y49W8F//9cknn1y9+uSaQYHRwHxg8uTJL7744uuvv75r1y7L9FCIiIggqenTp9+4ccMyPV+YM2cOBUVFevvttzt16rTQi27dur311lsYObRo0SIrqsFziqdRA8tVsJ31+1nD1Ws3ho1aNn9xkPX7J8LGgAMU48MJYOBa1E04z/xFP/Fd+MAzqoHdvh1XtkrfLLlaBQYdEsuw0cu5ix5958rPJ4mNmw8MGr7k+MkL1m8DAwOD5w6nTp36//6//w+PtmDBgnfv3rWsXoSGhv7qV7/iUJEiRZIeqq80MDAwMHiOse9AuL7sYcz12/v2hz9J8UPhR9XAxk9e+0U2D6uqUmvQ8RN2XpCQmDRr7pYsuVsRofh33W/8RFsSODUwwN8XL0UnPqmhhLduxdVrPLJyrYFPuA48nAZGyF2o/bnz7lmlVlfTYj6iBgZI8NLlGLPGvoGBE64aGLh+/frZs2etH08rEhISRo0atWzZMvl57969sLCwLVu2/CQCidHAfOD+/fsXL16Mjo62fj8s5s+fTyFDnylty/QcITY29n//93+5wU8++YQX0LJ6cfny5T/84Q8c+vTTT82XgecbRgN7DnHk2Nnde088yrreTzmefg0sPiExMOjQyLEr9UXqo6Jv8lzCT120fnv7qr37wz0P64lPBTMwMDB47jF16lR82RdffDEiIsIyaShWrBhH33//fRxiy2RgYGBgYPCU4cfTwI6fjMxRoC0pf1e5z/XkPc+cmDl3s+hkE6eus0xPFq4a2M8ED6GB5S3SoXDJLvzRqv0ktYOajsXLdnyRrXmugu3yfdORaI+ugRkYGKSFtDQwgweF0cCeAJ6MBhYcHMx78T//8z89evSwTE8EGzZskC8DS5YssUwaOnTowNFf/vKX5879ZLPeDZ4AjAZm8OzhKdfAoqJuVqoxgOwR5i7YalkNDAx+Trh//35ERMTp06dv3rT2/IuMjFy9evWcOXNw+1zXIFWn3L5tfYcKDw9ft27dnTv2Ydf79+9ftmzZ5MmT165de+pU+tuex8XFbd++nUvj1+7evdv16jpu3LixdevW6dOnr1ixgjz4jn/y5EkyOWPGjC1btly65GsXSW5k586d5IHM79u3T/ZV9oHLly9v3Lhx6tSpixcvDgoKSkhIsA5ocBYaBQI1unXrFn/36dPn/fffz5Ili+v+wN9//z2e7u9+9zt1roGBgYFBdPSt4JCwFat3bQzYj6ed1gY/MddvX4iMunrNGgweH5+4d3/46nW7d+89ceNmOrOFEhOTTpyM3Lz14Jr1e7mE62d64ly8FM0lZKAYrf2581f37Dt5926qviAhITH0UMS6jftWr9sTsud4VLSn8fcB0jlz9sr24KMr14SQWrpbSUVeit7pLY2g7UcOHY5ISm+7o5iY297SC9lA6RH/wYckxsUl7DtASe7ZtTvs5k3PEI10NTCucjI8csvWQ2vW76E8Mz60rk3HKST7Vc6Wu3Yft0xuoJQkA5VrDlR3hGtw5cp1HtD15Mlh167d4OlHx9gfQeTF6ODdYavW7g7Ze8KH0iaghMOOn9+4+UBAYGjEGWuDbacG5rn6Vc/V9cspo8oShbk/9NSmLaHUN1uxcCPhpy4G7TgCr6SELWsaoJqRzpp1e1au8dTwW7dSDZ0hKepq5MUoeV5OSAQydttR37BT+J7C2XOcymNZNTyEBlaqfM9Va3Znyt4ic65Wzq0NeEdkW+jJ0zcIY/WhgUXH3OZ+ueuALaH7D5y6G+/iid27f/+ytya4vvikfOToWR4BgT+M2GbwdCIpKWnXrl2QFOjPpk2b0voIHh0dDek4e/askCO4zI4dO2BYUI+LF1MGOutw1cDoWElE54k2wE3gbnPnzl2wYMGePXsyQpo2bNgAaVq+fDknupImHaRPzjOYPrkNCQkh5rRp0yicM2fS+QRH4YSGhi5dupT8wFXTje8KSCV3xBUhmLKYR7oaGOxPHgdM88iRI5Y1GRQRBe4jMxLh/Pnz1u9kqGS5o8OHD1vWDIPMU8JLlixZuHAhdcw366ToyAOFRtFt3rxZ+GxGQLKcCCnWH70yysQmEofXU6orV650fkCQ2x81apToQDxofoJr1+y7geqZDAgISKsOK8THx584cYLbOXr06J07d7Zu3SrLtADRwEgwMjKSNNXcLDLDc7e9hhwNDAycOXMmVTGtwlFJxcTEiOXKlSskJXMuZ8yY8f777//lL39x/X4ycuRIsvTKK6+cPHnSMhk8j3iGNbD5i4LqNhretvNU63dq9Ogzh6O20Wr4XnUbjWjq59npLiExacnynY1bjMGtxFNs3nr81m1ptminIy4NGbmscs0Beb/pmO+bjuWq9uOnc3NgnHXS57p37qRacwlwOchMvcYjCpfyDMsqWrpbo+Zj1m7Yq4iEjmatx5MINIa/T52+1HfgAi4N96hSe9DAoYtv3XJ306Oib44ev6p6vSHffNs1ax4/LtG45Vgu4ZwQtmXrQVUOeNtDRy2rVmdw6w6TraNBh+QuXPkAvJE8lKnYO3v+NjkLtIWNwMfSWhQCsjpo+BISL1i8c4Fincj/kBFL02WnOgKDDpGxEt91z1mgHRcdN2ntzVuxPjQwiPHiZTsaNh9DcZHDbyv06tx9Bg63dTgDgEqNmbC6xveeYvxairHFWJ5FWnzy+MkLA4YsosTKVOpDoVE4zdtM+CJbcwp/wNDFhw6nyuHJ8Is9+82Db+Qu3J70azcYPm3WprjUZF7Qou0EUlu+yrOeLwyw/+CFVWoN9NSBWgP7D1mUFsUik1Szlu0mlviuR9Y8rck8dWnFql3OtSkkfciP9VtD0PbDHbpM56XgTeTBla3SlxtULDQjiI6+NXLsSk7Mlq9N/qKdqGk7d3kGkkyatp6LUmHonCRmXFz8901GYly/ab9YdBwNO8crw1H4oWXSAHHt3X8+r0aewh2KlKIwh02dsVEtWWNg8NMCt0zcO1zJq1evVqhQ4aWXXvI6ex786U9/woFTL4KAU/7f//t/HMXJxkOFLMluyfpCGevWrfvPf/4jdsGLL75YoEABmIYVIzVu3LhRv379X//611ZsL956661Bgwa5TvOHv1WtWlVtfSzIlCkTfrAVQwM+9FdffaVnhnssW7YsDq4VIxncWpMmTV577TUrnhcUAr6mazagCrly5dJTBr///e979+5tI2k497KzF5QVfzdPnjxyVrrSIOn84x//IOZnn31mWybRwMDA4OeJa1E3O3SdnjmXZ+MrFUqW6wljciphXXrO4ig+Lb73gsXb8hfrpE75Ordf7wHzXV0yiM+suZtFUFEhZ8F2U2ZsTEhI1bxDLmSKEv4eDn/lmgP5O3/RjmRSIsBTBg9fmj1fG5UOIXOuVu39p0VGRkkcHfS5K9aE4K7r8b/K2bJDl2mRF138zOCQ45VqDsCl1+OXLNtj0dLtrvQNBtG5+8wsuTzLBqqAQ75wiXt8JyjJISOW5cjvuWsJMJFho5aTspSYUwMj5bkLtopGogLlBgVOV2zAXS9UwqOFULbpymbTZ23y7zETmqNUHJ5X6Yq9OR1icuPGHYr9yxyeTcWCNTlt34FT+OeZsqeUIQVOzCtXXdbRwieCt35b3tqBjJApe4umrcZduXrdqYHxBz8xttM+BWAs6zV27zOHwoSMwGUkKQIUHpJLNApt6YrgkuV6qENZcreCpLgWAhR+6syNECIVmQDB6T94kRJQIf5SFPWbjnZdD3DPvpMUApXzsEZdQw9FwB/1wqEA23aacumy9eVO8HAaGI+pQbPR/A19hjtbhz3fsu/zbmIvV6Xv9Rt3fGhgp05fatxijDxTFfIV7Th6wmrbq33rVqwU5rBR1oJpAqKNGLsCmqanwCs8Y06AUcIMnh7ExcV17tz5zTff9JCNZMBoihYt6hQ8WrVqxdF33nkHajNr1iy4jMQHL7/8MnTPuUuWqwZ27dq1//mf/8E+fvx4y5QMuNv333//+uuve1O1AHcbMmSIq7K1c+fO3Llz20jTH//4R0iTa/ybN2+6csPBgwc748fHx3fr1u23v/2tFc8LuGfhwoVdN1Smn12zZs2XX35pRfVC4qfFVZ04f/58sWLFdOL83nvvzZ4924cGxk01btzYVmgfffTR4sUpnWbPnj0xvvrqq06iCu7cuSPEECJsmZIJrK2sPvzww4ULF1oxfILy7Nq1q2w0pUBh9ujRw7kGiRRdlixZrHheUHQ1atS4fDn9D3Fz584l/v/7f//v+PGULnjevHkYueULFy7s2LEjW7Zs3lQtwLUjIyMlJnycCm8dSI3atWtLHAGFnzVrVuuYFy+88AKF5joQltts27atVHUBmXn77bfff/99eaAySpVqlilTJo526dIlKiqqXLly3DhQjy8iIqJMmTI8eklEwOPmoduWNKTMpfp16tSJpMqXL0865DDdR4aXS2RO5HG7fp0weG7wDGtgg4YvIXLR0l2t36khLl2nbjOs315AEsT9gupUqNZf/lYBkjN9doAVVcP8RUH4rLbIBNzldRv2WpG8mLcoSA7ZhkFFRd2s+f1QdaIe6jYc7hwul7twew4NH718xuyAr1K7noQSZXtAWqyoyQg9dBoCKRGy5fOIH8qlrl1/mG3I5IIl27Bnz9/mVMQlIT8EcihHF3qPEtQYOoVlq3bJjtC2QFGs8Ko1OgKDDsFzJALub+5CnpsiZMvb2ofcqAA/6dV/npyiB5zs9Zv2uWpgcAYcehWTG5Q/eLLjJq2xIvkECeYqZBVj1rypipHycZL52fO2yD3CeIms6gl02oqhwbOQiPcogcTlDwLE48y5K1akZOT9xkMYYJWz51uX0EOxMt2vJQ+8VbgWdQOeaYspoUa9ITbpVNa+gM1av72gzP29XzQkFC7pn7eIxVu4tVVrd1vxfCLs+PlC3tGFeuARTJm+oVP3Gfz9fZOR6tP/7Tt3ZRfumXM2i0XHrt3H5dPD6Qh7nzpnfqD6KqEXJm/HA8l1BgY/EpQG1qBBA1xw/vjiiy8qV66cI0cOnD9+4pBNmTLFiu2F0sAgG5Ar/gC//OUvcVslwoQJEzgL4+9+9ztYVrNmzUqUKCF6FV4gfrNEU8AZ/eyzzzgKL/r444/xHYkvS10DMmPz8PAv//KXv3DoV7/6VfHixf38/CpVqiTsjqvMmTPHiufF2rVr5dKc0qhRI39/fyLLreHrk5QVz8stCxYsKImQAXhm69atKQ1hay1atLB9Wt29e7ekQwFWrFiRlNu1a/d///d/WABURI+vNDCivfvuuxKHC6U75BCmh0NM5Kd8M2oDAwODJ4Nz56+K0JI5Z8uGzcf0Gbigc/eZ8mk7U7bmeKQ2hUA0sO8q9+kzYD4uWcHinVu0meDXflIR72g/QqMWY2zDvEhBIhOq1x3cq/98kq1ed4h4dDjP8ZoMpjQw6JXiONAW4U2xsXcbNvd84udcvNyRY1eOmbC6ZbuJ4jPjDdp2rsLzHDJymfic+Yp2xBflcpVrDpRLf/Nt13PnUw1tDNp+WNzLnAXacqdjJ64eMmKpSBGcMmO23Wu9EBnFRTlKBho0G03p4WOXKt9T4vceMD8hPZEpPj5RiDAhT+H25LBVu0klvOXPHzJxx6aBUZ4DhiyCqnCJqrUH9eo3j58QFiEvbTpOdp21o7DvwCmJOWJM+uKKE0oDo3x4iPxB+DJ7i737wyVCwJZQSB/GgiX8O3efMWzUMmrI17n9sFCSzvFt8xYGCc2kDKvUGti205QqtQaRw2/L96zfdBT2jGtgjVuOrdtoBH/kKdKBAqlUYwAZ4yccOfRQRKduMygxclKhev+a9YfKg/4iW7NFS7dbCSWDCtzef5pUEjhmt16zIaeqhCtWH6Do2IQpaz2XK9zeqadCesgkR8tW6au4ZOC2w0JUCxTvTH48hdN24td5PIVTtHRXfaDtw2lgvEonwj0LXXJfE6akjAk+dvx8tnxtoHU7dh2j/qSlgZ2KuFSgmEf2I2brjpPHTFjFK8ZDwULw7zFLl/pcNTDqHk8QI0+Tx8Hpw0cv51WlMcHYvc8cp6xuYPDkcffu3e+++w46ACv5z3/+06ZNGwhF+fLlheNAmmxbdokGBtPp1KkTPOI3v/lNkSJFYFh//vOfsQMSURNQBA+kgV28ePGTTz7BTuL8Qd5gZG+//bZY6tWrZxsLGBQU9MYbb3AU6iSkiVv49NNPJT4EyoqXDLihOgo31NOnBOrUqaOnHx8fD7mTQ//85z+hb6TPVYThcpZtxCH97OjRo6XouDu4KqwN6ie07rXXXktr/paO8+fPf/DBB3JRSGipUqVgkW+++eZLL73UsWNH7E4NLDo6+quvvuIQcQoXLtyyZUtuRCgtlmHDhkk0CDWckWT79esnFh0hISEcIvENG6wx4jxHUaT0ZP/617+KZciQIRItLVCSNWrUIDLkPX/+/DwLQDWg5LlQ2bJl9TaQops+fboULHWpSpUqPEcejVioCUqsSgs+NDCMPXr0eOWVV7g0xUIeZE8skC1bNslGUlJSzZo133//fVHsyCGVn5+gbdu2khqZnDVrlmSJZ1S5cmUyyfMVCyWjPlkI4uLicuTIwaFf/epXFN2AAQMaNWrEK4Pls88+018TpYE1aNBACagUsnzcUFWC/BcrVqyzF0rPK1SokF6SSgOrX7++1ArAI1i1apUVIw0sX75cNLZq1apZJoPnFD9TDQyOlyN/22Gjlu/eewIvc92GvUVLe1gfjrJtCte2HUfklO8q9dm282hMzC2o18bNB76t4Bmk9mWOFifDU2Y9u2pgNBb4yhhxu+cvCrrpPXT9+u3Z8wPF961WZ7BtyJhoYPAx/q1Rb+jaDXuPhZ0j9O7vGbdFGD95rRXVi7t3E6Bz2HGR1VoWsbHxI8etdI0vGhihfLV+uPXN/MZPnr4haLs1XzgtDSw4JEzs8BARn5KS7vEHFFfsW7Z6xtYJYmJuZ/X68c1aj4cWijHizGUpCh6xU2CzYe5C62FVrDEgaMcRSgxyTqFROGpAma6B4cdXqNYPIw8XXiGy35Ur17v1niORV65JR8LhlALeQaxUBrWPF1xl9IRVkgLsWowCSgxeQQFOm7lRvgvwLzSDmBipORJNsGnzAYkMdxLWBzkhjizXDmGzcQ/RwITxUkPWrN9zNOxc2PHzfQctxEKwESGeRb3GHrLHJYaPWQHDgbaFn74IWxbC37zNBH3OiasGtnDJdkmcq6i1So4eOyckM3eh9s4VPGyIjb0rH1AgPFNmbCQDFODho2epBtDFYt637NE1MGoadkKPvnOFasLDtwcflVemTMXeNtHXwODJQ2lguFPvvPMO/rSq9keOHHnvvfc4hJepjxZUGhie4m9/+1scdKiFOuvQoUOSIL6mvorCmTNnPv/8c+y///3v9dQ4EUqGHSoyduxYlc6dO3dwCnFtObRx40YxAiLA4jB+9NFH+vIRN2/exE3Hjs+qb7QLF8KIc6lPogoPDxdGV716dXVF7l2ku9WrU5pQjuI3kw1uyrZ4SJ48eYj87rvvkppl8rrm5cqVw04R6WsyKA2MQiOHffr0SXfxRpLq3bu3ZAnXHLfbOmBgYGDwcwVeaK36nnFUBYt3PhaWshBQQmLS2Imr4Tt4a7axUKKBZcrWPHPOlnjIyo+9G5/Qtdds8dNkPQMF/HP8w8y5WukTy2ixl67YmSV3K+IvWxksRqA0MOhSkVJd8FHxn1XzvjnwII4luZq3MEhv8zdtCZV5bHNSr0a+fedRLoG9qd94NSyM83DmhY7hqeJLix03sqx3UF3pir31MWdwqxr1PGIPTEHX2HDpcW6x5y/WSZ/o4+EFU9d5S6/5Uu3WXLF0RbAoK207TbkTa3Ws+LfTZwWomXk2DWxH8DEKk/KHYKrMUxor14R8nceP8qTQxOiKFat3SbL67sUZh9LAKEDKdsCQRfp6g5RbAe/cqY5dZ+j0IezEBVFJG7ccm6gNxIEkynDJEmV7qL2TeUA7Q8LyejkLIeMaGCF7vjaLl+1QquqOXcdyeB80V/kqR8uBw5ZEJy88eOXqDZl8VrJcD9vamNNnB1CMPMFZ87ZoJexJTWaYNW89nnLACEvN6a2uTiHtWtTNQiU8RTFrrkV2oj2rEXoKgczrk7ROhEcKV4Jrq5J8aA2MfA4btYyfuQq1423iaHx8Qp2Gw7G0aufZJ4xLuGpg9+7fb+sV7SDdcE/L6iWb3XrPxs4TPx2RMuLQVQPjXnjZKTpqo2XyVs5pszbRaFA/9XbGwOCnwubNmyEjL7zwQvfu3fUv6UFBQTALmEK3bt0skxeigXEK/K5Ro0ZqDkpCQgKHsAPb6LqMa2BQkm+//RYj5GjChAmW1Ut2atasif2VV15Zuzblsx7xhTTBK3U5Cnvp0qWxv/HGG7osQSYVNxw3zrMilABuWLt2bezclE7Wtm/fzu1QOJ06ddLHTQYHB4us1b59e8vkxYEDB4SUwVVv3EjpOs+ePSsKxx/+8AffWg45FNZJTvr376869ytXrohUKYd0DYyn1qxZM+yU544dOyyrV91s0qQJdp6jTEFLTEwsXrw4lr/97W+2YaBcCHbMoQ8++ECILcm2aNECC5SccpBogKNyOQip60w4BQgpZBMMHz7cMnkvBCunSLkLfZEVHhP5p7R5EDrN37Nnzx//+EcuV758ecuUBnxoYICUCxcurOY1cvtSk22FCXzsBwZh/93vfkdS0Hw9k/v37xdRjdplmbyQiXdvvvmmntS5c+fkM0g7TaBVGhj1iudFyR85ckQeBCUmD4IsbdmyReID7FQ/7NxCYGCgZfVWIdHASIrSaN68OXetf6xwgqS4a3nfuREqm3XA4DnF06iB4S3VbTS8rnc5PlvQnb9H0cC+Ld/zzNlUlTtkzwk5tG7DPsvkdfVEhChdsZfNJ75y5bp4ul17zrZMaWhg0DkxOtfjDtlrXdQ2/0w0MMK4ifZx/TKorUyl3tZvLwICQyW+bV4UkPgVq/e3fnuhNLBCJfyPHLMvduyqgdE0iExY8/uhyikXUEoNvYst5C/aUTGNoO2HJRHbeg5Xr96QTZWXrbTPG9Nx585dWdukfLV+can1DPhVnuTy0e8XyoEFlzrirH0aUIeu0zkEp9I9Gydg5pJs6KGUGQwCGX5Yvmo/ysEy/fCD6Hm2OgZk1FuTlmNVXIpF+J4z8qnTl6jwHLJRJtHACKPGrdSu6YGUdqnyvfTMrFq7W+JD0ixTMsZMWI0dCqcPKnTVwCrV9Lw1ukYl8Cw+6dWiZH1OH6AmE41gW9uQSgLdkkOPqIFBNXnrMbb3n2bLJ/wZusWheQuDLJOBwU8EpYHh+enOqGDNmjW4vxwdOtSagAuUBvbuu++eOHHCsiZDFCAOQVQsUzKOHj0KKeJo69atLdMPP+Du4xRibNy4se1NwW2VVR0qV65smbxONvHxa9ets+94j8srYwx7907pemS5ie+//976nYwGDRpg/+c//6m0JXHK8Sx1OgTgBlJECxYssEzeMXfigzqnZ5FDuc1ly1I+sigN7J133jl27JhlTRt4xuSQ2+SUvHnz6mPQDAwMDH622Ls/HHcUp2tz4EHLlAycZ2ETngXWtJGCooFxCr6frZeBNBXxDkuqXGugEi2gDyIs4b/hFopRwOkdunh89XJV+6mJMkoD8whRyesfKnTt5fkW/12lPrZFGhKT7sl8rMYtx1omrxdatfYgjMXKdHNuWSSMskCxTlHJV/HoGQU9l94YYP/CJSMC8Tb1JRwgDlgoivWbUlik4N69+w2889WKf9ddVztsiI9PhNwRrcR33W+ljkbRTpu5SfxhXQPjpsRv9+vg0TMsqxeUJ/yUQ2Uq9o5NltOcUOP2ToSnM8DcFboGtnW7fYWPyTM2cAj649zjilKlsmXN21rXUYaPXk78LLlbHXSwsP2hp4QVZlwDg6SrwZ0CHkS9xh6dkkssXr4jdYX9YcFiD/nlLB69ZfKOWBXGAYWxDVcFEHyKLnPOlqJ68gi+96ZfpfYg25y/TVtCiZmrUDtFxGbM2UzMgsU7Oyv2lq2HKBz4LIRXLA+tgfGT2i6vQ4s2E3g11m3YB+3ySmKe2puWBkZFLek9a+jIVGsbAm5Bps1t3JzyarhqYFuCDmHJkb+t/pRBVPRNWYSGMrdMBgY/HVq2bCkkQv+mDxITE6EJHMqWLZtl8kJpYI0aNbJ9WYqNjZWP7++9955O1jKugUHohLvZtCUAYRHlABZjmTxrTUX97ne/wzh69GjLlAxoIHZS08c7hoWFSfpqZo/C9evXRWupV6+eZfrhhw4dOmAhn1BUy+RFUlKSjJvkfi2T11UQrkphOlWE06dPC3O0aYo2nDt3Trihcy7O3bt3CxQowCFuQZdtLl++/Nprr7344ou6aijgKfztb3/jFLiwWKCQ/OQSwcGpRqVwg6LiyPZU4OrVq5Ls2LEpvoSAB/33v/+dyA0bNrRMbiCTcq1du1J99qSmySIrffr0EQtdtsg8H330kW1lPzBjxgwOwY6d3xN0+NDAqK516tSxyX7UQBEybbPifGhgbdq04dAHH3zgpM9ydc5SZDw+Pv6LL77A6Kxs3bt3x059s35rGhj5V/PwBDB3OaSvUSngqcmkw8GDB1smb3x5DUnKJu+5gsIfNmwYD5pTPvvsM+cXGIPnD0+jBuYjNG+d0kk8igZ26rR9abXY2Hg5pO+QtCvkuBhXrE4ZwaTQou0EDlWrk/LKuWpgIp9UrjnQ+p0acrRKrUHWby9EA/NrP8n6rWHkWM/Urmz52li/vViyfCekrlzVvtZvDaPGeeYw5f2mo/XbC6WBuW6U5aqBQT/EGLDFZSVfdXTLVos5q0ljTtWkr3d5ENd0FJQcpY8dU1Cyoq6BySwom6gjCD91UaijUyPUwVOmGOHnNiYPxk3yLHCRt0gHdQiqI6My9SGrAinAwqW6qMh794dLBq5ctfdqQCS6Bs1G65cVDayZ3zhHXizKCgPR+ZhUJDiSjQYDmK1cHQ5mmdLQwKDfRUt3c8pRcXHxolRNnJpORwLxI1r5aqnEQsGt23FCwx5RA1OCnE1eFfj38HyRgeU6M2Bg8CShNDA/Pz/LpAFXTxbu0+fvKw2sS5cuYlG4ceOGbKbl9P8E33zzDUf/8Y9/4PmJBXcQC66hbREPwcSJE/39/adNSxGSBwwYQHwIgOtQKfLJUT23mTNnxoL/unv3bv1143IBAQE7duxQMTdv3iyeJbxR54TQy8DAQCLrG97iVUM/yJvT875w4YKUz6hRoyyTpoHB0yyTT3Tq1EkEsNq1a/seFGZgYGDw80GPvnNxn775tqtTIgKBQZ7591/lbKm+ywPRwL6t0Mu5CzIY7R2AlatQe+X6Kk1r736XzcZlMGLOAm0vX7G8OxU/INCFMuC0j5242umEA1mgonKtgcolVnN0bCs6CCLOXiGpSdPWK/EpKvomzva4SWtikhdFUDgZHimr+ekD5mSRhsIl/WMc69uDHcHHKL0vc7RwjjtUOHP2ikxHmzzDZadeGJmMpdM1sAuRUTJxaqfbLC6o2RfZmuXI3+ZCZKo1HnUMHLqY03mspxxLjmcESgPTVShBYmKSrJvnysuoEvmLehbeWLpip1ju3k34zrtPG/xdplXpwMVo6jeOoxnXwJxZAv0HL+IQTMe5rfL+Ax4m+2WOlsdPpMyZ4BGLMOw6Ty7KM7vLo+VQjGLZHHiQyNnztdFXZccXkn25Gja3tgqjWsowyvb+LivnX4u6WdA7aUxJRI+igYFNmz2KI6QVTk061Aq1QUBaGlhs7N3pswN4KY6fTLWwFVAK1szkOW3AVQPjTZGBid37zNEnAnL7hw5H7N57wnWzZwODJ4z58+dDu5w6B6hcuTJ84f3337d+eyEa2P/8z/849/0C48aN4yhsRZc9Mq6BkRMsML6jjg2rkpKSJk2aBD+aOTOlUYU5duvWrWvXridP2nvVy5cvw0OhPIsWLbJMP/xAZNKHN+kLfghIf/LkyaQ/Y0bK59PFixdj0WmXgswb+8Mf/mD99qpowm2d4yMB6cscrI8//lhfbtEG+ClxyPnOnVbvoCMkJISjNg2MAsH4+uuv6zPeFGR2FxcVrkqJffjhh1hswszKlSsx/upXv1IlM3v2bCw8i/PnXWasNmrUiKN/+ctffHxxCg8PF8WxXLly+koqdArcCPxXTd2Li4v797//TUx9MKvCjRs3qFEvvPCCbVcCG3yvheik1bGxsbKuI/dimbxISwNTMlXz5s0tkwb4OKVHJlX9If333nuPGmjb+gFIrojP4xCLStypfVJbhgwZQj3cujXV5H4AkZenqX9sURpYlSpVLJNPUKoyLjlfvnz6SjMGzzGeRg0sS+5WeF1jJ67x/psq6ILKo2hgNxy+LxB21G9wynZ5MoGGEOvYCMoVTg0sITFJ1rUYkYbbOmOOZ94MHrO+XZNoYL37z7d+a5iXvEKgbZBgWpjiHYWXs2CqVl5pYLa18gWuGtjEqeux8Ghss7IEuLNCU/sMsIbzU2JCbzilz8AF0F19vYt0IVIfQffIFTwqiPeo0rTgTvj3WBYvd+kvcfEzP9r0oJne8Xrco+rnSFOuuMqxxOLi5TuwFyzeWUWGV2Mp9l13125yhnfuVOGSKZoZEA2sS89Z1m8NMEYOEdQDgufIAvo9+s4VS7pw1cB8QJQq128HCkrQGp7GvgLNvAz2ETWw6bM8xQWDVV/YdcxZEMhR6JnrUQODJwalgXXv3t0ypYaoVv/617+UaqU0MOcQuUOHDokb3atXL8uUGvATjkIA8DjFghOJJS1NywlZHAOSAP2ABdkgGtg///lPlVs4lShbeLeZM2fu2bMndMW1iVOePfjNb35DxqArrtTRiaioKO4dnrBixYphw4bJPDB98pzSwDp16mSZ0kZERISUcNWqVW2j4QwMDAx+zpD9dGvUG+Kc7wKUHKVECyAaWLmqfV0XoN628yhH8eLUwhsyhglegN+7bGXwspW7vP9aYfzktfLFXM0aURdVA+zSQkJC4rnzV+EawSFhK1aHVPRyQJggvrpEOHT4jPiTu/c+zAjfq9duHAs7x7kBW0InTV2f2bv7r9r1ClSu6dF7Ktca6Fp6XrHKs26ej4kvBw9FEIEQssclh7fvxMlK47oGduToWW6KzEyduVEV4/JVnlJdvjIY4iblqYs6NggBIRw8bJ96lREoDaxDl+mWKRnRMbdkJRWYuMqbJ6zy/Dt/UZDQkCEjllrxPWsDeuJ3652yvIqOdv7TOPqIGti4SWs49M23XdV67wphJy5wiHDkWMqwIeEUeYp0cFVrIBoVa3g2F69e1xoOG3P9tqzKDu8TC+Dc3IXaZ8reXG2GraaXtfefpkqGB8dT4w8qiazM33+I9eX6ETUwHpOowkK4OKQkwLQ0MBtu3LwTfvoi9T9o+xHKRJZjodZZh9PQwLiuDBcm5CzYjifIPbqOXzQweEoANTh16lRQUNDGjRunT5+ePXt2KIMu8wDRwN555x3nshxARJoXXnhh5cqVlinDGhgcqlSpUljefvvt+Idap500Dx48CGlaunQppEmmyMyfb31RJH3hem+99dZDjAKkxTt9+rQUzowZM2QNRpKyDnsHQWIBOk3TAYfl6K9//WtXsUrg5+cncWzr5AvCwsI4atPA5In89re/tShrasjUtDfeeOPmTc+kWwqhefPmWN577z1FmXnuEk1/Rq1bt8YCb7US8mLKlCnyR/ny5TlKPiVZVyQmJlapUoVo4LXXXvvuu+8mTJhAGVqHNZDIm2++CaGuV6+efhXB2LFjpar07esy4UHhQTUw6oDQ8zp16lgmL9LSwGDclAaZrF27tpUzDePGjZMpiWoiHenLruT6KjICKid2UlPf65QGVqNGDbGkhRs3bhw9epRKvmbNGt6d3//+95yly3JKA8vItl5xcXGyk1/WrFld32iD5xI/0/3AXDUw4Sd9BqYsyiTrbOCmW7/Tg1MDw9UTyxI3bQZsDDggEdTS58CHBrZgcfIlHPLV9Rt3Nm4+0G/QwhZtJuCUFy3dTQZqER5dA+s9wLMVGWlavx2Q5U1atp1o/YbOHY5QGSBky9u6SatxePYZUe9ktfF8RTu6flF1amDQSyG3vsMEbU/gtECZbNoc2m/wQhx3alHRMt0KeVkZQdfAQFojHLFg9yo9lqVX/3mSgo9A4ve0xH1oYBAkOUUtZH/pUozcvk66fCMtDYwbPBZ2fvrsgM7dZ9ZtNALKzUPP5l2BhOBbA4uMjBLFN63tBx6LBkYNx+I75MjfxjkfzsDgSSJdDUwWdv/oo48Uz/GhgQUGBorgtHhxqr1AFPBx8UqJEBVl7b8o5OQ///mPUq18Qzat9Y2///3vOitbtmzZxx9/bB3zAne2YcOGTv+eXOHWi4wnILdff/01JMpVrt6yZQu0QfxaJx5aA1uyZAnXffXVV13H9BkYGBj8PHH3boJ8u4eIWabUuHL1et4iHr90rLZIu28NDBYgDp6SndZu2MvPdIPSY9LVwKJjbo0Yu6JijQHifNqCroFtDjyI5cscLWQJuIwAT3XrtsNtOk5RC7DbgtLA4uMTZZ2Dpn4p26vouBZ1Q1SNEWNTvorasGmzhw+SQ30KkYKrBrZpi7USvu+ga3U2yEUJPBrL9CDwoYHBf6XC+A5q4KmKn9aCEz+JBjbUu5kWZDYq2v0rZ2OvtlS6Qi8lIPUZuACLd4lO66WYt9DD3D0XTabVV67ekHGivkOvfvMk/iNqYODU6Usy0vernC31WZW+NTBYNny8sHcCojOkq4GB2Lj4gUMXy7xJCZmyNa9Yvf/iZTuoPFYkA4OfGjExMV27dv3qq69eeuklIRo6HkgDi4yMlERmzUr5hpNBDQy+ljt3biyff/65WDICuqqNGzdWqlTp7bff5lwnlAZG+rK6I2xOLBnBjRs3evTokSVLFtfC0TWw4OBgLC+88MLSpdbgBhumTp1KBFibc5abQtWqVYlDybjOFXPVwJTO5AOvv/76pUvW16QjR45wLySi1tyLjo7+7W9/q89hAtWrV7dOThuvvfaaq1anEBcX17FjRyGqAnjoZ599NmLECA5Zkbw1UKYi+Ya+gZYTP7YGdvPmzYxkkhdE4lMzZX+ETz/9VFcKuXGRu/QdGdLVwA4fPly/fn3Rq5x4aA1sz549xKQ+2BZgNHi+YTSwFDg1MMkPHrb1Oz04NbCw4+fFsm6jfYF4AfxKIugU5UE1sKSke+Mnr83mXZ6bkKtQ+xr1hrRsN9G/x0wZmfjoGljrjpOx+CgKWQSvbqMR1m8vbt2OmzlnczWvO64CXviiZSn7VboC6kJMPHI3CcxFAzvpWe3QYylftZ9tDzk9uK6sqEAxTpy6Tuk91ENPMbb1FKPsImDTwHimGL/I1lxt5UUK3K/kZEvQITEC2eSA02350UOTVmP1xB9IA1OLPXJILOnCVQOjGGt7t0omkCDMtl7jEcTx7zFL0vetgZ2OuCSfIfQ14nU8Fg2M/GDJkb+NrQCTg2cfQQrTzAMz+GmRQQ3sr3/96wNpYGnxCqcGJqMXM2fO7GPFCR2igcG7Jk2aZI3pcmDJkiW2NyspKWnTpk1+fn7/+Mc/JAMAX1/fUVkB+jF69OhSpUrJbmSCb775Rh+NSONQq1YtcbL/+Mc/8vfQoUMXLlwYEBAwe/bsR5wHJutDwv0eYvyjgYGBwfOKuLsJstTeE9DAvs7jh8uHv2qbByZh+apdatk03xrY9uCjOOqeBHP7NfMbP27SWpz8kD3HuZwsNKdrYOs37ceSOVerc+cztNBNXFx8q3aTxAX9tkIvGBkUL3DbIRInh1lyp5oHxu2XKOuRKB6LBmbbPEngQwPj9qfN2qQXoOdfVaSrgp3r/ilAH2RvJ9dF+WwICAwdO3H1lBkb1MolGdHAuveZY+UkOT/6T6V3qvjwWbHY8DRrYNSQu/HWK3D85AWeCDXk2HHPUBuKSAiyvsyM0sB4g1RRqHlgKsB2Jf6ja2CwLhhc0TLd2nScrF4KkJYGBp8dOnKZLDFSsHjnzt1nzJy7eUPAAer/5sDQfEU9FDIjGpggJub24mU72naakqew5xFLgAz62B7PwOCJISgo6K233oId/PKXvyxYsGDHjh2nTp26ceNGeEfhwoWxP5AGdu7cOeFr+rJ1D6qBwd3Eki6gkBAl4V/vv/9+7dq1hw8fDlkj84sXLxYe6tTA9E28fCM4OJg75RT4V/78+Tt06DBlypQNGzaQfokSJbA7NTBuf/ny5ZYpNUQDe/XVVw8ftu8fqSDrT/72t7/Vx1wquGpgQqjJp0VW3TBz5kyVIH8IR6a4xMJN8fPNN9/Ul8LjKMa3337bSsILfYYWf+vJ+sDNmzenT59uG9zJU1Broly/fp2b4jk2aNBAUpZL2HDggPsXNsET0MAkkzJZzQaV5337Uj56nz179t133+WUTJkyLViwYM+ePYsWLZLNFN544w19G2+KMS0N7P79+wMHDuTSHP3Nb35ToUKFAQMGcLNUwnXr1snOag+tgS1cuJCYvPvOHewMnmMYDSwFTg1MFsfH+bN+pwenBnb12g2xpDUzRlgZQf/K/6Aa2Ojxnk2/PKcMmH9Sm08GHtdaiLKEume9PstgRxnvMu6ue5gB3Heob4cu02T9EFjlZp8Lm8i0M2qCLgspODWwy1euC1Ndvc6+MmHGIdSI0LPfPNvu0NB17DYNDAzzbuBMoJJAuUVYgsHaJpz1H+IpPYii6+244oE0MNhUJu/tQ4PFki6cGphnAfringXoIYcr14TcSb2HtnzI8K2B8RREA5ulrRGv47FoYINHLMUCu3NdcMbA4ClBuhqY8JwvvvhCaVQ+NLCDBw+K8+d7LcTXXnvNthaibeaWD0j8rFmzZlAzcwLix83KLfzxj3/UB7jZgHuK2yoz1YC+GS/O+gsvvIC73L9/f5vedurUKSnSh9bADAwMDAxc8djXQhRRBy9OrYUYesizFmLmnC3PX8iQEOVDA4NeFfC6rNXrDuFvy5qMFm08K7DpGphaC/FYWJo7cumwVoDP1Wrp8p22Ajl1+pLoRj/5WohHj53D6/4qZ8vTblPHMoK78YkiIxUp1SUmmVO4gpIsX60fMYt/1z0jGphaCzGDC1SotRBdiQ94JtZCBPHxiVIZBng3CYs4cyVb3tZf5/ETSUyg1kLUFWUfeHQNLC2kpYFt3Xb4qxwtoZbwXNv8MJ6s6OUZ18AUkpLuUb1lazdCWnqngcETw40bN2S5tn/84x8REfYlYWvUqMGhB9LAtm/fztEXX3xx7dqU6p3xtRBlxyzfu0zpmDx5MozppZdegjTZ6NuVK1deffVVUlMaGGlKTj788MOMpA/D+r//+z/if/rpp+Hh9vnEss+WroGptRCHDx9umVIjI2shNmvWTOJkfC3Etm3bYvztb3+b8VXuKXNOofyjo6PhpPny5eNnrVq1rMNedOjQAeNvfvObx7h4Pr1GYGDgt99+S8pAKTc3b96UyuC6L10G8WNrYFR4We1wxIhUcx58gGpGZeAUG6hRu3en+mbrQwPbuXOnaG81a9a0vXTcwieffMJZD62BGfw88QxrYCPGrCByzjQiPxYNDOcMC6zp+g0XYhB2/PyylcFr16csH+HUwPD2cHyx9B+csh2lDtxfjkJgdAL5QBoY/qsIS30HpeRc4XFpYLJkPEXhupIhmZdF5wcnL+yeFiLOXslbxKO+NG7pq4kfP3mdMw8KTg2MQhBGOmqc+xBL2EvkxSgfyzCSQhbvWg09k5ee0OGqgcFXi5bulj1fm+ZtJpSt3Je/v63Qiyqn75ItmDVvC6eTQ9eVH+7E3iVvNn71QBqYJ/PeOuAanzzLsFB9Z2OnBjZ7nofpkUm4umXSkBENTFUDfbSjDqcGdjfe2sht1LhVYtHhqoHN975l5FMNutQRGxvvLEwDgycPpYF17eoyUCM2Nlb8SNiIUnp8aGCQtNdee41DaS0RILuLQeHw/MQyYMAALOTh+vXrYtHRo0cPyBher6JMI0eOJP6bb76pVDQdGzdu9Pf3x5EVJoB73aVLF/LpFNhmzpwps7jUrsLDhg3j3CVLlshPhbi4uA8++ICYBQsWVIUgUhzOq7oRBaOBGRgYGPxIkGF/33zbVVEYHUHbj+CP4eOdOJkyREw0sLJV+sa5aWCDhnmGKuYp3EFpVOfOX5UF2da5rbwXFXVzwpR10KJrUdacGx8a2P7QU5mye7YWO6X5hwpODezM2Ss58nuWeYAWiUVHxJnLuKaEy97NivBRRdto0nKc7vYLXDWwvt5luguX9I+JsTZ41xEcEkbp4e4eOZamAkcOs3tzOMltMcDbt+NgGRzVNTDcXSGMK1a7rHIRE3N74lTKc/XlKy4+gMKUGRtJgTAyDQIliDh7WWbdNfWjTCyjDw0M/itLaDRqMcb5rZXnMmdBIHnbHmwNA49PVuMq1RygVC4dbTtN4egT1sAgdDw1nt2efSctkwZqrKz5P9ArdyksWOzh0Tyvm7di4U38TVXUCSCFU7O+Z6qilxBZRgWOwnQonKAdlhOlNLChI30pTILHooHJio4lynaPc2yInnENbMnyndzFxgD7xAXYotqxzzIZGPxECA8Ph7O88sormze7DMb1oYG9/fbbEBDLpKFfv34cffXVV/UpO6I8ffHFF9ZvL5waGIBbYXnjjTecghydUceOHeFu9erVUxbZ3ytz5szOrsqpgQGIG5Zf//rXzlXrSaFz586kX7duXbGcPXv2xRdffPnll9etc9lMxKmBwTffffddjA0aNLBMGuCPovB9/PHHPkZbyphO6N6OHS6rRkEtOWrTwJYvX46Rm3VdYnH79u2Q0N69e+vySXR0NIX/0ksvLV68+Ny5c7/61a+oAwEBAdZhL1auXEmyHFJ8VgfZ42H16tXLVQoFlOecOXO49OzZ9k0uYbgyDPSjjz4SC2w6a9asWKpXry4WHcQfMmQISW3a5Guw+2PXwGzT9cgG1YNDlSpVskwaeKbQczKpFhWkBHr06EEVKlu27KpVq0aOHMlRboRytg1yBT40MBLBzkvhLGqjgRk8HJ5hDWzhku1EJjgXeYi5fju/d9GJR9TADh62BuXpwx4VOnf3rMlWvqo2gN2hgYHWHTyrCLpOW6FpkG20GjYfbZm8eCANDDImFteZVQO8M5AeXQM7GX5RjEtXuKy2p5akh5SKpY137URXoUs4M+6v9dsNkA1JcN7CrZZJw4w51h7OSgMDslpjxer9nXTizp27IrTAuCyTAxBgkVtc1/Eb4p17pGtg/FG4VJevcra8lIHdfU+cjJTEN2zab5k0iNQKj1KJgwfSwEBL77tTrEw3p8ymNkvTl4J0amCy+x31Wc+GACItE7x8a2CgbqMRRIOqOWt7dPQtaCdHdQ0MCJWyvaqC2fO2iNipa2Dhpy5KZtZo8rPClOke0bdg8c5Jjs7VwOBJQmlg+PpOp23BggUiFE2cmLLwlA8NDMjqEH/605+cGhVOvywS2KFDB8v0ww+hoaEydax9+/a2lxqXURbU1sUnPF1JRM+SQv78+TmUPXt24S1BQUGyLvyhQymLvgpkuBaHDh60uiTxmAsUKOAcSUcGOETi6lCuXLmw5M6d2xaZn506dZJCe2gNDHqGZ68yZmBgYGAg2Ls/XD73B2pLeQuSku41bO7d96hi71htkQDx5/GE9dW/BVHRN2W1txr1hiQmN+akI9++q9Qa5Jw6JovDZ8vbWg1j8qGBrfeuRp49fxvnmCe4W37vWm26BpbIpat7ZK0yFXtDCsSoMG3WJg7lKtTu8hWPSx93N6FYGY/k0LGrXdqJj0/sM2C+ONW6BhZ6KIJywO784s9dN2s9nvgly/VUyzw6cTc+oVT5Xp4cVuptW4mBHnzcpDUyFk3XwEhZVpuvUL2/U6vYuevYF9maZc3TmmK0TG64dTtOlKSsefzSWrefbFer47lQltytdOblQwMDs+Z6xv9Rqs5pf1euXpfqMXt+Ci8b7F3f5es8fsdP2KcIwAJkV7YnrIFBhEV6bNVukpPXQMd44plztjyslQm4fOU6JIu3iSrN0+R052Iw8sUgZ4G2EWfs6y95luUo4ZnjqNb24OFKOh0cFdKJx6KBtWo/CSPFa7trfvJYZbxjuhoYhYbFMznSwStbtPWo1OWq9LV+Gxj8RAgMDIRBQL527dplmZIBjXr//fc56qqBQYKcdAke949//IOjkCx9jKDscUU6+vA+Vw0MQidTXgYNGmSZknHz5s1PP/2U+OXKlRMLqcmaIpApsShwCEpIOhzVNbCwsDBJf8AA+4c4Mv+3v/2N+N99951YIHT8/OUvfwnpE4sCnPHDDz/kqK6BwSjJG8Z33nnHubJceHj466+/ztEePXpYJjdEREQIG23cuLFlSgZsWtioTQOD3Mm40tatW1umZNB71qpVi0Nvv/22LryRVXkopUqVEtlS35tAcOPGDVkkkydumZJBsnXq1OEQ1/Wh58mleWrW72RwuqzfCKm3TD/80L17dyyvvfaaU56kMOWTgu9ZYo9LAwsICMDIU3A+9969e3Po1Vdfdc4LjIqKkkyqWWKxsbHvvvsuRmdkJ3xoYE2bNsVOpbJ+J4NinDFjBvWTow+tgXHdpUuXbtuW5hx9g+cSz7AGFhwSRmTC2ImpvsvjTcqCHoRH1MB4tcTpLFzS37bUxumIyzIMsEffuZYpDQ1sR/AxMeqOvkBpOTZp5IE0MOifWCZPs49tnJN8v4+ugQFZXh8vOSY1c4iKvoWrzaGylVN82QlTPBO58n7TwbmEuqQDnbZ+uwFHXFRMXGrb6hyr1u4WHkjQmdj2nUfFuMSx2diS5TvlUJi2EoUNly7HCKd1rswgE48IugZGDmWP3yEjlkKDL0RGSXAuyQI4q0a9IUSmOsE2LasXEN3SFTykt2mrlJGV4EE1sC1bD8k+ZMNH25dgltGpMBadhTo1MJFL8xTuEBubygPgjqrW8YzlJKSrgamy4l2zTF7cuhUHRZdDNg2sYbPRGPMW6SDDbwWeXm12gCiXBF0D41Dt+sMwUm62peTJufDhhs1H65cwMHjyUBoY+Prrr3X/b/v27b/97W+xf/DBB3jYltV7ig8N7NChQ5JgsWLF9LNI+fPPP8f+3nvvRUenfA3kFZDhgZyFW6zeCChEo0aNhBfZ5mbJHKw333xz69ZU7y/0SRQvtWghFxImA+/ChxYj4Cq4oSROItyOGAcOHCjZ0BkLOHnypGwM1rJlS8v0ww9NmjTBgl0fzUeea9euLXkGD6eBkR9hj3Ans/OtgYGBgY6EhEQZxlSweOdDh1O8a9zdQcOXZMreHN/bNvZINDACLCNgS6j6XI5v1qTVWOx4nlu3pRpHHLLnRJbcrTJlaz5izAolUAGccPgFp+jymA8N7Njx85lzeT7ET56+QfVu/B8QGCqnEHQNDJCInAI3VI4up0AfZHZas9bjk5KsQSH1GnuKonCpLrpXf/NmrAw4k6BrYAkJSQ283izkZX9oygcsSnXY6OXe0mu+YrX9G6sN8xYGwUQIvfrPV4IEKUCplD+sa2Bg34FTX+fx4xTIiBKHwJWr18t41akK1VzkMRsOHDwtU9B4NN37zDl7LuXbJVdfvW63qEpcBY6sigj41sBgkSW8s5eq1h6kFyNn9egzBzt8X9+eLfzUxRz5PQ+CB0f+xcjD3bnrmCzVTnjCGhiYMz+QG6f8qWmqOpGrbTuOyMQ4qkSCVs0AR/28418p/Mw5W0JwnEotdelbL/vjZvWJelyij3c7AK88Zi1xSS1t0GwURsoh3ZGXj0UDGz3Bs8kCtcLWFAwbuUxx8IzMA8MCWd4QkOorR+TFaBn+2K2XfXqEgcETxpkzZ9Q3dK0ruQ9NEFkFuGpgAF4zbtw4JYHExcWJsPHiiy+OGjVKjALhQVA8fbNkVw0sPj5eFsqD2ixalLKIFGRH5l1BYVautObskk8RcmxbK8F3JCcCXQNLSEgQbvjqq68uWJDyzROe1bBhQ+zQPbWbV2RkpBDPBg0a6IWzZcuWt99+25N0ag0MwFWF2RUuXFhtUA1gfCKwUZgka1ndQA6LFi1KzFdeeWXq1JRm/PLly7LkCbBpYGSpa9eu2H/1q1/pNytZFZLo5+dnWZMRFBQEr+Tpf/jhh/yhL8sv4HSZgcSDg0dbVq89MDBQktUJrBM8QeJQpFOmTLFMXly8ePGjjz7ikJIzAcX1xz/+EWO+fPn0oouNjRVl0VUe0/G4NDCyRx3GznO3TdiKiYmR/bdy5cql751G5a9YsSJ2XR7j1RDN8t13361QoUK1atVq1Kjh7+/Pw5o0aZJtQKoPDUymBlKM+utDxnr37i35BA+ngSUlJZUqVYqYL7zwQloLeBo8l3iGNTA8ThmchWMKDZu7YOv4yWvxRPlZoFinUl4q9YgaGDh05IwQD9y1aTM37d57ArI0YfLaXN7IuQu1j7yY0ki5amAAboARH7pz9xlB2w+HHT+/dfthMRKcbvqD7gcmy01ky9d6weJtFyKjyBJc9PsmI8l5vcYjOfRYNLCT4RdlwT2KnZI8eDgC1jR7fmBR7+QeiJOuMJ2/cC2rdxHIslX6btoSCvmBNZ0Ij4RcSeKuC3foWLrCUnrw48kwJc9Ndew6Hedb6A1B18CAzMzjrvsOWkD2KAr+HTlupeSkSSv3raoVqtf1yFRZ87aevyhIBK3NgQcbNB1Ngt97i1HXwADRFBPQAynUbjCcPOuj504m7zsN51m1djfEhkDJiDb2Vc6W8FgrqhcPqoEBWSeE0LrDZMqKElu7fm+Tlp7PEIRe/eel5MZNA1MLD1JzDh7ylN7J8EjeKSp5mUq9ZTfvdDUwmHaJsh4WRFL9hyzasvVgyJ7j02dt4vXJnKuVbGZg08DIpKh3xb/rPnbiGqrWsNHLJREKR7Kka2DgVMQlajt26sbKNSFSmAGBoSKvUpi797osWmJg8CQBAxHmgP+HHw9waitXroyHx9/Y8UfXrEm1FQSnYOSQqwYGJk6cKN7em2++WaJECXw70oQJYIH/OJeqwIv9+9//zlHAHzAlzoJ+iIXM2OZaXbly5YsvvuAQVylUqFCLFi2aNm2aM2dOEZ+yZcumb/E1bdo0ycx7773XpEmTwYMHd+7c+euvvyYywJVUr/n169f/9a9/ERP/FVLE3REZLkeeMX788cdqT2AQGhoqhQCJqlu3LmniVROTc3v27Am94dDDaWBHjx4VogucXMjAwMDgZ45zF67J/Cf83joNh+MitvOfKl+rM2VrPnDYYl1SAqKBffNt13JVPTtFlavaFy+9QbPR+bzTsAg9+s5Vk8AE9+7fHzVupRArvD5IwYgxK+BB4iHnLNAW/9OK6lMDu3s3gRxyCD8cR3f0+FV9By2sWL0/TiNOZtvOUzlk08DwyQcMWSx+O55ty7YTIGKVaw4UP5O70PWYHcFH4TXYCxTrDDGESlAUOfK3IZ/jJq0V8UPXwADkS2QA7q52g2FQkvb+02T9Ay4BMbEpJU7cib0rN0XAYW7TcXKrdpNIgdO79Z4j22XZNDD62XGT1kh5ckr33nNGjl3BdbPn82ha2fO32Zc6k2nhyLFzklUJkFzoG3RP1l0g8Id/j1m22Xu+NTCwd99JipoIOfK37dBlGs+6W+/ZVill96hKGhvgXn4YPnqFPA6IcP2mo0i2Yo0BWDhFZiI+eQ2MW+ZRSq4gHdTwTt1mVKllVZvKtQZecxv7uGffSXkohBZtJ+q3qXAg9HSeIh6ux8PikXkLZ44MKqWWwr/0s3gFJEH+hUj6mNv3WDSwixej8xS28sZzHz1hlX/PWQWLd+bqkDuRNtPVwCi65t5VSXnWDZqOGjtx9cw5mwcMWSSDXLn38NOpyJ2BwZNHfHx86dKl4QUwl9y5c3fo0AFGkyVLFn5++eWX1atX55CrBgZJkVUuYDHlypUrUqTI73//e34C/tbpEjh//rzIXST7zjvvzJkzB6OrBgbgbjJij8iff/45JKh48eKiOWGpUaNGgjaZbPfu3UKCyM/3338PFapUqdJvfvMbmGaXLl24Fod0WQhcunRJ5CjX9KGWKn3+qFChgthz5MjRvn17WGHWrFn5+e9//1smQtk0MLqkCRMmCP8lS99++y0JFihQQCywOdtoSFeEhYXJBKwXXnjhn//8J3dECq+//jpMEGaK3aaBAcggBJND5A0q2qxZM2IWLFhQiOpnn312+bJ918zY2FgZQgpeffVVp0QE7ty5w9MkAslSK7h9PdlPPvnEmawOapfodtwIBcjTgf+SgjBxyhxmakX1YsWKFTLAlH+5a2pjzZo1RRjjis6pgTY8Lg0sMTGxWLFi2AEP8f3336dqWcd++GH16tUYOfTaa69RechkrVq1RBjjNm1S4pkzZ7hxb0ou4Lns2bNHYvrQwKKjo6XEeO5USH9/fzJMrngolI/IXQ+ngVECUtMA7YBlNfgZ4BnWwMCO4GPioumhUs2B0BgoEH8/ugYGdu89qQag6QHyduRoKkc5LQ0M2tO9j2edfWfgconakDrBg2pgpyIuyYrkeshftFPInhNrN+zl78eigYHQQxHOCxEKl+zi3ARr244jsmG1LXyVs2VGNvUFo8Z5hqHZQp8B8yM86xZ6/rZpYElJ92Q/A2do1GKMjxVIBCQrDFMP+b7pGBwStjHAs7O3TQO7dDlGZLM8hdtDFCUIMZaA668TGGhVQbfS45TV66wOQOEhNDDIRq/+8+SQHuBpVDPbOA6nBgaGjlqmnygB1qpW4UhXAwNnzl7RibQE6PSWoEPO/cAABAzup0cmUEmgfzxfIZk2DQwcO36eWqefIiFngbbpyqsGBk8ASgPr3r37xo0b4UjiYwlwu51Lz6ergQHOEp1J0gFQAjiGzY1WuHnzZqNGjWQvMQUcPrxwmwAmuH79ujM+3KBly5YQDCtSMhYtWiRE0YrnxUcffTRx4kRbg3PlyhXcU1uy+LJ4z+fO2fdHWbNmjRpgKMAt3rp1K065pPBwGhiMVBZbJxHbTrwGBgYGBiAq+lb33nNkJ2MVylbus2rtbtuqaEA0sHJV+16+cr1Dl+nqoz8hd6H24yevs2lmgnveTWrFq1QhU3aP6mZjVT40MBBz/Xaz1uPFS5SQt0iHydPWe2areL1ZmwYGcD7xt0U4UQGHk8xfvmzfNGvFmhDRbySQw3qNRxw9du7ylRhx0W0aGIiJud2z3zzR81QoU7E39+ssPVfcuhXXset0sqROz56/zez5W+ITEmXRCJsGBrgpnk7Z5BVQJGTK3rxW/WEHD9upmQ9A+qbM2ChD0PRAZho0G71zV5juugvS1cAA7nrjlmNFelQBurRqDTXKzn+T7t2bNmsTz1HFpFK16zz16rUbI8eu5OeT18AAtWjW3C2yI5cKUL/BI5Y619UUYBc1i/zv2p3yOdKGEycjm/qN018cQpFSXagw+nw7QFnNXxRUtLSHXmXL2/pU2urRY9HAwL4D4bbKUK5qv63bDsfGxpet4inhdDUwQDlALW3faqhRrdpNdDI7A4OfBBClcuXK6VzmjTfe6NChA/yiV69e/HTVwN55551Lly7Vr19fxjUKoEtNmjS547ZBVGBg4FdffSVXmTBhApa0NDBw48YNuJjIIQq///3vhwwZEu/YhnnZsmWidQleeOEFLgRpgtDJWo42DQxwy40bNxYlQ4FEBg0apK/tASiESpUq6YXDWa1bt4axEpmfNg0M0FNAe3PkyGHjqiVLlnTdWMsVoaGhmTNntk724s9//vO8efMoNJJyamAAlufv7y/rrCjAxKtVq8aTsiKlhkzzAvny5bNMDpBsly5d5EkpkGzVqlUvXrxoRUobFCC50h8Q4Bl98803tt22BDt37iQzRLCievHhhx/OmuXySdCGx6WBgaioqCpVqsh3DGDTh3bt2lWgQAFbJj/44IPp01N5AnRbI0aMgHRTSXihJk+eTM2nNNq2bVuoUCEZwvvee+/JvEAfGhg4cOCArDKqQH2gTBITE/PmzcvPh9PAyGG9evWISWac27YZPMd4ujSwtRv2jp24evL0B1ik6NLlmAlT1uHpNmk5tkffuVu3HxaagftIUpu2pFqW/dCRM2MnriHYBrIJpszYwClB211a57i7CavX7oHs1W00om6j4V17zoJEKS9c4bCV/mrX9E9HXB42annrjpNJpE3HKcPHrDhz1r5UrkByYls/RHD46FnXS9y4GUs51G86iuzBCafP3iR7Sp85d4X4tiKFZPrIJ96/j6O4yNw7RcG1IEVde81eu34vLMg6nBpEhph17zNHMta289TR41elu4yDjmNh53v3n/99k5GczkV3eDdPvn07TnLous9z+KmLg4YtadF2Aqdw3QFDF/ugHzbcvBU7ccq6Bs2sYoSJyfId585f9RbjekUAL1+OyfdNR7j34mU7bMyWxwqDFUffxpAhJEtX7OzcfaZUpFbtJ81ZsDUqefdvHVALrrg50IX2hx0/L7fvurwJ1WzEmBV+7SeRfpNWnrGxzoX1gaQfsCXU+p0Mysq/h5U9Xqgdu6yZ9bKzccieE/LTN2Jj73JfUtUbtxgzcep6WdXEVQMTbNx8YODQxfDk9v7TyJgsG8JZ8FWua1t+U0CtW7YyuHNyblu1nzh7fqDreEwDgycPXQPjJ3U+JCRk6tSpc+bM2b17t/MVABgjIiJOnz4dE5NOIxkeHr5u3boZM2Zs3rzZ9xg0AWyHmDiLECE8V9er68BlJz6+7LRp04KCgmyMyAbJzJQpU6Bhe/fu9ZE4tJCrkwdyHhAQoE//sgH/dcuWLaSJQw9JUGmeOXOG8tGXgsx4oQFuhGQvXHBpEg0MDAwMBLdux+3bH44Dv23HEZzqtPQbpYEJX8An37QldMXqkN17T9h2tHIiKele2IkLm7cexJHjKlfc/PnExCS8wQuRUbAwy+QANId8ctE9+04qMnLj5p3Ii1FXr7o7hPQaONL9Bi/MkqvVkhU7b6VeVVsHLAavGEa5IWC/omzkXHJl0wwUbt+J23cgfPXa3TDKk+GRGVS/dECU4ICUDFdXrj4uMRd1HbwIyNXxkxe2bD1EboO2H34gqqWDdM6dvxay5/jKNSEULKXqlIsU6Jl5cOQqJsZa+jgtkJ/gkLAVq3et27AXVuK7TO7cucuNEzkgMPTiJetGIGhciEJQLobn6t4yidau7mpUkETIjDMDkHoOEdKitJQMBBletn7TvgOhp1w5sg7I3YWLUVQVTrRMaYAXRwpn7Ya91Mx0C4c0XdVlAbyVuyBNVVC+wWuSVnxyHnroNC/X6nW7w06cF0+Mf6WE9bX9792/TwoYbYOABbwpR46e5SWiUkEkr11zob0GBj8t4BEQNGjahg0bIEFivH79OvazZ1Pp4koDE63rypUrS5Ys4cT169frK9K7IikpiQRhiPx97949UuYnHE2O2qC424IFC/bs2aMWXXQiPj4+MDBw8uTJQprESPrnzp0jfXU7NpAN6NuHH3742WefBQcH+0gf8kXKco+SeQAXcxaOAg3FyZMnSR8iCePLCFe1gRT279/PdUmB7MnATW4K0gece2ML4uLiduzYIY9y48aNaZWtAFbILYB0KSQxM56sE5zOE1y0aJGcfv58mpuzAG6cUl27di0PdOHChaGh9o91aYEHzb1QOGomH3A1CrgQjJij+qqGOlQE18dH7ZJMUj8PHLDvhAp47i+//PJbb73F1S2Thm3btnH0hRdeEI2Wa0VGRnKttD4OEIEypACnT5++a9cuaoLYL168yFn66pHpJqWDyCEhIfqOFQY/BzxdGpiBwbOCISOWwvybt7aP3BFAvWRo6tzU22L9zOFDAzMweM5g08AMDAwMDAyeJ9g0sGcIZ89dzftNx2zeNejSGo9oYGBgYGBgg00De3Zx//79wYMHcy+ffPIJXNW2fqOBwaOA2lW7dm1qV5kyZSxTasTGxr733ntE0Bd3MTB4MjAamIHBw6Cdd7OBFm08k9mdiLwYJRrYlqBDlsnAaGAGPycYDczAwMDA4DnGs6uB3bwZG7LnxIgxK7LkblWhWn/XZRUMDAwMDAxseJ40sOPHjy9YsCB37ty/+MUvjBRh8HjRuHFj3pQ//vGPrvOxNmzYwNGXX345ICDAMhkYPCkYDczA4GEge799maPF3AVbbUuuHzt+XvYJK1ame1orpfw8YTQwg58PjAZmYGBgYPAc4xnVwO7dwwn1eKG3bsUVKdXFsztUGgsMGhgYGBgY6HhuNDC1nOCiRYu4I+emUAYGj4KDBw/+6le/omp98sknY8eO3bp16+nTp0+dOrVu3brGjRvLDt/ffvutWtXQwOCJwWhgBgYPg/j4xBZtJ0D+CTkKtK1YvX/dRsNr1BtSqKS/GAsW73zipNl1JhWMBmbw84HRwAwMDAwMnmM8oxrYkuU78hftVLvBsGJlupH/dp2nPsSWXQYGBgYGP0M8HxrY3bt3s2XL9te//jV79uyvvvrqK6+8snz5cuuYgcFjwqpVq/70pz/xvjjx8ssvN2/e3KzAafCTwGhgBgYPifv372/cfMCv/aTchduL7kXIUaBt3UYjZszZfFvbK9hAMGLM8rqNhg8atthoYAbPPRITE6dPnz558mTXfWINDAwMDAyeaew7EL5sZfDmwINJSc/SMN6jx84NGr6kbacpnbvPnLdwa0LqtRwMDAwMDAzSQkhICORuzpw5ED3L9AyCzM+YMaNWrVpFixZt1KjRtm3brAMGBo8Vd+/eXb9+fc+ePWvXrl29evVq1aq1bNly+vTprgskGhg8GRgNzMDAwMDAwMDAwMDAwMDAwMDAwMDAwMDAwOB5g9HADAwMDAwMDAwMDAwMDAwMDAwMDAwMDAwMDJ43GA3MwMDAwMDAwMDAwMDAwMDAwMDAwMDAwMDA4HmD0cAMDAwMDAwMDAwMDAwMDAwMDAwMDAwMDAwMnjcYDczAwMDAwMDAwMDAwMDAwMDAwMDAwMDAwMDgeYPRwAwMDAwMDAwMDAwMDAwMDAwMDAwMDAwMDAyeNxgNzMDAwMDAwMDAwMDAwMDAwMDAwMDAwMDAwOB5g9HADAwMDAwMDAwMDAwMDAwMDAwMDAwMDAwMDJ43GA3MwMDAwMDAwMDAwMDAwMDAwMDAwMDAwMDA4HmD0cAMDAwMDAwMDAwMDAwMDAwMDAwMDAwMDAwMnjcYDczgMSD89MXde0/YQtiJC9Ext6wYj4abt2JDD52+d+++9fuJ4EJkFHcRevC09fthceLkBdI5fuKC9ftHQ0zMbS60au3uZSuDt+04EnHmcnxConXMwODnivj4xNXr9vToO7dJq7EVqvWv03B4U79x4yatOXzk7P00WpTtwUf9e8z07zHLG/gjJYyZsHrm3C1Hw87dd5zMhXr0maNiJiQkWQfkUN+UQ0NHLktKumcdc8PoCaszHpks+fckpierCeaVfwTMmBPQxVPmnpJ8XJ1XBjFzzmbrifecGRX9Y1161twt/j1neWvLzGtRNy3rT4rIyKhZ87b4tZ9Ut9HwUuV78nq2aj9p7sKtkRejrRgaeKeo7XUbjWjeevyx4+ct63OHS5djaK+89WHW5OkbnE2NgcGPgbi4+FHjVvUdtPDqtRuW6aGw70B4t96zV6wOeRSnfd+BU95Edv1Inv/duwmDhi/hFVu3YZ9lel5AiwFzGTRsSesOk2vUG1K55sD6TUYOGbkMgpCWL3Hg4GkaHG/3lxK69Jw1ePgSmqD9oadcT4SXScxTpy9ZJq+3g9NCL8PjO3/hmmVNGydPXezaazaJTJu1yTIZGHhBjz9q3Epe0iXLd1omg+cL4acuShsyfvLadF0dWqEpMzYSuXufOefOX7WsBmmA4qL1pikeMGSRZTJ4QMCp12/ct2jZjnPnrb7s7LmrE6ase0Qf6enEvXv35i0Kgn2cDI+0TAYGzy+MBmbwGNC205T/ZG3mGgqV8Kf3jbl+24r64Lh1O65g8c4k1aHLNMv0RDBq/CouWqRUl0f8AtW45VjSadBs9I/3IWtL0KFGLcZIgeshT5EOA4cuvv4IhW9g8OwiMene2IlreAts74UKtRsMP3rsnBVbw4w5m20xnaFyrYH7DpyyTvAiNvbu17n9VIS4uwnWAcchwsIl261jDuzcFfZljhYqZomy3X0rWxVrDFCRY+PiLavBg6OJt62WcC4DH+8eI5r6jVOXhmJZ1seNZq3Hq6ucOXvFsv5EoK727DdPr+p6yJK7VZ+BC+5qLxHYtuNIpuzNJUL5av3i459PxffEyciv81jNRd1GI+Cl1gEDgx8TW7YeklrXs/88y/TgoLcq8V0PEslVsN2Vq9ct6wOCREqW9SSSs2C7y1ceMhHfuH077ptvu3KJISOXWqbnAiF7TlSo3v+LbFZDagtV6wwmghVVw6q1u20xbaFkuZ5btx22Yidj9TrrrF27j1umH364c+duCe+zI0BM9MFATtCG16o/TCI3bDbashoYeBEXF1+ual/qRtdesy2TwfOFnSFh8vrj8gWHpDQjrjhw8HSWXK0kcuihRx2g/NyDtrdOw+EUV4FinSyTwYMgMTGpdYfJUj+hHnjjs+dtqd90FL5NTMxz+GHtdMQluVnu1DIZGDy/MBqYwWOADw1MQv6iHfeHpvpenHFciIzKlN3zmax63cE/morkgmdCA7t7N6Fz95lSyIS833SE/dZtNFxRUEL+op3CT120TjAw+HkgOuZWw+YuwrAtZM7VcvW6PdY5yciIBkbIkb+NLoM9kAZWqIT/7dtx1mENvNHlqvbTYxoN7InBaGBPDElJ91q0naAyk1ao13jE3fiU92jj5gNfZLM0sDIVe+uv2PMEo4EZ/CTAUcxRoO2XOVosX7XLMj04cHQ7dp1O1S1frZ9rH5cRkEinbjNIhN7w1sMm4hvPnwZGoS1bGZzV23TQTlauORAWs3jZjmWrgidNXV+r/jAZQJA1b+tVa3fb+IjSwBq1GCPTMghdes7iJyRIDpHy5sCD1glepKuBfZWzZUBgqHXADVxXDWswGphCXFz82vV7eZo/88kuRgN77qE0MEKFav3gStYBB6gM1esOkZhGA8sIHqMGdjTsHM3RmvV705pJ/Fzi0uWYzLlaDRi6ODDoEB1itnxtKEw6rDETVlsxni9cv36b7h7nYcTYFZbpAUH1WLdxH1UFFmOZniDwYPFdV64JSUz0NfLGwEBgNDCDxwDRwHIWaKvTqti4+KPHzvXuP/+rHC2lD37ocRMbNu0fPHzJE56c+/RrYLTy3zcZSeIEHB2dhYKr124MH70cCsrRwiX9f/JR/4+I/EU7ciO9B8y3fhsYpI3EpHu8cfJqSIAy1ag3BC8WO22RfihzrpYHUi95qmtgeL1FS3eTULgk3mHKiYQqtQYqSvBAGhihz8AFzrZl4ZJt6iu/BKOBPTEYDeyJIXj3cXEMJFSo3n/0+NWLl+0YPX5V2cp9vki2E+bMD7TO8ToVnbvPyPtNhzIVe2/fedSyPncwGpjBT4UbN+48+iI/9IkXL0X77rbShSTy4y3o/fxpYCF7Toibkb9op6Dth21rSOJsBG0/ItPis+dro69eCJQGFrLHPhUjPj5x4tT1MmG3bJW+uo+RrgZGKP5d9xs371jHUiM65pY8AglGA1O4fOU63RxlsmL1w6vRzwGMBvbcQ9fA4D7TZwVYBxyYvyhIxTQaWEbwGDWwkWNXkk7eIh1+Vhzz/IVrE7RlD+/E3j14OOLY8fOP+FXwaQbdN36X9ePBEXc3oVAJf6rKpGnrLdMTxEzvpxvY00OPvjL4WcFoYAaPAa4amMK0WZs4Spg4dZ1lehbw9Gtg05MLtr3/tLQ+kwUGHRLuWr3ukGe62zYamEHGMXfhVl1JatNxim09pXUb9uqiVPV6Q/TRbboG1rn7TMvqxaXLMUp4JnCVm7di5dCDamA4arYJmtHRt3IXam+LZjSwJwajgT0xDB+9XOWkWp3Beg2Pj09sruWzap1BvlfTev5gNDADgx8bz5kGdv3GnZLlPMpT7sLtjxw7a1kdUDoZxET3eXxoYCAhMal+01EczZrHT+84fGtg/JurUDv+GDVupZN8YBkwZBFHCxTrlLOgJ5rRwBSMBiYwGthzD9HAMudqVdO7Jmqewh3Uxks6rkXdLFTSH8JVo55nKpjRwDKCZ0sDu3///path+o1HpmrYLstW1NNODZ4VmA0MINnCEYDM3gM8K2BQbRkBnHtBsMt07OAp1wDgyMJlS1Xpa9OZZ3o0Wcu0QjP9IqIRgMzyCCgzfoeYE1ajXP9iLxm/R61CA/hQmSUdcCnBgZOnb4k0yslHD5qfW/KoAami3M0C0la3voP9nwSssV5CA0sLi5h565jy1ft2rr9sOug/tjYeO5XgtLwFC5djpFDFy9Fu7Z+5y9cCw4JI33KcO/+k3fupLl6iSAxMWl/6KnNgQdXr9uze++JtEaFK9y+c3fPvpMkTiA+lNg1G1ev3pB8kmGJwIM+dOTMps0HgrYfuXL1uu8WN+z4+Q0B+1ev23302Dk5PSMaGGUiZbt+074DB0/bxtpnEM5Lp6uBEe10xKXtO49y6W07jsD/b91Kx8sPO+G9ytrdR46dlatkRAOjMHfu8jzcdRvlBtMRYCh/KsOK1bt4uDy1DHIPtcg+oVvvOZY1GTz04t91l8mXtRsM440We3x8YuTFKAIXvRZ1U4w6qGnkedOW0GUrd1EHToRHyo37wOUrMSF7TqxYHRIYdOho2DnXBxqf4LkuF+XfGzes2nsq4hIPIsqRDWpIyJ7jkiCPLN0M8DLu2k38Xbwg172JGw3M4CcBrw+1l3qud15ijIyMUt0QfQpv6JagQ7RUrpUz5vptEvG0wG6V/979+xFnr9CUrVqz20eL4TsRMhN6KII2imaH1y0q+pZ1IA3Qhuw7EL567R7eNeny0tXAEhKSuMR6zyV2ey/h0uC44npyzuUn/vmxsHO0FXv3h8sL7gO0J97mNISm++ChCN++vQ41SQLmYpncQPvWsLlninzB4p31tsu3BgaUU0SuLFN6GhgXGjdpDX/ADWkJrcPJ8Cy8mb8trhRNnzyIR9HAKNjk2uL5SbnRyW7bcZQKlu521HR50oVt3XaYJ+67zLnQvv3ha9btIfLJ8EjeDutAxkDi3Dhdw8o1IeTNuaUlpceNkI3chT3DoWbMCeAngX7K+SJAA4N3q5yfds05xkuXPB6d2lyT15nOEQfm2PHzvm8WcIldnkuEeC5x8HRioq/4dI68ZWvW7w3cdphe7EELh9Kg++Z0XCxZNiZdDYz2B4ecy5FDGiXbBqIGTz9EA8uSuxV1ErLD3207TbG5YTxl+Y5RtkrfJct3Svy0NDAiyyvmrRIn9cW0nfDU2P3hazdYNdZ1uBWEhdeHVkJ+kj5+e+C2Q5CaW6k7L15Q3lMaQyqwav/TAukcPnpmY8ABmgJcUJW+KygQbopkpd3I4FzttDSwmzdjcWW1O7p/MvwirSXNoM2vps3hRrj9vgMXkE7uQu153aRFcuV90gLQKW/aHJruMLs7sXdJjds5d/4qWV25ZrfsewIxFw0MV4FMklUoLT/JDG0X8W0UkvzDceB9PHFKMvJiOtOYeEykKTSH6nftWjo9O4SUtoUuEn+Dh+5stG0gn/R3sG9aZiqD4i+ukMjS6XOVdKuNE/gz5IouaePmA85+lhZenpetrgLeMR43rt3l5JpAZqTAnZEBLtP+A6c2bNq/eetB+g5bOXCbXIUM5C/qWWhn6Mhlcl0eGclakZJx61bsAfK8fs+GgAO2KekKkpkLF6Nu37Eyw1lkICDwYNiJC3pTT/K8EVxLPtvSONA1c6Lnrh3fNwB35+1ouPp+399FSTnizBUeIlWFqqUKyuD5wNOogW0OPNjOf2rJcj3wmwuV8C9Xtd/g4UtcB4YITkVcGjJiaaWaA/J+0yFf0Y7El3fPOuzA8RMXuveZW7F6/1yF2uF51200fOacza6eU0JiEi9Jk1bjSpXvReRS5Xs29RsXtOOIdTg1VORvK2iRt7tHBmSjR1/JRnuyQUeFs+vMBm1N3UYjSIq/4aVzF24lZrEy3cpW7uPXYRI9sUQDW7YeatVuIlen6Jq2Gscbax3IAGjLlq4Irtd4pKz8XrR0twbNRtMi+/72quBbAwPV6gwmArxIj4CP0r7LtJLleuYs2K5gic7lqvQdOGzx2XMuvWbzNuN5TNNmbbJ+e4FH7imZVuNIE1d78bId9ZuMomQo+Watx1NuVjwHToRH9uw3r1KNAXAMKfnpszbpnF/woBoYfHLMxNVVag3MW6QDyTbzG08Xi92HBhZ++lL/wQvLVOqdo0BbwneV+/QduBBfxDrsEwuXbCdZAkzGMqWBPXtPUiw8U+e+R+DkqYu9+s/j9cnjLY3aDYZNm7nJtc9u2XYCT2HpymD+3r7zaIs2E6hsOvWl9uKeNmoxhstlz9eGo526zTh05Ix1WEPLdhM9Sa3Yyd8RZ6/06j+/fLV+5JDS6zd4ofrICI6GnavXeASRRXWgQeBvCTdupurb8HSpw7arHzycQtd9gBeHBHkB+Rs/GLpFXeWJUCdpW2xTiHRs23GkY9fpVDlcw4LFO/NW8kBPR1y2Dmto1d5ziUVLt/P3juBjLdpOKF2xF3/IUbBtZ0pSBYp3pjJQFE6HxiBd8N4pcevrPH74c9aB1MDnlq8MEmBB1oH0NDA8TnwsFUFt2JBBDSx/sU4duni2S5GAQylxcNqUtEbDqP5+IA0MZ3HO/EAZVS0hc86W3fvMsfUsNAUqwrhJayxrMoqWtpYnypavta0pwFOvVX+YLtERsudv07PvXFdJBq7Vf/AivZwJX+ZoQXt4ROu8FOCEtOq29Al0E6vW7LY1xTQXcjRXwXaxcfG4s0RTpxB4ofTGRGHfgVO0//qCe5VrDcQV9q2B0ZjUbzrKlrf8RTsOH7Mi7q4vkqMDrlK55gB9Rc3KNQfy6H1oYPTOPCO6FRVBQuZcrdr7T3Mlw/j33JF+Fe6Xjs+3BkZbzXPRhWFCvm86Dhu13HXs5+59J+k9bQWSLW/rbr1np/uply5YnVK4ZBfXNtMJ7ku9F3T3+ocScjhk5DLbMqeECtX6r12/17UT37s/vHbD4c77HT1+le1+Qw9FqOv2Gbjg8pUYVRP27jtpRfJ2izW/H2orEN6mRUt36FK3Au8115KpEhKy5PYbMWYFfp3RwAyePGgTaMypdVu3H7ZMXmMOr/HgoYhLl2P82k/6yru0gASaXN4OK2oyuvScxSHcJ1u/c+/+fYgJHq86ncCbRUN90bH8Dm4YR8tW6WNzzunjBg9fio+nJyKNoWtfTx4GDVsi9yUha97WvGVqIT6nBnb7zt3BI5bqpxC4RLvOU31QSwWYHfErVO9P07185a7i33k+7Eqg7+s/ZJGT6AFacphU5lxWOyMBAkKHnq5QQYQqtQcRP3/RTul+HsXV9O8xk1Zaj5muBrbU++mZQtCd0nQ1sFu3YktX6OX9e4zuxvC3zKeHwUGd5EE8igaGt0wK31XqQ9lyLzIlTgJl3nvAfNcubM++k5BTW4sNg5i7YKtTv7l+/Xa33nNoovXIXGjx8h22T/auoBmHtZVK7aJQjamKupe1YPE2PYIK5EpXi/Fhqtcb4uhrus2eH2jL+ZUr1+nUOLoh4MC1qJttOk7RVyGGcQRscd+wDV+lhsslus6at8VZONCxnv3mqm5LAjV/4ZJtGem/qA9jJqzWV0GgpvUbtDAm5nZaGhhlDoWU2qUC7sfQkcvwt61IBk89lAZG/7Ju4z7qG4/ettL14aNnqVpZvHbiSHynBkZNW7xsB1Va1QcCr5irBwuPo1mgwuiRqbHzFwXZXmf6Ag4VLumPHWdSb1vovMZOXCOvA++L7g/zB32l64A/+gXOsq35QTNFY+j8/oPrGhh0qFLNFJYnkVt3nHw2vc0C09LAaHPEiGO8cfOB7yr3USnjD8N5lQQSGxuvH9UDBSVxBNeu3ejUbYbePEJA4B0he09YMTREx9zmjYZgqsgQHHhrtbqDA7cdunDhmnR5dB/0aJmyNd+05cD5C9e+b+Kdi5y39YnkvaYo+YlT1uljXgmZsrdo1GJM2PHzEkcHhbl122HpK1XgSdH1wMKsSBpocnH4c+Rvq8enOaWxsilAAsoTcm0rMapu/8ELlZCjY+euY/J1VAXKv0WbCacy9uUnJuYWvpat1S1ftd+OXSlflmhaYSXYuWtbnk+dvkT95/anzbQ+rtITFSzemciTp28QiwAfbNDwJTkLpCqHQiX9p87cqKgNFUk/qgKXwKGSOMDTjfaazUPU45St3GebY3H7u/HWlLJ5C7feuhXXd+ACmU0hIXfh9lxRYlINqqZ+piqMm7RW4ghu3LjTvfcc29W/q9Tb9Vs97oEUnQqUVZNWY4+fvGDFMHjG8XRpYLR6bTtPVbWtcMkueZK/ndHhbUqu7jp4N+gv1SkqEH/9RhdtgDdWxdFfp9IVe9PCWpG8oOmv08DTeRDob3AuVeQmLcfaOIwnsrencUZu7IgMaHFUBL0b+LZCL1s25i+2BvdBRMtW8fiCeuA26R1xE+k7bYcIdPxWKj5x5ep1W5egQtXag9MdIgHS1cDEKaGQJQIPWjbNloBvofow7mjdBvuDy1PEUw2690k1WhxfR06BPNPRyt8q0FTZGnHBjDkBKo7eDpJD25fHB9LAjoadK1jC03PogTxMnLquccsx/O3UwKBD6rOaHjDOS+1buELqW44CbXVi+aCAzKjvpHpp4OQ5v5AKjxo1buWwUctUzK3bDslRiFaFav2VnYzJHxTC6PGrbPcuk7rwLaCamR2FULRMt6tXLXIOtSYFWwQJ+rBc6nDF6u5X9y7Dks4TlC+nPfvOXbh0u+0bBIEbd37loeOHD6s4eAN5veVDoEVa4VCg5RIU3YixK9QdyW7hJEXdFguBXl+KmkBSDyRmG4C+gzwD1iTUrD/UBwOXAW4S9OFCvjUw+BiNvBzNVbCdciszroGdO39NVdES33Wng6CK1vf69wR6gUOHz6jG4YE0sD4DFri+LzXqDdE/WzycBgb9UzfuDLXqD7UJZpRqce+4TtdAgSgXVrB3f7js5+8auK95C1M1jEoDw8mmkbGJGRKat5lgkx8Ctx129Rlw/SEP6qdNA6O7cT1LAl1zRobvbd1+mA7Odi6hAJeulnJpvSeir9SFK2coUbbHndRffIJ2HHG/SrFOehNta+GXrtzpepYESJ0aNCrAH3M23SpUrTNIpz1OrFm/V6+oXNq/x8xde477/piYlgbGtWSpLtfAKQsWb7P1AjPnbPZRmXlf9IGQugbWsu1E+cIrQWlg02ZtUnGcgWbENsQ4ITEprSdbt9EIVdmMBmbwxOBbA4O2yPpsMliqTKXe8grnL9rJNkfKVQO7d//+4OFLZaB3vqIdv28yEhZQrc5gabeLftvVxn1cNTB6UpnGxKV5SUeOXTlmwuqW7SbKq1eybA/boIe78Yl0ARwi4KLD3WArMtvAr8Nk+dxj08Bgc41aeJx2LlG9rnWJVsmXKPFdj+vpzSsSDYx+HL+ORHiXad5r1R+mxqYMGr7EipoM2vxiZTy0kas0aDYK35j28FsvbyIFisK3DxB5MUoGmtALP1xz4VsDo+1s09HD8iBE+rSqdDUwfgZtP8xN0dhuDEjp7un6v8rRkgI5HXH5+o07j0sDK/5d994D5nvLvGW5qv2opbmSPzRTpFbUZASHhElt59/O3WeMnbhm6MhlolGRwsQpqZbuv3krlsrAIYhS6w6T8TcGDVvCJbBwd7A5K14aoB+Hj1PVIVyVaw6khgwcupjsSeVv6jdO+U48iKKlu1HOcog3jp8EIquOPmTPCXEgs+dr06kbOV8Ns6C+YSHn3IhEEygNDDZK7eUF5KXr0GVa7QbDs3h7GTrfNevt4yN37z0pl8jmucR07yWWq0vwRljxvLh9O47qzaGv87T2az+Jwhk8fEkFLyPjKc9ZkLKjpyvoCqntRCbADak27fynirjFmygXtWlglKfX5fM0JlC/Hn3mDhy2mL5SLKRgZLBnBboGFp+Q2Ki5p+2lc1GKL52I1C5abFy+tDQwqsSIsSu9r1hz6l7PfvN4xXALxc2jIun9CK+baPC8zq28NZbXWdxj4ut70ALRwPIW6UAcEoe5VKoxgJZWtAcsOJPzFm4lS1y9VPmedRoOF75P8I7STuV5co/tvN85RSLiteJtau8/jdMx0knZhoNs3XaYCxGZN2LA0EVE7tBluny95NVwXQ5BwbcGlrtQe1o88s9bU6ZSH2KqLw+0DxKTgmrQbHTRMt2k8+IGaaulRaKlkjgAuiQtZ9Y8nvIk2a49Z9GIYaH7sw1Jv3rthnQQXK7/kEX4FbSH8iGUlpDWwIqXrIFhnzpzYxFvH0HIkb/t6TOeMXNQWvxqLF9kbUYPy0XHTFzdsesMeS4kbvMoeBCz5wd+6R0BkKtQu5rfD+V07loseQq3t43YvnHzjnxWooiq1R1Mz0KHrkgiVcvWyFA5J0/fIE0QjKlHnzl09I1bjpExB1zOxtToakWCxW+h/+LJ0g2J3kbx+hh7Lbh4KUaGE2XJ7YcLxO136z2bE7HQJfGaWPG8WheNOXcxY3bKZnuUHg0mkelZ1McBHrdTA+Noq3aTPBfK1YoHNGr8Klwmke5IU3U323Ye8VaMrl96S4CeV+oJmcSnkjjcVNnKnu/YJNWi7UTS6dZ7jng+vHe2YfpKA6PkqZ/8kadIBx5EldqD5KXmNveHniImOWzRdgLXEi+IXHlqaZluBJ64pAaoeDKigjrZos0Ert699xwZosRTW7kmxIrnBc2LDLQie30HLaAHxK3N5X0LKKJ05xoaPBN4ujQwJVDRcNxMnuRx8HCEDLugB7J9YgvafkTi09xs23k0JuZ2dPStjQH7y1T0tAu8JLZJjvh52Hk9+g5aKB904uMTA4MOyTtP06Z/pKD7xEi7vH7TPjpXLDTNcxdsFcd01LiVEk2QEnmjS2RIlEQTrN2wF6MnGwMXqGzQz4mIAm/U2Y7SwHhR6bHGT17LO08HsGDJNnHf6XG5fW4WHxGfnkaf/kaGIdBApDtokV5BPHsyP29hkAxagePhBEj6lWsNVO1jWvCtgV25ekN6hcYtx4pl9rwt/CQMGLJIUdbDR8+I10srZutafGtgEFqySnO2e+8Jbp/nJY0a6ejj5gAcDDsl37v/fPEzKPmgHUcKl/S0s99V6qOPksi4BkbHJhSOp8ADCjt+ntp74OBpegsqgIzft2lguH0iPtVrPFLmKlFtDh892yRZy3RVcHWIx4Abl2720kJAYChFQcBZvOht0HHOtu88Ko5L6Yq9bdqtuEc4OpxCz8Szm78oSCowNUSGKX1TuuuWrQfF17xy9XrPfnNlssWS5Z4pXwqigZEIhVC1zmB6vqPHzoadON9/8CIpFiXfUpI8VoIMlqefk58E5SpxdWqp5+rfdt0ceFBaCWpdr/7zJLXFS3dIzLQgDiudN7fWoNkoGOYNz1oB0bwF0tdSo/S6Aah+kjjds6zaAY6Fnef9xUhPKevtKMgl8Py4BA0Od0rpSSVcslxPylrS59jx89Jbe5JKPePNwDdk5qWEwcMfZqsPHxoY3qQuV/QbtFC9f7rQRfChgVGX5iwIpCaIZeS4VXRD0lkQqMPHT16g9ZafD6SBEUgW15a6hGurLkGYrrm/D6GBUQnV5yTaW1gfrwmNp7510zjt40tsXLy8lRK4fchGm05TxN+VkPebjrxoEp8GsGJ160bItn+PmbRFkIQBQxZL90GgadIbJaWBqUDDgosMDVMW3t+jYSkTzqKibwqnkgDt6dh1OtcSV1sPugYWeihCl8ZxFTilTccpQmAk0BT77iijom8pYkxQly5c0tPe6kHXwHYEH5MmiEAmFy7ZRtO3YdP+stpIw4lTUxZexwUSf0YCnSCE2b/HLOdVdA0M7icMXAKNGBmjW9fHCVGplIN063acKkYqCSSWJ7VtxxG/9pNUlRs+2tcQHDpNXXFUge4SUoRrpzNhhbQ0sKUrgtV1IUi4QJQS/owaREU56FPT6H91RRPuRM65QVXUBEip6lt1DYyarK5F+Rw67KHNu/eelO+JhJwF2w0bvXzZyuBpszbJ6B8JtvXx5y0KUq88oUa9IXRYOAB6HgjkymhgBk8GvjUwAs0OLEPeO16OVWt3y3s0dcZGiSxw1cDo4yRy89YTlGdOInAf+dbQos0EYU8CVw0sYIvHa6VH4PXRXd9NW0KliZ6zYKtl8gI/Td6y9v7TVF+Go0uG1Rtt08Dof+USMDj9EgGBByX/+lcVV4gGRuASQ0cuo00WO31orQaej7m05MoI6N/rez/I0qhKeyKgQ6Ftp0HgFrgRy+qGk+GR0oBzOcv0gPChgfFQpszYyL1TLDY9IyMaGHfRsu1EfhYr010aYUifRIAaU8CPUQMjfJWj5cBhi9Wn4Vu34uRjN34XpECMAB9Mhk6SE314B5UNUoadZ6QvsEkFw0iPv2d/uGXylkwv74RmyJFtjIgN9Ec8IOrDzLmbVSWndkH06ETw//Wvk+By2vuBUXtlzDvlqX8u512DZmIvULyzPsNPaWBcnVPIiXXAs1ryBXEM8Kyik6kHoELiR2GnZ9TnVnKJhl6JAk9GvwSvMMasefyCtWrAbcpDoRf2/SFiY8B+6fWgzIo3UW0WLN6mpjjYNLADoac5xFm8yMrvojxpH+Qj8k+yG43BQ0DXwPhJU0YfRFOj3Nrlq3bxM2eBtuKypqWB7d3v8cGo5FOmb9BfMfxSziWFqTNTOqktWw+SCL6crNYj8NTYQZ4aC+nWa6xoYARpz5UneflKjHyaJ8M00XUbjwg/bX1y5E2hx+EQb7eatCTYve+kt39pPm7SWuXBApxbGYisa9h34xNEbKAR0z9BRJy5TIOGvf+QRZbJDb41MALZ6N5njmq7cMulreYlsg0K97EfmKeFb+c5C3dXpxWxsfGi9tGvqTGCeLNSMhSdPpwCmibFuEYTQpQGRjHCFnmCZ8+nLL+MW05JErgd3Uk+cuysfB+zTQM4cuyclHD1ukP0voD4Qs1grKrm8Ie4MdBJfXMyHpl3QGRLrmv7tHsszLN+A54D9kTNk9m7PxwCQiNPPi2Tt9DqNfZIUHj+uptEeysfJG0tng1kT4oRQh2urSVIUnA37LkLtVe9A53srLmej65wE/WA4JJioS6JBbhqYPsPnMJCY6svOsWbNXbiauy8iSe1L+10oMKmnS0wz6hTtxkcorvX5ztSsbv19jh7vKepuptkDYxAF7Z63R7V1B88HCGiLPRWLAIf+4Hx4OSB0uXpryT9qThsVD/11pPVJq0835EqVu+v6w70evJ5pG3nqZbJ4FnG06WBiXLTrPV463cycK+xE7ZstSadAJqAQt6WonTF3vqIXYD7yLvEId4ry+R9zeTd7tFnrmVKxvGTkbS8HFq6wrPOm0D0f2cz1Ku/x+UtWa6n9dsLicwLZv1ORu/+872Re1i/vdko5NW6nHtgnAi3sqELBkoDK1Oxt214yJz5gXKI5t42czz81EU5RItgmdLAitUhEhNHwTIlY8++k3JIdx1c4UMD49GoAdpq2Ih8RG7UfIz8VKCrkJgbAqz1wQTpaWA9bFPC9+0PF1FBF/YpeXH36SEsUzJwXOQzKz63ZXoQDQx+SEzb5QAnSgUg6BoY9mJelQ6aodp0AbVa1uOixacDsKwO4BlIVenYNVUHkHHQ7gvtJAXb/Z2OuCyEZG7qrwnCowi9+s/XvTGwbGUwdjoe58K+/t5eh2vpdyoaGGG0Z4pYqss3buG5fd4v3TsEckpvt/3AvC6yx511Luwrn1FsV3dCfZvWv3sKcMjwdTg0e94Wy+SFsFD8y3up49M3y6OxVQZ1Cbpb3eMB4uPWJqnUt3zoyBlJipfUMhlkADJuVMLseel8rnKFroHhfMtoJoJ8lVCheZsJ+qN8IA2ME6W/I9ByqlmkUB0agYfWwHDjtm47LFWSmjxq3CqpvYTvKvVRusJDaGC4uUoHqvH9UDIp9jt37qoppDT1ioroqh6OrBKiKJZW7T1jyiSoEZf02up7R6MWY9S7wF3Ilx0J+qJ5ugaWJbffoqXb5SyIXGVt5RB9Wu0Kb1sh9iKlUmYecIoafyBBaWBkQIaJSBgyYqnKGx6ztKISfCx9DGgQ1LOgW9GW0Ixv5pdqPpBOPkeN8zBPAufqi3scPHxGPQ692Fev3a2uQn+nkuIqzVtb8yEkKC7EDeoLPgwctlilFnkxmmqvDvFMxQ5rUjP24I2qfkKPZaAcoVb9YToPdILE05qATqDOTJiyzsa309LA1AdQgj7bwLO0TrL9QKj1xcT7QFOWH+nZb556L/aHnlL3hbuoHEtdAyOUqdSblNVdkyA8Vg7lKND2mPaYbt6KVa+5J8Hk9UI5V71lhMHDl6oXatee4yIJSDAamMETA20CPQi1zlUDoxm0LXjrrcae9kHUDgWnBkb1liERxb/rbhseBAZ4BxHygugf4l01MDHyTukfJkBi4j2RVdRIO8DVRYTGn7R9E6GLnDx9gzSVNg0MooHRM3jZdomke5JaQwdzsUE+qdA+Oyfxb9t5lEM42PqHJ5xGmhcyYyM+gCZO5rG5lpvCvgMWdZIFvR8CSgMbNsqj30uAEeMe4JOQN3I4fvJa1UwJMqKBAfpZWfhr6KjllPyYCZ5vZ0oSe4waGJnEDUjtkntmTXEIihd2ImUJI9i0rD5ic9RB8ie/lse1+BOnrsNYqGQq8RLwdmTN0xqnQgaku4JCkx62qd84GxMhq5JzSkz/juFDA+OQcDEekGVKxsFDEdipXfouCUoDK1C8s1OL2uQVlTmq95tXrl7P5yVctsGLAFYil1D74AJZ2MYmjAEuJ+OEXCcXChISkkRvwwe2lS3gaWbyZk//FEOHKLomFcY5VgYPjUPflO5qxg4+E7BpYHhTojnlLOgRvWJibuMtU0XxBiW+qwbGayVVAmfY1kaRID4th4p+21UtTjB9tmdBoLxFOtj2c718OSZzrla0Ffo+BZIf2pb52gciwSzveG5e/7adpqrJLgIyDwPikCz3ojDUu45O/qKdbPHJNg0mh2grLJP3A5q0pU6aJnICbNf67QbfGhhv8ZQZGykfy+rFkWNnPYeyt7Bt++JDAzsRHskDor/bHmxfzi4q+iaX5qgievRi3DuWNetTdh8AZKN1R88mwU39Ur4AKw2MxkHvMQVjvBoMPQs9jmXygvahhbfTrFxzoGXy9qQiGuHhONdMFu0EJqtUTNouEbpo+cWiQFZlsRn8IjXYgov6eYlt1TqDbcSHAubxcSjvNx1Vo4RXI7M1aK/EoiBbrxX5tqv12w3ULvLGE9wcaN/25cbNO7AnKt4UTceiJkAlSLZJq7Hkn06BzFA/9W+ewFUDk6/E0HPbJ2h8Kng32dC/UPnQwHADPHnO3sLp51DP5fPshMkpSxcqDaxwSX/FlwU8TVk0Ds/BMnnhQwODb3J1blmfISegWaCR4cSxyfObaU/kM3Wv/vPEojB8tOfdoUu1fhs8y3i6NLBS5XtBqJzj3egqqHOEudoYtGBvx0lYuSZlQq6C0IbqdQdbv+lodx2T+LY+T+Dn3aFdl9/ks1eF6v1tHSq+PgQPkmP99qK69wtIhWr9bW2fM7LKtusU5uQ+wLP7l0BpYM4OINTr7xJkkyEbZDDUAJ+DRIB8XqxUY4D1OzXkqN6RuEI0MNodxZ0Is+dt4epK7SAp9cWKbrtomW7zFqaSWACdK40UkW1bf/nWwJzKh0pHH1Cze+8J+fqp1tnT0b6Lp3dspDH5jGtgooByU86Y8QmJ4sHoGhiunmRPbQWkQx3d6Lb4p+DsuasSx7m+Bwg7fp4bHztxtS3MmB2gcrjXIxN6UoBQiUWHeFd4k/odCY+yGQXifeJhWL81nI64LJ/CDxxMoYhSK5yrBAC6Xg7hi9jeOx8aGFniED2iI7EfTp+xru6DoAIRqCrVHODc8DkhwdLOG7f0uA6W1SvY01hNTV5GWQEPQGa+2xYkkUt4Pmg6clm2cl+Swhm1fifDk5T3w6tt4RED39BliYVL7KQlI9A1MNdQqebANev32GrvA2lgGOkLcGFVfAJNqAxQemgNbFHq3tMzeStZk+B9Vy7sQ2hgeJDQTrFDEXHTDx89KyUAb4QwXLgYpX8BkeGEEmwswqMoJO9IoabZRUffwv2Vhis4JNUXE2FfEig0y5paA1PyjEB9myMMHLrYsqaeI2gbeR0dc0spkQSlgZ2KuKRunKqlP1awbsNeaWEIeB2qj3NC19hsHRw8Xwb0SNA1sIAtodJ60z7o1eDatRvZkpWSqrUHqS9BzbR9xWyDV2Ku3xaaIQESJXZcC6U+0t/ZmPnGgP3qBrkF0WPoNZROw9Ge/eYdPBxhVYYr1vqiV67ecDR1dsA0lizfQQWWzsgZ6D31vWDT0sAmTPF8oJTAM1qyfKeMMIVEQXcJ5EfVZI+Al6za0qnZFk9r7XUFCbybaqyoroHR0dtOgdqp0miSupsAi5ZZO3cS9iQvnMgLrsocmgcDFLuA/KsyNxqYwRMDbYIPDWzrthSjgkyawQfWWyenBuZNxENJbNszCPDTaOImTVuvvwiuGtiK1SHEhF9YvzXIIlp0Csp1lO0uMNraWwFNhIxHtGlgK9d4LvH/s3ceblkc7dv+o773zZv8okaNJppoorF3o4nGaIy999577733rlixYkEEQRAFbFhREcWK+c7dexmG2X0WUEQ0cx1zJDI7z8zslLvMNTO7VdsQqSDqA0PRsE4NCAdWv9log6gD6sCWvm1RWJCadQbrFKDC6bMpiEeDdTBwMsZzb40lreJDcWCB4df2U3RCSKGYHBhARON/Vfquz+HoBGwSZyEs3/0pRQ6sTqMRxnoocAS+K2z1xejHj59ilmD8GLQNYKyKgtBfKv8AYtf5i/fpWwD5N84F3qWhFHQo1ko/T6CQlHydnClR30HITyJxYBQkNb/nu34ZXSkHIPQVfMWBrVwbsCOWxscZ52mfgQUb27OfUEQUxtjde+bhNjSpGB76rlnEhdM4zr33u/W9m8gEaRz9wIeBO3cfCT8aeHD86bPn9ZqadyE+yHIW1on0r2YCTGgqg3pNSQ34IJBFeYPBgQHGJF4Pkd16Lxjj8gF1G49U5EEgB4b7IPNF7bTWgeTkEVMsOcUbEoxeYhCqDHJ9IyMWqX/ECgfGkPPLc8S4W5memIheVD7IQapkbJ89cOgC+iXQM5UTPPqyPuJF9lfVaTRS31wFMDupp76u4kc4B/btjwP8hBbOiChNQwOGcGCyp6F6rYGGcwRQlOL48F+JQccxPek+jHmJUZju1gq96f2tcWBGGwoQp7SkcUO+YPQEZ/e5/taK5xg4fIUXpQF5S1Z4oMpHlq3tjBmME4nRkXo1k6eoA1xpiUHviP+o2D4d6CAefVm5e2z+MWJGmqxc0d3GHYz42vTs+QsFB479kOqhSf3dgVskK8nYZl6UC+qApGXMY0TJzcZ/95xnfCkgkAPDuSMG8T5hymbdPaQgOpGq6pqIMRCJA5Mv0WBhGj4mwGkShvK3P6d7URoHhvHgRWmYNc9ZoUWz6/M3hANb7R4aYWzn+q7JpXRZ81T0M68mN9zQGmr3pACdyCvHxhV8B9ri00X54sBCwFgk6ItWs12KguBXS4GQ/dTG+S2F+Yv38hQR6f39zz/LV3mf7GrcatzGLSf8hrIO2VRSnMSzXW2hnwzTIXvN9GooDsxvYWfezpJHgbdkyE3l4eeEkMJy/mlahGuL8je5dA3ZgQiEAwsJ2K+BH4T0g7JIb6yZhnNggbfzy7VdOvu40F0m+6nBcGOJSoCTzFMErnpaTA4MUSt1DqSjgLjNOgcmZX1VuYdfewGMBjnkO9x3YFEh6+ET/+Y4he27nFNZ/oCPrRYNRYPWrj9MxeiQc9NIf/2p+FHG1XAADSTrg4xVL0oDY0x8fn3yCqGF1vH+1oDLxyOC4TVF4sBQk3Iewk+pAkqXpcbARRAFcaiMU9UKckybsRG+8KEgraEfewdSBGo+dDSZkKzCbxWzMKAf8tAtueKjSA7si0rdmdfqFJGgpBwYEFNVBeSVSJt35sD8IkU+bSJB3fvxDhwYFfvN9ab0gEzo1X/xnqhz/oUnuc9BQrj2NJCXl4eniqOLjMItQezLJgMJ+tKhzoEZ+uXMuctyKTlBFxpiUkvwb0ORM7gSFAd29LizviORHbsW7OQQpGsMWb2mo/XVMQM6/6RfxCHAG1FPdQ5MATV36nTypq0n6K9ps7b3HbxUjZDmbSaoEaIuzSfg10mkgv4BKsWB0aSiTQh/dJ5pMC46Q/ZLk1HibzAYOmqH8yTgHvfot2jn3rN+96NI0ONYaA2aj1FNrUKzXyeoZbVIHBg+pFxTpgKeXpNW45CcyZdvGhr83PkrPJVkeKGBGtCAzoHhWBpNhLOqMmSAtes0XQ/61anL8vdMnD57WbFc/m0lqVcyVZtbDsyizPAOHJhHd7UsdO2hnwOLT0iXqa3WgIpEIAemA6F34+b92LgrMWdSduw+I2rC3clUcKyTmEiFIqaEejE4MB2vXr1RRezcfUZuz6MgVUQgQjgwbAbZlaJ/31oUGTUPlEU4ekISrI/8neBLKTfElXvnK+AUB9ak9Xglu37vOB2PSXJGoftX5YrPgeU8fS7b3iU3FI3SlR+aA1NHvtR6pR8YAymXb56NTT0cnbB05YGvXGtNNzaov9z3Tviu9iC6OOrgeXULejiuyDmJb7ovXBq1fddpfasofy5175kkW30ZPYQDM4AzmJLq1Rw3RxSHPlUVB4Zj6EVpwKmR4dewxdhIvknWw5yU1FtOEUcTlq8+JEXofB5tLrdZEKrXGjh89Jp9+8/rN0mGIC39jkiGwC++M4PkTnjd1UUiYbGgkbGFpA3VfwnUUEyyM+cKbn20KLfwc2AA+19GBf+low8dKWCvAzkwRhGR/6vUfda8XTIMGO1qVKxc63z8FY+AsiR9bu5LOX1IQDgwuvbuj/UfQxSEcGB4ajxi/p6/YHJRT57kilgLuUgJ0+5WZhZ6CvmJBBa+6vufB3mPXew/FCfGJxZjy98mIUMSEjOKuRbxDhxY9pNnIi6M7RSRODBsV9nvWKfRSKfBNeHm/Lnr9G9/OhWo29hbes3Oflbpuz5ogWifOTHUNRtwM72/NQ6syG8KojpRlLQkrh8tKdv3qa332JXwMqKKs00ESSiUzDff90Xye7EakHiybXHqLO/y4Tt3H/En7zV5+tbtO09vU8Nvl/NfdDeDkwroXzk5djJJFq+Ix7SYv2gvDk745RkC2nzA0OX8sFa9YWQuQ10P8vo6mQp4qXUbjxKPX0+J9LJxrgswwv0cGNaOcvfoO4reueeM34cVROLAqLOYhT/UHSqVlKHi1t+ZpHIFFL/1flAUByaMGspI9zcjcWC8u5zvxw2XQqUOKvztMrVodu8Hcn2xq5f/U8FZ2J+zYDf2T7jhZ/HJodxxYMyTi0nXFi7d13/IMpz/2vWdG6jUpl19GV2mU7VaxT2QKDsswgPyzkvtmobig6mASzN+yibUj5dCg5PYXSgvMrFUOzx8830fL3UoB4b8kkcbg86BycUjgUdzFO7ec6Q2YVOEDyZheUgCjHgvKgjCgWFkKN9JArISwRH4Wzo68dJ1pGT/IctVR8sWNsL7c2Di82CLe3//88/I/Dv6Q4J7naPnBxSTA5PjvaSMxLL4OTAGBjHop0g5y6pZl57zIpXMeJODFN37LvSnwXOjSfWOEAIG/1CVOMbdJhMe0Ha6Tx6JA2McquW8kDB7/i7vB6EcGMpV0hseVCQOzC3dW38MCTMLf8DPQDgHJruc8IoNu5PGvJRyA1uBca7GsDoQUCIOLDgrd+GJYDmwEkG/ao/2jDSJAGaxnFkhYG17sYU5sJ8bjkB3SEArYVWrR/WbjdHvhnoHDoxy1WI3ukyN+VLkwMTyk4DlJ5HvwIEB9EXgN5wIFb7ttXDJPrVY//LVayXMmRF+1zEQWVlPxkzcgGOmsvWHYnJg2K+KllBCA5NazalK1fs8820HC+TAsI9VpL6pQvA4+5k6j4XzELitAdDjiFNJRh3UlSwKkTgwJMPh6ITW7SaLlgkMigOjFNk/QXBK8TlvgRyYErkE/6YKXGJVc4SYWmG8/yC7eZuC9tcDBhsyszi+nB/UCmdbjoyooBZYI3FgYO0G55vk6id6wL1UV3EC+bKLhL6Di3WrezgHdvCw853R4oRJ07bIT/YfilOR/Xx1sByYxUfBh+PAZI4gk42NIyGIxIE9fJQzY+4OtF6g2alzYFEHnVmGqWxcli4I4cAoAimE3AgsonQ5MIQ2ljkxaqe8AXXqxTApdWRcuytqaPAI80L+YkJxYP5r65KSb8hCZI3Cn8gCxefAALpblvwYY/q9vh+LA0O3noi51HfQUmGb/EE3NsDDhzkDhixXdgWBf//WcfqBwxfCN1IcP+kcFiky6MWFc2DU/NTpZLwJccr8ofgcGJAFU7rs+fOCiUYRMWdSnCJcz8sfjDNtjx4/xTdUWpLwRcVubTtMYw6G668Y91MXJNYpEAVmkJ8DY7CpUkKC/5Ywi3KIQA4MD0Lt3uvUdY7uegdyYHLfaZFBvy7i0aOn6CmRSBKQ9m3/lBFbaDqXOgeGszl/8V6sel2YqGBwYMzEQ0fi5RpeFfCSxk/ZFP4NQlAGHBiqUO4BCg9qqZYqydnxrr3m69167362bBPUm6tIDgxPauHSqF/bTw1sSZ0DS758k5j/Vgy4PNAPKiYLdz81GO5FFQY2CeYNCYbkK1y5Q7LIgDsp6QE9e/xkEnaCnqBKzX54rDczw8wkqqc7jJHCN98VrCQL8BPl/nncyVVrA47WMcL9HBjAWMI3l60hEsiBrLbvOm2eJIvAgaEF9LthIoUK1Xp5PyhVDowZLZe9hQd+6P3ABYpGtI8K33zfB+vu2g3Pd7b41FG+OLDklJtyqSCBCVa/2RhkpSw+SqTOgcl0atB8jPd3UZCrWr/5vq/ODRhBv4RQcD7uKqVXrVnIRMayD9zYfv5CUOIus/XL9+SmneJX44NyYJdTHf1N2Lu/0M28CnJgnHA2/w6fQIR8DywQ2A1tOjifhiY4Hd10tNHRH4IDoymIqfRdH6O19SBX5Ur6YnJgV9Nuy+qk/+Z0gZ8Dk5rUazo6Us5ykAX/IaRocZtr1w8+1mZAbI7W7aaoxHLyt1J11RozDNqMQGvoF/dF4sDSM+7ISgE2gZFDfnBy3rqjoH1KkQNLz7/tML908y0kbN4e9kVxWWKIxIGtdk9DEvSFj7T0O5Ql8QyAek1Gtf9rhoxhGQ/F58DISj6OKln9omUlr2Y5sBJBzllKwLGPtFzFXBAXRYK+D0DnwIwB/yQnV+14JYwav0516DtwYGDl2sMO5Vl/mG6Slk8ODLx6/WbH7jOdu8+VHVJGmDZrm0gYnQP7umqvSMyQDtSZzn5VrNYbmTl01Oo5C3brDf4+HBjNqDgw8n8HDsx/OTgeo6K9QzgwilZMUoVqvf2noiNxYLy+yBMJGDxo2wlTNk2culmNEMWB8V/FgVGKfwNjkRyYoWQBAz6QAwPMLAZSl57z9WGvApUsjm4KhLOkm7/ziUAjSHwIBwZu3nowbfZ25Kf6BpgK2APoKUl2QKOseg9cIpHhCOfADrvfV5fA3DFUjx7W5R9W1n+CTSiRCpYDs/go+HAcGC4GMV9W7nHL90WiSAjkwJD/wiEhc5A88xbtRXydOXcZgS+fXPJzYCiCwJO1kTiwkzHJlWs4RXzlFDEP/aiKwCYnvnQ5sBcvXwlj9D4c2CPnnltntQhD1H/RkAGsi7nu/bp6X4RwYOD4yUtfugLQWM8tEQdGo2FN1ao3bMoM7AQvEnwUDoyRiTUuupVfjRy3du3Go0eOXaSXeSm5O9HgwASZt7NWrTuCJlV7c8kEX0Y36gwIB4bJtHjZfmMHOn+qGP1UWQgHxoChOKk57cxgc2p+1Kn53qhzUqv35MB4F3rKK6LBcKeIDUfRWU4R+2NFNQfe60hTr1kf3a33ArUxiEz6DlpKnb0UPggHhqejUxoKIRzYl5WdD9RJG6r/6oGJ4/3AohwjkAMDV9NuY8shRY1d1IEc2Hn3g4joFxkSBP0cWH7Maf/1ofcfZK/fdKxH30XKypURq0/n0uXA4hPShdfhV0jIWfN27dh1miHN5BIvwODABBiBpJkyY2uT1uNlYhLQU/zKSxGEsuHARICgFp1Gzm9t1ebuf2P0zw1ixiNDmPJo8GMnkxIvXSdZHVdl0ONZDwumbTgHlpR8XQgbjPMOf8+ihuQjLSnrvX4ODGNAt20iQXFgqAYvqjCwSYQDG5R/s6KsppK/Uw3fOTDVGn77By/p3PkreC7N20xUPYsZpl82a+BN/gfP8AfJ038OjEBH6GfOBDS14rEaNh/j15WRODABZsbmbSf7DFxataazJCuhU9c5uoXGvyNwYB4LVa/paFVD57+aBuQf+lp06XJgVJtHvzQeJQVJiQWBbtpZqHQBvRMXn0aftvy9YB/q11V76SdTLT5dlCMOzLX5HMmLKYYlZygbGXk6ByZLe0xX7++iIG5JwxZjvb9LiMSkayhXBLTUpJX2pTE/EpOuF0r8e0HikePWlagaH5QDe/DgieQQ6ZINtVoUeCWuQok4sPv3s0Wr1a4/DGfDcNhEynwIDmzcJMdHwqIq5sJcMTmwO3cfSZ0DxTTwc2CTpzsWFcI9Us6iXLv1WRhSsHyYkeD/HJoBShGt1qPfIlWgfCSWIVrM1gCRODCMSKFqtvk+AB4JpciBuaU7i92B328oJmSJIRIHNnWm8w1bjBK1awkrTQ7CMzzwUQ1LQlZLi8mBkZUsXoRkZTmwEiE9465asCZEukzGSJasnRQJ4cAAFrziV5hZiqB6Nw4sEKXIgRV5F+Is3xHJEA5MARMz6mDcqHHrZEVPAm6kSl+rnvORCQkZhdUHr7Nzz1kxPY+dSBIR1HewY6FKGDxilb6iOn6yc3BWwvtwYECmoQT/x1eKvAuRxjR4l+Lfhah/bMz/UdJADuxq+m2VORpNX2fMvP1QrcHpdyHq3xV74NupU+RdiO7dgIUYl8C7EA0gtXBxaecqmmuEwIx0hTJtS1sxQgjYe4+DvqTStoOzoi1B3TMczoEp4I5iK+L8q44jYAHK09i4gqsL23aYpu9FBXSouK+EzPyrQop/F2IxD5bp9zG6GRZ6EcuBWXwUfDgOTN2FGPhZqUD4OTCMve9cU7Z1uyk4LxKpIB+Bfs+7EB9kPRFBjdfm3+nYva+z87Ic3oUIBriXI6EvQj4bJhg13nFCUR/6d+bDOTAk/E8NnC/0NGo57qVmjZSIA4uEj8KBrVxz+D8VHB5l3cZjxk52mkVmQSAHpoDOPXgkvuXvzrZ6PKDArzsLrqTdJgECXz/9Fo4QDmzN+mimEvqIfxjK61ZmlizlF58De/XqTdNfnUtE9bsQ1248KkWsWnvEKALDA0+f9IEcmMKr128OH02QTxlhXezeG/EWyne8C7FiN9oz8OiYxaeFSBxYJARyYNjMRH5ZuQcy34sqIRjnx08moVnIh9mqz7tS5MCQTkw0Ivmvnw7xVjWDODAdd+4+mrtwt9DMuId+iadQNnch9uzvEE5IQi+qKNDU8pk3PSAEsISR1V4iFyEc2PPnr8TzxSvRFZlgvKsOdA7s3v1sKcXPc/iBJJSt6ihr/6UdgDY37kLEcuBPhFJxOLZIwORYtCxKrsEgf/1yGh1Ub9Bw58BA41bjvKhigNErYw9ToXb94TTF1Jle5RVIE8KBKdDpZ86lyvk/8lmuXYIViQMDMryLf3ClFDkwIGZPvSajvL9LjqyHOctWHRT7jaHlX5O3+ORQjjiw+e4XuRDr/p0agEcEnQObt2gPMUy/wAWU5Ms3t+2M0YUdE1LyN0w6AWIOT8OQv34w88XUJlxKLlgzDQSJ1eJdUn7iJcv3u9Xo9fpNgBPlr8YH5cBoCllqGRvhW1bSKZjC+nquHyXiwJaudE5pVPi2V+A5bjqUpx+CAxPhiOOHde5FaUClGS1fTA4MJ18Ws3QbXYefA0OdE8ObBspQMsSiIgGDx4sKQkJihrRVT43ZCgTGmaTcueeMF5VfB1pDd2gVnuUGTIdIHNjr12/kJIRfoQroaKw99Ulb8M4cmP8chlO6669ip3pRheEv3Y9wDkx23NSuP0y5yus3ObPy66o9Ay/2kdXSYnJgGJqSld+MA5KV5cBKCrH7JdDy/utY3QsZvLN3BOxsfQkvnANDbFbXqBS1Ea88cGD6Kg949Pip4qj+W7GbmtHRGq/Te8ASfUwyWWSNg6BzYAx1IQYIushlniIkJT0hLf+77rIRT8K6wt/qI42IOEKXXvMRsHl5eTLBCQgTw+sYO6nAX3pPDqxjV+9ac4LxiXgMCTG4JSgOLE1jufBpDVW4b3+s7AAgdO29IBIrA/7SyEjMdy/WBUXrn09THNjBwxdUN40cV0j00U2BHJhO4+meCUDd1NR6SnFgOstFVxq7Ug4cilMv2LnHPOFjGEhqMOgfUWC8yVKpBOMj3gq8rxpjhB27CxSTgCmm37q5ZIW3iBCJA4s6cF4qE33sot4FW7afVMPgtz+ni+3HSFaHFOlQYwVhzISCwabqH86BZd5+KDqIYJABICn5unuodxX/PZy/bng17bYcNSAw6owTe1t3xKg2txyYRZnhw3FgCBnJOfDO8PSMO390nknQvT8/B4Ypy7xAGqsznTr8HFh6hndDoBIgOnJynovm0jkwJIxTROUeV9MD9pZ9IA5MnEpUgH9bBjh9NgUtgBwLJ7dQeSKj8DUCrXrB06fPhaCq03CEvk4UzoEBcWYrfddHN3o/UQ4Mk0NODfr3HwA/B4Z6XbM+eu5C54sgEqNAl8koQrx7UT7cvfdYbhTcuCXAVc9+8mzRsijnWN7tgjVxxYEZ94tQczFuUWf+mmMVhHBg+lUcCqhvsT0GDPXcMYqgWYhp22Gavwg/B4ZDjYE3d+EeZQkr0LP4TSTuNyTiQsTdu49k60yg/8gMki2hun/tENXuQu3qdQHXeTGvpT0DT39alDeUCgf2ONs7CBv4tSdkwoIl+xiiYvQyYnHhGSHnfPcbYSSL7OozsGAzUylyYMxQ9MuX33QP/FidnwPDUKTaS1bs94s1Jh2JMSNDliJLkQOjAYlEkPovsZCbV5jFgcssR45d5BWW5y/eojqZy6iz0ePXI0NWrT08b9GeTVtP0JKSQEcIB4ap4BLh3QPPS/k5MJxKEdRoCi9Kw6NHT9v/NQMLJD7BG1TyyXycrMADAKlXM3lKVyqdgt8kvs/CpQGf5MTlX+iOQLUHiKHICFy0NMpPdG3f5XwU3yF0fYNKYZ27BoWeQsZ6URrQXGS+VDN7kOpT3GFcq94w/HfZ2fll5e7GFPBzYHgfKA5y87cz1p18t6XD37O8KDdSZP78RXu9qHxs2naCeEYsfqIXpeHU6RTaR+fe3oEDk/U0IhnGXlQ+eAseITceBVtZl53uyOftmKf8OX/xXn8++/NvF4jJ/7igxaeLcsSB9XZ5lBa/BWwlyLydxSOCzoHFX8yQyG3a/aoKA92r3nSS/FLKDUmv3wisMH32dh4hIuXPFPfYLEH/jIQg4/o9eYRklxiVWBFdCog5L/FRL3Fyipc4cBeVbLVQ1QAflAMDQl/VaTTSb+wiNBu561C6gAtEiTgw2a7Y9NcJ3t8a3DNVzht9CA4MFSvriQeCtpsJpVqjTsHZLGEr0esqJhJkNwS95qdXqZvoA50DUxvfUPxelAbGpzSC3z7TQa3k6ABZ4b56sT5gcLR07/+tUqOfvrgpX2kmHoPSi9KAFucRppg+KiJxYEC2zDRqOVa/O1FAoeKZ65P3HTiwBs3HENl30FJ/b8iIathirH8MU7qstkf6WptACKpWv0/25/DgQbawF3rR3qHS5pRo9vj9+9my6lpMDkwOhvJ2AVk98LKyHFhJkZ5xVy0xE775vs/s+buSL9/EXkQmIwFkP5QK6rI1QTgHBgZrX5dUGwjKAwfGND+dv4bFiBo7aaNMcwLaUK3cXUy6Jh8UdH/SV21PPnk6WQaqBJ0DO3YySa3Lr91QiNNCQaifqO35J2OS5YAmAUOWHpH4Z7kvhFSWsGylMzF5QXV5TqXqfXRlt3d/rH7v4ntyYDt2nRbpSsBBzbztkYJImz/cdR8VFAeGpJXNoRJwJJSUwFAWL1fCsRMRL68ASDbVF/yK30r8w4c5HToXNCBBrd1QWxWJoFCiA1ezY9cCRk3nwHbvPatKQSXdVKU8yvlT6yaCLAcAXlAWBCVMnLZZySLaRz/Pp2ynM+cuf5HfuYZo7dKz4KiZal4DlKjXH48FJ0eWv2nbq+m3EbZqsPE6am9vJA6sRVtHxxFqFt47iZpT9F7HrqhgJz3//b1jAf89ZsJ6NS9i464quaG79OEcGFCkO7XFIlU9hUkg1pEEZfVRok4WIuHFeKBuUQfOK3aTYDkwizIDMuEDcWAMeGG1MXX8l9DKehPKK5wDk9VPanj7jrl/LiExQ2gGnQOjdFnQxFTz715H6YuQ0Tkw+VBfxWq9/bILpSnrcaXOgVF5xAuig9K9qHwgFrr2ctRlnUaFKCs/SNl/iGMJk8+0Wdv8zgggUpZZSbOu8KmyIjmws+dS+RUJdJfhQ3Ng9OCBQxeQ/yK6Q1AiDuzFy1f0DjE9+y2SGAU06aTpW+RNlbGhRu/A/JuvFF7lP4q0hQ4gwNu5O67qNwu4fgqlQ3HYh1euFtCuLjXlrNjOX1xoJRHTUc5FYUR5Ufl49erN1JnbpOaBHBjuvP9k9uatjh/Nr9SUp4gmrZyTYahyiVHgZafN2i5FFOiyN2/EEkNrS4wC7SYLEb0GmPf9KlBt+UQNlkZ24TV0On3V2sNiyOkcGHpfrjeo22iksX0EyPbQr6r0KHKbskV5QKlwYEwx2aDwS5NRfv3CFOORQyq4liRzXCzeAUPNOfsy/1H3Pgu9qFLlwORoMkZpYpK5oQFjtXZ9xybUOTC547HCt71SUs39ZLHnr0hWFxOveVE+lCIHtnGLwy58831f/+Z1lBotgDL1r2ghAeSmRHwoiZGbe5zG1AyGSAjhwJIuOd/fwjf0E0Xp1+7WaeR8Pk3nwBAaslLE2+n79gT4TU5uVXqg5SUGB+3Lyo5SNlYjAVnJOTZaQ124irASi6Vm3SH6Z8IFskqMKMOPlhhZkab+OBcSoyCvhkng31WgcPfeY2pL9ZCQXlQ+HJvBdbGbtB7vRTlT4Ap9hNcvquFNXp6cJGO+6HaFnwMjpeT2V/e5EqPgGieOu/fbn9O8KHcGNXGJMRwrLyofsphGncXr10GTyq7Zhtodae/AgUUddIQDb+rfU06nk5jS/UfcKF3cNKwCiUnLuMOf9Je/C66m3eYRYzjkskqLTwXliAMT8YF4Ytx7US4up96SOUnQl9GROPWbOlZszTqDjTsr0jPuyCKCvnWa9PIJdwxWwwx9mm+yK4NYLZ0ba6PgZEwy8QS1KU8lnj1/l8QoaIk9wUo1ZL0G/9BfDSx4HqHLvagPz4GJ/UFY5dtRtXKttxC8b38ATaKjRBzY6PHrSYxyMlQgDoC6x+lDcGC0vCxl4oQbziQdgSbgkW70y14MQpHfP9zgGgcEtdVFgL+hFk91DgyIXcKoMzZ+8mc9tybIYirsxUYAtoh8/QVJjSL0L6yjntVNaDSXF+uCzMXUYxIZ+1CwIGVmofP0OoRwYDFnnJ2qPPVvwqIZ5VFScoHN9w4cWOceDuHHrEFdeVH5wP2WIvx3xah15/AttGrdf+LUzforo/5luBL0xXe5zbJKjX7GgZWMa3fVPXLF5MBkb46TVeExmXHtnlp9thzYO2DbzoKzFOGBiaCv34EiObDd+84pKsVZEXMP9ZYHDoyAcfZH55lMLoPn0+fm4+xn6nwYAQHCYFN6VgWdA7t3/7F6hYrVe2OVnjmXioGIipRFCgKiFadL0mMKt8//YB6B12n/18wuveYj+VVktVoDFc3Q8reCj34hHvfsO7dz95n+Q5cbnfieHFjWwyeyvVoClUF59R6wRP/6lATFgQG8FP3T2fhXjIq/e87TuxsJH74wikATESoBDeUUPXCJIv9UUByYfskeyeYs3HM4OmHlmsM6fULQOTAMfXEaJVAKbxdYiuLAAI4fDpV6hB0yaPgKtKEikAgMKtW5aBZZKycwSOYu3HPG/V7O/MV75bMxhF8ajwzxcpOSb+glSqA4/5z9tf0U9XaROLClK501dJV+7/5YKhN97CK+mYrX94yfO39FL/2HukPw5Vq3hthSCQAA//RJREFUm6xYW8KEKQW6oEgOLCExQ92zT8oe/RYtWXFg3qK9yBZRQITa9YfpJh/zUb0saTAVBo9Yidmm0kuwHJhFmeHDcWDg0JF4EQ6Mc7X0xgw7fjJJDq90671AZ278HFhyyk2Rw2gfNTf5PzlLDgSdAwOr3YvjCKPGr1NqF900b9EeJVp1DiwllSIcycDk1YtA8H7znacxS50DQ67KAWVEt36XF3IP2w+hhKDAkPZiIwMVI3vFeN/OPeaev1BAHdGwCL2OXeeIzEEuGbZrkRwY7obobv37hR+UA6OR5RYN6hx4hklHiTgwIDsI8UT001cY4X0HL1USWDc25EZ0+k4tkgoSEq+JF+b3oHXwK2wMcqaeuvmHJpWt9IwWveakEa6L/xpb0bu5n0L/9scB+oE8enPA0OWq5oEcGOHPLrPu3iugmaOPJ8qn7xo2H6Ov26K/iKS79ZVEqodVqYrQd/HOmudcmsIcvBBfQEsAtDyuDY+W+hY9dezcc1ZuY8Y/Ujs16X2aVJkTOgcGki/fRFJRmVHj1ulCBg9azEKMND89ZlEOUSocGHCGRDVnSIyZsF5fRUS8yDpM3cYjFT02a56z3ZwRa5zsvJTijdjlqwoWc0qRA0OKiuU5XvtcLv/HmZI9HASdA2Pu13Dv5u01YLEuN5gdw0c7uxmq1uxnLCLpKEUODBOXSJTmmvUmHYVyEY2Pb6W3Ay948Eg89jACXB2BRYzIOif2MPIEY2DkuHVy5mb33nPGalsIB4YrJ+7JyLHrClrSPSwuFyY79dE4MMAIkRsg0IOMCi/W/UqWHCLE/FYWyJu8vJGuHqcUHAqJBFjjuGAoZUYajo8X6wJL6Zvv+xDPe+lDBeEs+0TdLXqeUELQyfDo3GOeLsHIn7FBPIPZfxuzAr4Pji3JEOD6mUJa4tjJJAYk1VA3nVCBeu6ann5YmWGD4/Mf7ap54OfAAD1ODOPW2OWJoyq9ox/hpf49XDa6Vr2h+pYmkJd/Ndo33/UxDlGdjEmWOuuT5R04sHSXuyIfY+8IYJDIJ2AqVe9z8nSyF+si5uzlr5zSC+5vZOL83NDxstv/NUPvSjKRAzPU9u69gJvMLD4tlCMOTD4bS8DqRSRl3s7Capw6axuC4JcmoxDWPNI5MID1KW7MD3WHLlt18GxsKjYrQ1+sOjSZsZUv5fJNEZr4CXuiziGw0jPuHjgUJwdlMLZ061aWuZlLU2dtZ14hpB49fhp1ME4EBAarvhYvOtJNvE0l3k9iV3sZiVNSb0k1iKcaGdfupV+7e+DwBakGCgNl4yX98BwYGDDUOTNH5QcOX4HrK4tH/d0dE4TifN+iRBxYzBnne7aEP7vMpsFvZWbR3dPnbEcwoRqFHfkQHBi4cjXz62+dlq/XZNTuvWczrt0lHDxyoXU7Z/mVltf9TxwMGV0/NRg+fc4O3R0ygEctLh9tiFo6cuwibqSsVH79bS8MLx4ZHFha+h1ZMkMLomBoc8LqdUfk0BjDQ2eMQpCYdF2UBAHDZdjo1RgT6zYeQzfjxqhlu7ETN/i75mr6bVn5/aXxyF17zkhrHDoSL3e481vjIwohHBigaJ7SYrQAtindyjCePX+XsNHYHMpMAe/AgcnRb8Jf3ebwjgTlLAHZ3PpFRed8vZR+MTFjzoLd8oJu44cNTSGoUOf0YLtOM3bsOUN3UBP1+ZzufRfqOWBmyVICieMTnOJw9rCqcYYVl1BMDowhJ1n93mn6hYKsduFsq6wsB/ZuiD6WqDM9gQHbVNEwCkVyYGkZd9Tk+rJyd/m800fnwFBhIsz9wVheBGs3OJ98MJIRGOoNm3vkmc6BAYzOwJ9IqFKzn7o7ToAFLyeJAwOanVnmJXX1glqU1MPXVXvqX7F6Tw4M7N53LrCguo1H6ddj6hwY2LrjlH4czQh0wUPtg/aRsDcqNkLRI+X2IQmKA6PLkDAqXg9IaUW66BwY2Lc/uJQ6jUbKkWUJOgcGtu86rTL0hyatxpsCeeNRnTEygrNWqJkxgdh/KE5nFgNDo5Zj798v8AMjcWDZT3Jl8TdS6NlvkTGJ8MlVVv7QsctsfZIWyYEB1G5IhujBw9GFjv5jJarTY3pgimF9qaNglgOzKDN8UA6MYTxu8iYRGiiL7n0W9h+yrFn+d+Br/TJUX9MHfg6M3H5zpwyZdO4+F/Ny7KSNTVuPJwckm3zz3ODAnj170baDR4RjKnfrs4AfYnXzkxFj14p9pXNgFCEilyJwRWdJEb9OID0Tv+8gp4hS58AAvqpsXUd0U+FBw1f06r9Y1sgoeszEDWr/QThwPDF3+ZWELyv3QLngnugaAbHjd5qK5MB4ZWFryE2xCx+UA3v4yDsLRaBTvNgIKCkHdi72ihz5xa/Ba8B6ZzRiwON84TgI26cbG09ycmUTLU2KjbRgyd5lKw/i9YigppEfhRoAuA9LVhwQBcHLMrZnzqXE5cLdYmj5L1aSj3LxlF/hC/z25zRZwT9/4aoU+u0PA0aNX4ezMGDocgYVFubs+btlJT2QA+s9cAk/RMvTmPjsvzQeJZOR2a17voA/xXWiHQqKqNH3qyo9mHRyE7jOgT19+ryV60RjgmJqzl+8d9mqgzhlsuKMBev/AKoOJp2y8fDC/u45r0vP+fyK1+83ZLl40AYHRnuuXHtYGLKadQYPHbmK9pR2IIaetZv0PxWUFgfGkFix+pBMsR/qDkEHIb0HDlshc595fTKmYOEbp69BM8di/F+lbl17zWfELndHrHyKqXnbifp1baXIgSFFew9wlssY20xDBu34yZsw5vmzRdtJovJ0Dgxs2npClghq1R82cermNeujZy/YLaweL7txi7ntWEcpcmC8O4qPeAIJkEj6dSAPH+bIU0QKCgiVikBGY4oEQzvrBaVcvimUjD+Qvu2f0xS7EMKB4RzRud5POkybMXfHhCmb+Ad/4q3Ix58MDowRQp2/cG9AQb5hCeDdt/ljqojBqjX7GfsbkPmyU9zJs/V4xAs2hqjp/1Rwrr43xgP5b952UpwaGnzwiJWzF+ziv7L4Q2cdKKz0d+89K0XXrDtk/JRNq93rdmXfHvp65RrzgJcBekoWjf/r2j+Tp28lkz+7zJI2p+aiCvGS5NQa9o86tSaIOnCexFRMTQ3eyM+BIZ+9gip2RafPXbiHuo3J//wzjrPBdR07mUQ8gcwZJ/S1kv90qAxdHuFuT56+hV4jT6lzq98n61tz3oEDe/3mjdr4SIcyZXQyjJS/tvc6lNk3idKnbu7UbY6UzgTUszp0JF6spu9+GjRu0sbV647w4uKnk95/OtDiU0Q54sAAk4HhZQQsKkxkMakNDgycPZcqM9YIpPffTAjiL2aIAWeEKjX6GZ+0RZwNcCWsPzCljfWjEiUGCYkZIhaNQDWQSl4iF2XAgaGVcfMkKz0wzydM3RT43TIDJeLAgJx9MQJWL2YHdjn//kAcGEi8dD1wwGA674kqcJAEqAGVAOPDiw3CjZv3f27gDFE9UFDSpetCDhkcGOCRMF5GwGwyNHE47t573LP/YlGl/sBoD9lBeSn5hqLQ9IAr6L9fMZwDwyKRbSn+wLsbR83egQNDNxt3eWU9LFDnb/Kcj6yqozl64Ff+C0AMyGTEbMIEEXWoh45d5+h8mwCf2Z+yU9c5GBmN3PM3xeTAAF5lUKGznaxcCsFyYO8MhOT02Tu+q21OeeYL5vLufecQ3V5SDUVyYHl5hT4JJocsPzoHhq2Wk/N8yoxtOlvDXGaA+ZfRiVm++pBeYfzG9ZuOYTEz9iTG4MDA3v2xbTsUHG2R8KV78MV/bzCgETAcf8w/HCmBQnv1X+xXi/v2xxrCmbLQlcSrmPfnwMDh6ASxKCRg2ePPMN0mTduiIg0ODOC5de4xT9xRFRDX8xbtCe8gHUeOXpRdkBLIrUuv+fcfZOs6Uf+OBdoNoaEXWrF6b4QPQ0j2+hAMDgxEH6MUx1WTwM//7umUIpvZJfjbn1GHFjZUCaNizoLdgSMWjw4H2xgMjNtufRaEXM+i4+atB7j96kX00KD5GHxCY/hF4sAADYWO9ptVdNDCJfsCPwKK+uvaa/6XhalNfDYcvNeFCePicGDg/IU0lJ0xQhiHaJDEIJ2Ox4WJ8j9tebpqzf7Mwbv5J7wJuGqRirOwKF0gEz4cBwby3r7FsKzvLj6qwMwaMHSFfjxF4OfAAD4CAlOXOd/+MABDHQE1dZYj3AwODGD+9R+yTM1fQsXqfdZuPPry1WsRxToHBpAkiIXCRfRftCyKImQL8IfgwACvNmrcOkV+S6jfdPS2nTElkgDoAgyb1u0mG5IZudS8zURyC6x8kRwYmDzD0Y9YF1fzv/r5QTkw3poxIFb9H51nerERUFIODOw7cF6cGgm0DzYh9gaWgOxeNTY+okDpWdlGqcL/Ve2JZxqyYV8BU5MSG7vXDKpAoa3bTfEvoAO6CUdYaTS8RbVCt/9QnPhQKpM2f0xFObo3KDoOXSAHRtefjEkWSkkCI6TFb5MC/U2Uu6w+S/hvha6/tp8SF58mpweIMb7mQKONGr9eSC8VvqrSgx70T20/8LBoW9Kr3zIRFjLpXr2WLark4yXNB+3JJGpW+BYEeaOzsWHfEbAoVygtDgwwJJgaiqqRwJBo9fvk84V39IJ79x/jGgjppQLZoryMNf1S5MAAAgqTXhfOaIQZc3YwBZa6dwIbHBhWLq8szIEe6jUZZXws0I9S5MAAjkmnrnOUY4Vd7T1wgZ4dO3FDxcIXTnzzXZ9J07cUYilev6F0lMhPDYYvWXFg264Y+TYbzhdVlczpLznJF8KBAboD91xvyUrf9cGTooXl6JLBgQlizlw2GhP52anbnKtpAV8ApX2orWyJUAEfYenKg4aPIHjrHsNq+XvBpSYEasiYPFX47BFguOKKttUuq5CA9vTfaRQI3nTC1M3qELwETLhxkzaqNTdUM8YPDRtVeIkbvHmTJ4wsfSHrqDSpnwMDj7Of0kFCeqlAtn0GLfXfOsiIZfD8UNfz+lGR+oRinJMVA0PlQ0BxjJ6wwdiO/A4cGEDd4M4re89YueUFmc7KvZJQ4dteo8avY+R7iVzQlcdPJun7YiXUqjc0/My3xSeE8sWBgRMxlwYMW47bT0A/qXPKG7ccR0pi5MmfOp4/f4X5jt5yfzUdUwlLN2TTHJ7M5m0nEZ2Svmf/Res2Hot0mjgt4w5uT68Bi0mMlBw+es2Rwh9d15FeksRB1Tjqr0bipetzF+4hGM4kyHn63H20O/DM0KatJ3h0wHe/fCRcv3l/Wn7lEYu8iLErMwT7D8ZRliE0w4HdM2j4Cnl3pI/69tWmbU61jRNIWAZEqg+wCS6l3JDX1z1kBe8nhc10AS2P6VDQ8v0Wrd1wVCdUdKSl3+EpBYWcAxMgW/Gre/V3GvCv7nPxmcUvQiNSk517zM/+A6wBjBuG7p9dZv3ZZfbQUav27o8N964jAT9n+aqDkhUv1b3PwjET1h+KTigyN3yMrTtiVGv06LcIawN/xnusYdlKmnTPoSPx3t9BYL5Mnr6le9+FZNXh75njp2wK/G7kspUHaZODQVldTr0l3eqnnd7k5eGfY1DyNDBBesZd1JuUjs88fvKmU6dTgjgOE+JnMg75N+Nq7KQN0ho4t/R7pBzOxqYqsTNy3NrT51IlJe3JK8ScLfTi9A51jjQf8dlUViOcrC5LVnit/Mp+e/M9gTrIuHaXZty+6/SeKOeetEgCX4BRdSszK/N2Fv/V9wPqYI7wVIJsUMCizbz9UH5F4E9JCeSRxN+5+0h/FIhXr9+ofDDpwpNjX+anJGcnBnM2+thFBg9yNVA8KjD9Uy7fpEEuJd9QtVKvdvvOw8Cq8gjDmsZE1fLbSE2kkJeXl5Z+Gx/g4OELyHb/KpUC8gpPeMfu00ePJyrbGj9E6kPQ9eD9+9kq3qjny5evVAPqt14oUFBs3BUsB8zcu/kX3OM2ZOZnaBybU3j06CmtKj9MSb1ZZFf64RZ9VXJQd+tTNIVKnf1FI95pkN37zmIR8WoSSe9IVWkHfy0oBbefUlBABaUwsG97pbx+HeEFH3svyA8ZG5EMGAUGNoOBLtu996wzs3xX7RcJ3peCUNbbd8bs2H0GIR9pSRHdTeWl/oFKirfGSqSttu08HX38YlLyjSLrn5v7gu5gZPIWqVcyAzuUaSKF8t/AcnUwYU+fTeFFmICM+SJnBy+LlmEqXYhPk66nzqpziyzOwqK0wPSRgadrDYlEMAaqEoY36dFB+sQJjFTIe/s2+fJNpidWMRIDoeQ9KIyQTK7duIeAYoohqRT9n/3kGen1Y6M67tx55IqFGMQLPqNEMlWZ0cbah+D6jftuEafPxaYy/SWSlKSnSvJnJKB/nZo7itusORPca2Hf4qPg6bPnCHlE/bETSVeuZr4z/03JFCSKhrfA+DGuRTGAOU2teDtkrBflg6QhqDRaTMHY4K0xRYojKgWIOzRUYHpeX+7Zmzl3pxcVAWh5quEaSxHb3O8yMHgYgYyKqINx6pOlFEp9SO93ugHWCypmz75z6Duat8gNdgbInG4V84wBmXknrFMEmJfuqxWyG7Fp82t+Pj3DoyQDa644sO27nE+n0xrxCelMPX6YknrL31wKFMH8coo4cB5HWCKlsygiUBo8y30RfzEdG5tRh30VOLNCgCrE6qBE9KZa2XzwwDHzIqlR6nM17Xb08UTMUVqVlN4Di08EL16+oteQTkrMhkPcgZD0DGlmxLETjrRnioUPiafPGLEZe/fHMiPcERswnUWzMOz9kwXl6FYmQGyqmRKo4PjJvv3nGbRIZiWXHPvcLUj+1EHRPGJe8BNeLdVRDRFnrgL1fZCVjc1v5PnkSS4VuBPk36lqR3LTCt4rSPTRnucvpO2JOod25h9CZelY797o06DZGP+2fqqyZfspnn5dtafcKYKpIGXpx4MMoNkRUDQLjaPq7Ljwtx0HVv40wEunZdyZu9C5D3nRsij1EetIQNYhMynlyNGLySk3A9kvHbTqtev38O+oFT/RNzX6QWLqKasTGEU4lSVV+rgwcfFpjGEUPSrJUFsPH+XQgBTh72vAbMK0YzCIPCcNDc6fgYOWxIlJ1/YfjHPsovNXHoWuogAZz0zVN743YsxfSHDrvMupc6A5JJWhH4NHWn7mge/l/TZ/ccYAxaHEKZ02P3c+uHQF8sE3RJjgoian3BAfzeLzQLnjwCwsLCzKGDoHZmFhYWFhYWFhYWHxsfD48dP6zcZUrdnPv9ncopgwODALCwuLj4LXr9/Il7H8n2sSZD3M+aJSN0KRm87fE9nZz35pMup/lbp377OwRBcvWVhYfDawHJiFhcW/HZYDs7CwsLCwsLCwsPjoSEjMqNNoxP++6W7cYWhRIlgOzMLCojzgzZu8zj3mIYvadpjmPyL21vlel3OHYcXqvW/cLO41VO+GZ8+cs1NLVx6oVL33d7UHhn/N0cLC4rOE5cAsLCz+7bAcmIWFhYWFhYWFhcVHR1x8Wu36w/bujy3OrV8WkWA5MAsLi3KCA4cv/Ldit/9UcD72jGy/mJhxKzPrYuK1I0cTBgxd/uU33f9bseus+bu81B8Gb9++lc/lvHz5unW7KV9/2+tKWqY8srCw+PfAcmAWFhb/dlgOzMLCwsLCwsLCwuKj482bvJAPe1sUE5YDs7CwKCfIy3u7ccvxyjX6IpH8oVL1PivXHC7pB7FKihMxl775rk/r9lN+aTKKQlv9Pjnw048WFhafNywHZmFh8W9Hj74L23WavmLNIe9vCwsLCwsLCwsLCwuLTxPPn7/cuz92286YGzfsN9UsLCw+Pp4+fX44OmHuwj1DR60aPGLlkJGrZszZcehIfG7uSy/Fh8SNm/cpbsDQ5b0HLlm0NCo394X3wMLC4t8Ey4FZWFhYWFhYWFhYWFhYWFhYWFhYWFhYWFhYfG6wHJiFhYWFhYWFhYWFhYWFhYWFhYWFhYWFhYXF5wbLgVlYWFhYWFhYWFhYWFhYWFhYWFhYWFhYWFh8brAcmIWFhYWFhYWFhYWFhYWFhYWFhYWFhYWFhcXnBsuBWVhYWFhYWFhYWFhYWFhYWFhYWFhYWFhYWHxusByYhYWFhYWFhYWFhYWFhYWFhYWFhYWFhYWFxecGy4FZWFhYWFhYWFhYWFhYWFhYWFhYWFhYWFhYfG6wHJiFhYWFhYWFhYWFhYWFhYWFhYWFhYWFhYXF5wbLgVlYWFhYWFhYWFhYWFhYWFhYWFhYWFhYWFh8brAcmIWFhYWFhYWFhYWFhYWFhYWFhYWFhYWFhcXnhk+YA7uUcuPe/cfeH+UAb97knY1NJdx/kO1FfWw8yHqS9fCJ90c5w5Oc3PiL6Xl5b72/PzxUB927Vy6GzctXrzNvZ/Ff7++yQuqVTBrhcuot72+Lzw7Pnr04d94Z6jk5uV6UxYfElau3h45aNXjEqo1bjr8NFWlz5u8aPGLlslUH34an+6jYsPkY7zJ/8d68vDwv6sMj5fLNISNpw5UvX77yosoc167fGzZ69aq1R8ryxcNx7372iDFraJaUjyGxkSTbd53etffsrcwsiUnLuMPAePGirPvoarpMsZVUyYv6YFi0LIqCtOCUO2r8uoVL9h09kYQh4aV7V9y89WDE2LUIgdev33hRHx6YgqPGreNFEpOueVHvhFn5Esz72+IzwvPnL2fN2zV20sYy9mKmzdrGoFq97oj3dxkCRRxzJmX9pmMJiRnijzx99mLpygPnL1yVBGWGuPi0ISNXjpu08ckTa7ZZlBpevny9cGkU+gu940V9Lki+fBPtPHrC+gcPyulCh8Vnhuwnz1BVw8esuXbjnhdl8U44fjKJliREHTzvRZUhNm09QdH4Mt7fLrDt16yPHjluLW6OF2XxWSDp0vW1G4+ePJ0sPheWHgPgwOEL8rTMcP3GfUbd0FGrb9y870VZfFR8qhzYkhX7/9/XXb6q0uNq2m0v6mMjJyeXKhE2bzvpRZUhcp4+/7PLbEqvXX/41Fnbrl2/R0y1WgOHjl7tpShPoG7f/zSI2vYZtNSL+vCg0P9U6Eqh6zYe9aLKEPsPxVWu0ff/qvb8s8usPfvOvXz1etXaI1Sm7Hncv3vMpdwOf88qz6vwFu+DSyk3/luxG7187vwVL8riQ+JkTPJ/KzqyhQmelHzDiw1Ck9bjSYasLkv6v6ToN3gplWzVbvL7L/cXH9HHL4p8LgOSIxL+/HsWFSAkp9z0oj420tLv/F+VnlTp6PFEL6qsQO+36zRDGuSLSt3+6j537Yajv3ecXrPOkGe5Zd1HMWdSZIo9evzUi/pg+O3PafLWgaF6rYE7dp95n/nbtfcCyepCfJoX9eGB01Wxem8Kfc8Vh8atxpFJx66zvb8tPiMcOXpRRubI8eu8qDJB3UYjKbRbnwXe32WIXXvPItzkres1HT134Z7J07f+75vup04neynKCjt2n6YO3/7Yv1xt7rT41BF3IU0sq14DlnhRnwuOHE3gvb75rk/GtbtelIXFh8Tde48Zcl9W7hFXhsbb54dXr990yPe26jYeyZ/eg7LCwGErKLrV75O9v11cvnJLqtSx6xwvyuLTR/zFjK8q95CerVFn8KTpW5auOPBVlR5Llu/3UpQVEBrUAYMzPiHdi7L4qPhUObCho1bLgI45k+JFfWx8XA5s+epDzKue/RfVbzZaqiGh7DczFgeZtx/KGn3rdlO8qA+Pj8iBvXjx6tsf+v/ccESPfou+ruosaEr4veP0sieiLAf22cNyYGUMxYER6jcd/fJlxMOdH44DS0u/s21nzN79se9/hulfy4HNWbCbOnxXe+CjRx+caCkmPiIHlpJ6Ez9hyoytFD1g6PL/czUX7bN4+f6yVx1lz4FV+q4Pb+3uVHXOgfUfsqzFb5OkDk4jLIt6ZwWK60UOzmJ3GR5JtxyYRZG4mnabYY8rsX3XaS+qTPCxOLDXr980aD6mWZsJJ05dQvj/UHco1SBgmeeWOc1vObCyQW7uyz1R5zCWPr9zUYG4ffthtVoD8AhWrDnsRZUQz5+/wrCkxa7fKF+71y0H9i/Ei5evZP5+lLMUnwcH9urVa2Y0Wv5jTZxbmQ/EryF8VbnH+Qtl3ZiBHFjWwyc1fh6McT534R4vyqIovHmTt+/A+e07Y1KvZHpR5Qm4aQOGrahZd8ixE4lrNx5t1HKsjLof6g65d7+s72yzHFh5w6fKgd1/kD111rYNm497f5cDfFwObNBw50yx/DsuIX3KzG29ByzZujNGYsoh9h+Mmzx9y5UyPMb3ETmwlNRbtesPlwMiT3JyN207OWDo8hFj196990gSlCUsB1Y22LPv3H9cgVCWF14JLAdWxtA5MMK4yRsjTa4Px4GtXuecK61ea2AIA1dM/Gs5MHD7zsOnT597f5QDfEQO7PqN+/q1h8+fv8SCx8/5KIqj7Dmwuo1H5j5/6UXl40JCes06g3mK356e8e7LB3fuPsrJKdNhZjkwi+IgO/tZ2V/n/rE4sNzcl8tWHWRSy5/ouytXM5FyZX/XK7AcWNkAFV/1h/409e59Z72ozx05Obl37z1+Z73NgKxWawAttq2cLSlYDuxfiKyHOVVrOvN3R9lu1BB8HhwYWr7aj86M3rDl4yyizpm/m9J/qDukeZuJ/GPspA3eg7JCIAcGnj57gYLw/rAoBp6/eFXjZ8cnWrQsyosqT8jLe7tl+yl17SFK8ObNB+fOX8l+8kxiyhKWAytv+IS/B1be8HE5MIsi8RE5sHIFy4GVDSwH9u+B4sAaNB/Df7+o1P302cves8KwHFgklBMOrLzhI3Jg5QrlhAMD1OTLb7qTYPiYtV7UpwDLgVmUW3zEuxDLDywHVjb4vDmwu/ceDx+zpnb9YY1ajPWi3huWA7MoP7Ac2Pvj43Jg2NUNWzjHceYu3LN89SH+gXgp469gRuLALEqKcs6BlStYDqy8wXJgpQbLgZVzWA5MYDmwsoHlwP49UBzYsRNJ4lrUqjfsaRCXUyQHlpX15PTZy9t3nT4cHY/BVBwW6vadh7cys+YscDbWfftD/4xrdzMzs4h5kmM6FUz59Iw7x04mkf/5C1cj7XYvkgPDCz1zzqnkIbeSr1+XmCpLS3eqsScqNiExQwRRkRwY8dR5196zUQfPXy/596jxu5gO+w6cP3L0YvLlm4GvRhE03Z07D3XZSCSNeffuI4mk4y5fuXX8ZBIv7udj7t17HHMm5URMcuC2a0RB5m2nswK/p/X8+cvM21kk0EsvkgPjRVIu3zwcnbBzzxk6pTj3w1xNv33i1CW6j5H28GGOFxsBDx/R16k7dp8+eMTp6+Jc3H859Vb08cRtO2Mo5fo73VfDGKaFEaHxF9Plbs8iObBChb7flU3hHNjTp8+r1OxHgjYdpr5+U6g16AuqceRowo7dZ2jbSKM0N/clY4BpqwsBIp2xlz/M+G9axp2TMZdo/CKv7OC3dM3ufef27Y9Nv3ZXHz8K78CBIR/Ox10l26MnEqmYRBbJgaVeyWSsbtvldMS16/a78Z8SEFCiTZ5rqkEiGZyvXnm7K+4/yD4bm3rk2EUmWvjVuzxNunQd2b5rz1nEb6QjtoEcGMW58jAr0ILKfvLs1m1nvgRqUqRWbNwVlAVa5mra7XA1+urVm/iLGVEHzu/edxYRinbzHkQAuV1Murb/0AWkInLpHY7NMUNTHEFxEX2E9M5zJ2yRHBi9QHEkw8xAb4a/lALJpE/V5phbmQ+Yofv2n0+4GJzJ48fPSH8/X+wgXi7Ep6E05U+FN3l5iUnXDhz22iFStVUFXrz0BhX/RqQgrBDvhgg1wPhJvHRdijhFEUVdHvv48dPYfJF15WqmMXIwyRhOFxLSK9foS1OvWneEmjCw797zpK4Ohpa0Nm3F8Chma4dA2oEKyDyiREo/dz7VMHhIxoiNPnYRhc6UCd/SxOCnngh/eod3f/To6c8NhvNqhIbNx0gaMrxz5xFlBVod2dnPMKv2RJ3jNRHdRouJ8cNgE9Zw2coD1J8Y1WJO5nedzKWeRJIA4WDMdOp5KfkGJoTTj6eTMbG8B8UGOV+hWY4n7o2KTUq+LmKnSA7scfYzFDEtyUS7kJDGTPceWJQ/MJYcuXowzjVlUzGhvQf5YP4y0uh9mb8rVh/iTwIjUI1G/mQEKlGjIyfnOU+ZgyTzojQ4osaR6hFLF0TiwNBHlEtN5E9yY8Cj+EiWU3guUFOmD8OSiVC0QMt+yvREMTF3ItmTjhBwBQsehMSIGMQpYMoorS1ACNAIKak3q7pG7MKlUdJihtcjEOGAOKX0UrTlzrtfKPz6215Yy2jPCtV6fVGp28H8kzoCjE9qFakrwctXr92aPzQkJK3BCCE3jHD6kQTeg8II5MBoAZFmkQwVT44VlXlOTi6ZqCHEuzCwqZX8GQKRcsdPOt4Zw6NI0wL5jLDFztm7P5aRFklZqJEvf1IKfiX2+cmYIoqgHeIupEUdjDt8NAEVY+TveKyZWekZd6rXGkhjTp25TcYSBamxxOAnUs2LFy9fo9AJ8ifD2xl7+U91uNPkMTZeJI8PswT9yItjudG8gVaiAvWh/oei42lYbLziXINME6ETSX/8XT3Kazfu4cYiT+gaqR7/oKFCODAaHPtkT1QsYrBE16TJuFWi5umz55R1KNrptSJvNcBnxF5y3vRkUoZvmmc9fEIfRZKHAGObBMpcVKBcOgjpgXWBONJ9ivKDcseBYcqMnbSxaevxTKrvag9s+dukydO3+GcpMqhdpxntOk3XzceDR5zIv3vO49/Pn79asyH6947Ta9cf1rD52J79FyenODfRCZjP3fsurNt4VJ1GI0iPOPMeaNiw+Rj59xkY/BXZEWPX8nThkn3e367UY3ATAjmwrKwns+fvat1+yo+/DP26as9a9Yb91X0uszdQGQMmzM49Z7v1XvBTg+FfV+1Fev6NpEMEeykKg2EamP/rCPkjy7buiGn/14wf6g6hzqT/s8ts2sHQl+HAYqYdmv46oUqNft//PKh1uynLVx8qcr4JuvaeTwMuX3XQ+9uFRO7a63QHgnXk2LWNWo6lbi1+mzRu8ib/kq6AtqJl8J+x/qWtuvZesNP31XqkQyAHlvv8Je1AuYeOxHtRGrCKZKQZ9xZSKHObRmaAVfquT93GIzv3mIvY8h77gDDtP2RZnUYjK3/f9/ufBjVsMXbC1M0hVgXyd/zkjfWbjSZzQoNmY8ZO3HDlaglkIp783IV7WrSd+O0P/RkVf/ecf9L9yncIB0bfbdl+qlO3ObzU/1Xt+XPDEf2HLEe7eI9DcTLmkjQUzU4+6zYdw7z49scBP/wytEuv+YZ9I0AB8xPajZ/gq8yYs6N1u8mMc71iDIMJUzbVbzbGaYfqvWmHMRM2BN47jMXgVmAG1idm03oq0M6tQF2nAnjRvtf1kJ5xlyLImSIqVu9Nm1PE5QhXG9PvTCvqLP1Oh8pE0+s8bvJG2kF9mQ8pxJ+E+Yv3einygcoZMHQ5g4cZ9N1Pgxo0H8NveWXvcTFADn0GLaWnqEy9pqMQArRkCAfGxN+2M+YvrYv7DV4Wf9HuSXkvKA4s5fJNvAX5Nz3rF9chHFjSpesMFZFRKtT4efCSFQfE4Y8EfAn9JyrMW1ToTnOE5C9NRukJ+OG4SRv9EjuEA8MBYIr5K7l4+f43xfsOGdPNeE10HO5E9LGIHBjac/CIVV9V8b5qK6Fxq3HYpl6KUOD1jZ+yqULhVkLxrV4fbTTs+s3HeFTtxwE6+bFh83EiUSs0FHKsXpOCL27S0dNmb5dWwsP5o/NM/b2QDPiikokAqS5vsWN3wA5WZBSP6BTdAQvhwJjLi5ZFId6lOAlUiXLl3l0/Ys6kIJb1SpIeXeBf3wQpqbd4ZPQ1VtmCJfvEoPeDiYA9YOTPgEm4mOGlKAo4Gx06FyqUlj8Rc4may7Tye0RI/ma+Qhlj77zVLpwDA/LdIEag8s9xyJeuPCCb5VWgGh27zklINBUohhZPq9bsp1/HIZE16wzGUKEZERT/qVCQVY9+iwL3yTLAsMEMCYAuw5gx9F2JODCk04o1h9GeKs//Veo2cNgKRmYIB4Zv2aLtJKMj2naYhv/jpbAo38AilUGCS+xFuZGYXkQyi/G0e/ZbxGBQXYwJFB80u/PevsWprte00PeJ//dNd9SiWotRCOTAkKikJz7QTp46cxuPEOOGjEVZDBq+4svKzg9VoBo795zxW7xPn72YPGNrxWrO26nwZeUeGEW3MrO8RBrIAQu5TsMRevovKnXr3mdh8T8uRTMa06RZmwlof5QC/w7kwE6fu9y87UT9JwSMtw1bjkdyIRV4EVkyRl3evfeYRqbCKhOk3LETSV7SfIyesJ5HSPLnL17Nmrezgts+GMneY7cd6Fx+q/IhkG3XXvP9C7WZtx/KpgEG1b372bjeegUYP37VBigCkfhL40IWCz/EmA8cD+iFYaNXG0YCmW/ZcUrZWms3HtWfqkBL6lbHubgrhpYkYDCv3XA0kuIrDpg7oqzPX7h6+cqtX9tPpYgqNfqqkYM1smnrCaNVGZx4Rmp1W4GXYkjLxQMSaJyfGw4nPW74lauZ2fn64t69x7Ixa/uuQqe4srOfoTvkM58q0BQbt55QLbZp20n9qQq16g2V5TY6tLqr9Rii+KdIe17qm+/7qmFAP+IfGd8p/6Jit7+6zb1a7DW+y6m32nSY9l+tR3hxvJsQDgyxMHjESuPtsF6wVC0TVt6AaY3rWvl7R0yp4MqTBWmaO4xTrydQocbPg2SBlSnGn/zwdNA9HAuXRvEUWWSsuWNIz1mwu3INR0ap4IianvP9QzQSBzZl5lbia9QZzNxhwCN5VFZosbkLd4vouBCfrrs//APTjpkomehAC6ArdYGGQdii7US/U4/LLxN8/6G4hw9zho1arQ/7738adEJzlLbuOKUe6QG9o5u79x9kY+99lf/JLgKlN28z4WxsqpfiXUH7oKDJsFmbiQgHmqVTtzn8KSu3CrfvPKpQzTFrl6444EUVBr4PT6vU6PfwkbdnhawWLt0nbL0K/63YjfxxzCWNQiAHhn2LiCB+1dojXlQ+yDzQ28LCT04xM8dF4inGCSJ9zfpoUX99By/1HgcB2+T4yST6V2VOYHjgggUuRqGwcN4rfddHT0/1Zs3bZTBVAKHHU+QkDY4WFhteAkX0HrDEfzEgE2rS9C38RKUkMLyXrTyoPP0Dh+L0pyrga6sdwMtWHSSmeu2BGIS40tKAPfoulKdiafzwyxD5UwcuVb2mjvYfMnKVF5UPBur4yZvQMjxVASOH3vevYNMFy1cdFJZOBd76j79mJiQGu6UMcgaGkb5Nh6nGlA8BRtefXWbzK5XDj/WGHjnmMOL8G9nid06f5OSijo1lClog+thFL0VkYATKSj69w8CYMHWzmPES6MR9+2O9pIWBKfJr+ykqpYTW7aboQkZ2VyPEHgTRpUznOo0ce5iu9KJciYp9ztxUeRLoL0ZUeWPCyhcHduDQBQaHtBdTRQx3Ah6+urFdsGZDtDzS1wXW5kdiD+mmoQR0CbY+4rJzd4cDMAJWppdLPqbMcFTaj78M9f4uDJwWnqKivL9DOTAq/8133rsg1mvVGyarOYTf/pzmX4JE+TEKJYERSO9fIoy/mK7EgZl/h+D8W/w2SRIYoeXvkx88eOKlC8Xy1Y5ok6DPW6zw4mxFl00ozHnvbxcSiVO6cu1h8X71wCTHv/WS5gNV3eaPqUZKCcTri4mROLBI8YKTMcmyFHVNc+1wSDp0nimlMGJpcPk3AbPJWFdFPA0avlIlqFlnsNKjX1XusSfqnJdOA06I//UJRK7beMxLFIrkyzfleLIeeM0FS/Z2jsCBYds10VRjpeoFyg832Ld6YEIceAL2Zcug0TV8zBrDXceFIx4HO/3aXSaaJGvxm2MYSQKmktw6ZQTaAcPCqNKuvWfl6Z07jwwFJgEP2b9esGX7KWO5RAJFrPYVgfj+yzXXCHhxer9jZqnMZQnVH/oNXqYyxIygQdQjOkusWALm9fZiXPJADqg6XctKoFYHDl8I5MCYLHL7tgTdfpo2a5sxHiyKD50D40+Z73QNHSEJFCJxYBcTr4nfwn9RK3MW7p4+e4f6fOukaVtCeqd+s9G16g8T4Um/16o3tHa9YQyD1esK7Ph5i/ZKDRs0G4PUJUMkgKwptG432TCaI3FgiZeuy2r7/1Xp2X/Icmyj6XN2KHt6wpRNRQ6hK2m3Ra1TT6rNjKApyBNfC/NIBrOh4PCFZFXo66o9u/aej2lF+8jUY5Lu2RcgP3W8fPmqk6vxmVZdey+gzlNnbUP9yRlNvGK9ziEcGJ4kL0sbYkggJ9t2mKasTFyjzdtPkj+6gJdq12m6kr2duhaIBVCKHBjV7jvI6SYChU6evgU3Wy364HTdyjTXZDduOSH2FTX//c/pJG7bYaoIim++72MQFSmpt+QFqTAF0W7YSM1+dcwewqjx64wBDJCloraq1uzPTyZO24yrI/XhpbDuvHSRgeWGK0562hnrn3HYsevsitV6UwesAhnABgeGSy+F8speof0WMVScQqv2jIq8KyUE4RxYdvYzGcOMAelc+gKvXuyEX5qMYnLRF3huYhdV/r6vsWgbwoFVqzVg/uK9/6vUjZciK8aS+OQETAtjPiLPG7d0Zh/Tp3OPeZisVONnd4Gen2/aWsgQLT4HxuuoyYgZgKmD9+5ycl1pGZmMfg5s154zTAEeVa7Rr8/AJZOmbe7Zb5G0AGMA7eylsyjHCOfAcLBlemKtMRIQOzJIqtcamPWwkGWe5w4hkS0M6T86z0RoY5XJFEZD3bpViGEqLQ4M4SAalrcQqTVx6mbqSQyD0xiEubkvZfWNt2jdfsrMuTtJj8iSQplHjwsvTSLxKBTDj6c/1hs6aMTKsRM34E7KsP/2xwGJSUVv9D4Xd1UoJUpp+usEmoU5Tg5ICVrMzcfkwI6fTJJ5hME2ZMSquQv3TJm5DT+LGGpOp3jpIkBxYMtWHaS5UAG/tp+C+sY/kjdleh6OTvBSu5CVKdpt4DBPrBFoH3lKO8yYu1NUCRkic8ZO2vB3j3mi2qr+0N/YU6U4sKUrDzByaECpAPJTbG8qYGySo4hZ83aZRfTML6JmP2NB4MmTXLH5UTS9BiyePX8XQljMJ0cS5rvkyFgsBzKUcUiX8SfG0u8dpzMYJE3MmRSZAvyXcpHkdLoIPVp7gbbttaRQHBjurdpeQHfjsPAU2T599nYqRoM3azMBI42hyyyTqvLuOg1G+/CO1IcmQi9ggVBPcd8YJMaui0AODLdXHOevq/ZCUDstNn2LzB1aTPnCe6Ji81vM6Qvqz58Efit2muLAlq8+pNYZ6SChkJEDmFgyzDCKBgxbPnbSxq695otV8M33fc+cK3pJ/VLyDVlN42XRd/2GLEOeoNyZRyIE/BwYzqzMen7SrtMMxvPQUavk+jVCr/6L/ZyixccC3gcjkH5hPDdvO3Ha7O3IYaT3V65cZeypIwg79wTMX0LL3yfLbqR34MAovfeAJW7pDsczbZZb+uClImpq1BlsEGbhHBgTRGwnTDKsZQxsGerErFh9aP2mY2TLVGrYfAwyR7kJGG+G63Ttxj0x5JD8PfsvxmfBnvS+RFulh+ELKA6M6fCTewyUmYiMpQIiQsnk8pVbkjjqwHlaDDksbYi4ljYksVqexlYUDg9xSteQLaXT7MTQKUeOFlIWJQX2MzYtDYK3JTFi+mJqZmr7TpCHslRbr+low+4FL168ErpoyKjVEvP69RvP73Z3p1FnRCL6S9qf9rlReJNKiTgwMqcFiCcggozM6XRjzVM4MOSb/EPC0Pyq+kHvr9t47H+VHDmJJYB0xbr4veMMialSo6+xiTAnJ1eWoGlGBj/ybfiYNWr5rn2nGYYTLRwYvcnY5icEWpUR+H3+COzaq5DpxftiCBFPd//dc/6s+bsY3qJh/1uh67yF3uZaLBN3qcHR6TxCSstYQvYqfSocGCNw6cqCFWO1cv4OHFhOznPxQ3kLRinjE3lOoW5MF+YylfeSuopSiiBQK7xIcc1oCmJQHDrFLkDIiOSh+3oPXDJhyqae/RfJWhnxu4tacAA3bz34/qdBpKc+DZqN6TNwKSOZHJj4orCYlQYH9iDrSeNWjvL98pvuXXsvwJWjQ0UCME+LvIKYCSLTc/joNY1cl5C+oL9a/T5JlC+ZnPWp2n0HzouUo269ByzmTbGdhPWkGmoREvuNpiZyzfpoidEhrB4JLuRbfUhU5B6RBEzcUePXjRy3rkVbb00YGcvolZTlAeWIA2MQiLzu3neh2ifIAMU5IdK4LjacA6tdfxgjYMHivRfi09Iz7q7ffFyM2l8aj2Qa0LtjJm5AR2KlYfqLqUSkcay1tDgwZIHoJ3e3u6eYicSjkPQLlxayqhnNQswyqjBML6feQrvjBKIFRWkxyb2kLpz8XRuU/JXid/Kf5+VvnD5B2grBVqFaL8SurMLgRjK+pZWwQnQhEoiog+dJSQ3HTFgvFjzj3hGI9R0FjIJHfknKSJAV20AOTCYz/b43KjY55Uby5Zv0FzEEg6qkrfCjiKcmtGdK6k1pK9eXcMZSj76LvKSRua5I8YJADoz8iUGM4iFIW/HfDZuPS6HKVxSovYfjJm9UTjXuvQw8BqqhrvDBpD7t8/cp8JqJl65jJ0k+SC5JGQnPcl+ISmBCLV1x4Gr6HSx+ZC7OEkNIvC+DA6P+olf44ZGjF8UYwhUfN3mTvP6W7ackZSQoDqxB8zG43Li7mAVYKnEX0n7NJymZiV5qF8KBEZDavDJ6Al8u+thFqRfekbTD751myEbjN3l5tFuXXvPlVwZ9qDgwhh8VWLLiwPUbbgXi09q4g4RgMIhnY/OL6Dhd/HYpAidN0hsfDJi7cA+ReF8795yVO8Fot01bT37hWiroV0mWnHKTnJm8kgkdyp+EtPQCdYuUkIZFQz/K38fEUBe/HTMocNe/DvSiVB7ThyKYyIhNjGykDa8vmescGFUVI4b5dfBIvDiB9x9kT5zmLXfyW0n5SYMe/7PLbDl4lx+c44kqjJ+8CcPIS11KMDgwxKmcFMESQq9JGkEgB8ZMFDmGk6Oroby8PPwf4hE1kU7BKoR8D4zpIzv3MYX1ctEXstFv8vQtXpSLQA6MSv7WcTrxeG6ywCGgkliKxH9dtVfgfkYFpdqYQbv3nlXy5+HDHBqEeAm6PCQNUotIjF19+iDi+g9dTjwzRQnVQKBzxUDXd7uT7fQ5Oxj2mIBMAS82lAMjkB5NpNJTrqgqHCEetekwFWNDHvGmYnkjgfXDu6XIgV1ISBfrdvL0rXqfIkPEvh88YqXuVmNISNHIeX2NlfSyrt28zUS1h472kR7BIdQXoClIXEde2RjY1FPWdjt1m6PX/+49b8MNVkr4nX40GipPMt+645QaHswm3DDiJegcGPahGC0du85Bj3uxrubC+ieerlQLKMVHOAeGohFLdcLUzRKDdpa2RcXrU+bK1cyK7laSvoOWqtcBIRyYhH6Dl6nLN1A0ovK+rNxDX+kjQ5mn2Kj6RlQEO2YV8ZWq99HfvfgcGENLXgd9oUY7xR2KTlAnZgwOjEEi27D++Gum/lIP8rcoVf2hvy40LMon6EcZJIEcGAHjCmNDCRzmgjBAxmZtrDiJx59X0oAZEH08UYZQtz4L9JlSWhyYmJSMfHXZDsDyEamF5lJ7xgHeH3Ibox0TXZ+eh6LjpfKrC/v8qBLmhWgB3cFhVgpH0qDZmHD3HiVezz2KjdrS9+Yz2Zu6hgHB4MCwZxo2d2zCXxqP0lUVogmNQzzTX28BPxQHRmPWazpaZ49oJVny+7nhCN3gVMqLdujZfxE/0ZVybNxVV+Xhvq3TjQ1cJHFqfmkyShcCigOjAjzS146Tkm/IahHeq248nL+QJkUMH7NWnbUFNJRsb6XBdb1/4JCjOnFp+aEXRb+/eSOSENWjS0LsZDkr4P8eGK8jrv1PDUboa984RH+4ux4ZQgbdW3woDowpRrMzuugaNZXOxV5hdNFEK9ccVlODYYm4ZsrQFMtXH5JIcCnlhiRmwHtR7t2h3XovIP/GLcep5WwQyIExQ4nBVNBZKMod6/ratE/m7QJxzYCURQb/YpziwKgkxufKtYdv3nqgXooBJoc5mIA67cSLiyVcu/6w8KtHc3NfyPIZ1oV+zwqd2DbfrzQ4MOZ7L9dsrlyj3xmNC+Ht1m44+mXl7kxh/FMv1uJj45S74oEDtWhZIfckNu4KQoB+XLS00HeGQr4H9g4cGFJdSl+wZJ9eOpIEj4b0xgJaOAdGYFZOmblNSSeEtogsZj26psPfs27c9MiYV688xcQc0e+2IV5MPpSFsgMBXk/vAc7ARmbquoCyZIITHO/+cLwSIOhxMVYxTSVGgLCVn/i/B8b0QRHzCBmra15mYh931x3T3H/vWfEhK0VYFGqXHvVHMNILxhIEBicpcVH953VwZ2jML7/prsQXTi45EGbM2aFvQ0fFiAiaOmubF+VCWr6YHNjFpGuS+bRZ2/XMMbzF61GLPwKhvkjPAP6zyywqGb6ek3L5pmxzafnbJF1Vkb/oR8wDdacXFZD90ziG+uVVeW/fbt0Zw8h061noZYUDkyoNGLZCmeKYMX+5RCONrB95ZPATycjRnQXyn7PQORKE6tGv6UPXCJu7KOh7YMKBSVO0/2sGE1O3DUrKgTFDhYzEqV+hKUQG7WR3CxETWV8YTL2aSdFoz7GTCrlm6Rl3ZJf/yHHrvCgXKC9sM+Lbd5qh1xO7sV2nGcSja9T8DQS9I5MXObBBW/DEb+0z0Nu0SsPqHBhaXjr0+58HpaR6XDVADowa77QPY0MdFg8EryZrEYQqNfrhS9Ig8ggVTE2I79GvYDEcIAPFLGzbYapuSj3OfoqMcgqt1kumP9WTvWLGZAFYzSNdEwvD0ovKt8zpIN04AQcOxYlfyct6UeUA5YgDw/GgdQi6AwBE5RB2apv4wjkwXBFdyYFVaw/LI8ZHnGYlgytXM+WR4fCUFgd28Ij3XrpXJmjnLik2/XWC97eLjVtPSHqDMADIX+KZ0vpdIqrd/HfWyaRFenp/u9i+y+Mqjp80b8A4e/6KPAo3EPETargbUgx+HqSl35H5pk/+QIRwYAT/rXHigdRrMlrzVf/ZuiNG0mPaelH5EIqRtlLiPhLXFSleEMiBiVHef8gy7+98TJy6mXjcOd2jFufW5Zy8GAHjUMrdt79AzfBD2ciDuDG+vIKYkyNc2C44xl5sEETrEIzjRGQ+ZoLHJhocmLQkWsq/LWLYaEc6I2F1FeKH4sDQ2cYFAjg/9Zs5ViCzSbcyFQeG2WFYOdRNNkG0+G2Scbr5Tb6OwWzS3SrFgVEBJrUX64JkYoa6FfDegiJkr1OLthMNypYiurrOpFHEr+0dp6tnv0V60wHhRH+sN1RvovDvgbX8zaGjfu/oXB3pRblgFgubghrzooKQ+/ylXN1Qv+log0NNz7ir9mPqHBgOP+MNJeS/SVIMEeyYIqnr8g/8BOZOpLEq0g/BZTT7e8LgwACmnvgeXXst0I3mQA4MY0u4KL/gTUy6JvkE3hekI4QDExqJweZvlnmLHFqXKfNSW2kK5MBQtXK8Bnvai8qHWqw8cjTs2D5zXJJhJHlR+aDX1NFtfTxfSr7BT/B28JO9qHxkZT1Bm5Peryx07D/oXNeAZNM5EoBNKQ62buWHcGDMHXrHmPg7d58RGd65+1yDL8HIFoNPdzJLkQNb5Xb3dz8NwjX1ovIhvGnjVuP0kSCeA3647jwL5HYUBrBajcrJeS7bweYs2C0xCpeveFyaQaUMHbWaSGSI0c6AphYHb8zEDV5UEJIv35Scx03aaLQzbYuZxCOCzoGJbmL0+hlip1DXO0W4eVHFRiQODPGIkSl8QKXv+tzNNzJlhDD1/NXASOARY1tflAzhwBhOs+bt0iUGQKrIGNCHDQODoUKv+e9wfvz4qXjOGLFeVEk4MNkW/c33fXVvXHD4aIJMYYMDE7uCFnj0yFyOx1j95ntnLIVsg7UoJwjnwFq3m4Jk8GJdYJvJdit9PKA15Lg5pqx/RkyYuolHjE+djiotDkwssZ/qDzeWnGQHAJNLbYcHIj3qNxut23jg9Zs8sQxR016Uu/gibG7D5mMMsQAupdwQ5ei/BUQH+lH0hX9L2YMHT7BOeWRwYGpRJsq39e3M2cvEYx6ovReBUBwY+ft3Iew7cB4Hh1rpnJziwBYtK3ROGtAO4lfWazoKre3F5oPmFVG/TlvNVBzYD3WH+kXK/kMX3Ap0OZY/5ChCNkP80mSUYdyC1KuZIth1pw8bgJiadYbogwpkXLtLv5C5fjQthAO7c/eRPEKze1H5kP3OtImy8UoKMhcOjHlh7LhlysjW6e59Fhr+As0/frIzZXCIlG6dNM1Z72PoGtf64fgwZegCtIMXFYEDW7LiADFMQ2Mvi1LWZ7VLz4rDgdWqN/Rm4aPnefkbmGrXH+aXA45UcW2MSHedCXBh5LoC/3nH7OxnwrkaHBg+rBgSG7ec8KLywWAWQwiX03hxi4+FCe6yCaajIYeZFCJqsMe8KBely4HJ0rljSPtK/8NdC0bse1EuZEEyEgfG7PPvJV293rHVkUK9By5R52ME12/cx4Tj0UHNisMSRiB/VbnH6fxN8wpY78xEnuorbIoDw2RVRqkAYSJLZ41ajPWiXIRwYJevOLQBL+j3uZgy1d0jXP4Ft2LilVMfp1U7dZvjRbkCX7g9vGPd9H367AWig3jDYUQhTZzmjBnUtPJx5rr0jH9PORkKpWcshJaIAxP9gkmsrvgTUPMefZ0jjE1ajfOiXCgObHwxLkchkwHuhs5AqkPWuvFVUXwSg/5yifwuc/PPYylQlixCVqjWS3f0hANjpM2ev8uoz9W02/Jor3ZdHjOLSFSnvtQMaJ+vqjg7PnV6o5gc2Kjx6/xNUVIO7O69R2ITjhhTaOkYYIuKGamfElnprvw77n9hBURN5NQgU8aLciPluEWl6n38lhKOpyw40KdeVBDws3hZkvm9XSaj7HVGQOkcGCKFn6Dm9kSZNxYilMQsNE5WGEBYCQeGC2Z80Mt9U2eof1d7kBflQkyIr6v2Mr7yA1DWImAVQUjF+JNBkl74vDV9JGKEXpYYdy3L8+IlRofMC970doQP6ZU9yhEHdvzUJVqHsP+QeX3NmAnrB49Yqa8BhXNgfpfpQkK6PAo8ziJen7EXvrQ4MP5EjjdqWUhECoSnweb2/nbx258OMcbMRDJ6UflITrkpRShvAfBGbv6FNJxg1jznJErVmv28v13I/u7mbSd6fxeG97RN8FMB5oVUw7+aBmSriK7hAhHCgam7YnWIhkNJ6GK0vWsh4RsYa0YApxclwVN1cBv/QWTT+3NgskbWsMVYw12JjbuKvEY665Ws13R0rcL3kgkw+MS413c5JbibWYg8EPQBrYTE/Keh90rJiS6GkF4NATJL3HuDA/vD9Tn9rB7Ao5BC9S2WfigO7FDha1UEm7Z618rTL16UxoFdiC/QB4LEpOtSaOCht8RL16Tp9KeKA9OtSQWmiTxVHmzipevIdGJ03a+QFPRUbGI61KAZ4i9m0O/Dx6zRx2E4B9awufOhO7/7hz0hOn7W/F1eVBBizqRIC/hNWOCuazhPdQ5MtnL4CTyAwEQr87Q4N5OUcxSHA8PMNYjV94SfAwNytRFBv5QsEgeGkY2I0zf9CTCPxKTYtNX05w1E4sBwkGRRY9Xaw16UhoTEa3JETP8KXSQODAuGSvrV6737j2WNPnzrA4KONBjWgbsI0fsyaHUfRu5PQAsHsv5yNLZj14CPqymcv3BVxvbk6Vt1L5dXQ1yfjU3VncYQDsyIFOAGy20VxsYagB0pdoXuv5UiB8aQoy8CvwcjuvKn+sPVmgIZCmXes/9if1sxxmT4qbXXnJznC5c61yvpS2kC3GB5L91LZNLJ8WLjkLqCnBT8pckonQoyoNwVtW1Fx9ETiSLxFAdGobL6xktJjIG+rimCHjTWVoqE6HfkMAMPKS2hZp3BMj4JX1XuoS9JI41pq/WbjvlFPW4h6cnn6bOCPg3hwJxI37nGrIdPZBVbd3rpemIC+T8gZtivf0xRVSomB4YdKwu1+Pb+oUIM6o+nOufBvJBberr0nO9FFYZ4mz83GK43gkU5BLI9hAML3IchdEXT1uOVSnXTO6vb8xcF7E5Iz7jLZGFe6FKutDgwMQL/6+4R1icj6gNFgLTH2veiXPuTmgTeMyObo5u3maCkK0JJVkD8W0AAZTVwt3m16zTjjc8ZUZBZWbPuEJ3IV1iz3nFgDQ7s4cMc1O68RXsMdgdcTbst2ziM1VgDigMLNCGQLcKX6ytNsjKF5PSzXIpACtx6QjvIjUxt/piqmk5xYIHmAS8oWyqREhLjcEXu0WT/Gh+gCNkP8Wv7KaoIVCduGjYYakvfyIUtROPQ77qkDeHAGEsLlzqt7fdtcQDlgHXg8npxoDgwY28iQAXLWtLhoHvGkpJvoHooXaljuamia+9C8wVQBK9GU+h7CiOcA0skT1QqjaxbjMxiaTF9WhWHA/Ozv5gKMrSMQwkC+k5IZXpTn6oGZCM84+G2e9+MAXEhDQ6MSU0k7WAQjQLHs3NPf2JBeVEWHxW4q3RZ4O6BfoOdLUQ/Nxzu/e2idDmw/QfjKD1QNgpNUrv+MO9vF0xVIiNxYLiWfmvzZIyztonl7/9wJopAZJ1uTs+Ys4MY5o7hygFmTUd3jU6f+4oD2xj0FiPHOQc1mKS6zxvCgc1yL7DhRfRtkQJKF81ofLur+Lh16wHuDLNP3/kNjp9MIlvUGdPTi3KX78dPceh/zMvnzwsqg1aSVawl2vrJkaMX6cfAb4WIOuONvL9dlIgDiz5G5nvWBq0Qjpu0kfQ0r/e3C1nrRy4ZnFkgcnM9nqNf0PobzjJFo22VW7R89SES01Z+7wwQyVNku76LWjgwTDv/nhIaU0w+/C8vyl2HJAY5OWHqZp21xf6/kJCOdtApouJwYCgv3fRSKCkHhpNFDGahPk4EjJa9+2MZA/oi/6nTjpscuPQxc64zy7BUvb9d3Sc3meE5elEayF92NDIxQxTWijWOG4sICvwmN0pHnuocmLwU88K/wkChsrvUGKgGmJjCgRk3pQnECaXR1CoK6eWMQeBi+9u33pZZnHp5U7pYHHzjG/MHDzsncMhZ2Uuywsbw83cQEOFJoJW8qI+NcsSB5eYvo6AqmBh4LPST98yHcA7M2AMIEB/yaNuOAIdH7olWJrigtDiwECx2h+Y33xdMQnQe6oHIcKq5mFiywv0QopY/A1rynzZ7uxdVGLK7nBEcuLAimLfI2RPBFPL+LowlrrStWWeIb6W9EEI4sOE+hh9s3OIdj1OdS1vJ4iajRWLCgQjmvUj//hyYGmmMHPw63WUtEWTdXBcrojC+qtzD2C4kYEbIjUMhh0nR4pLtqPGFDvkq/O37HhiSUdYaAn1Uxoys24aLLcWB4dN6URpwUaRWuqJVHJj/NgwZhxiafp0N3uTlyXrEYE07Kg4s8K6Sa9fvychXB6hlxYEiAs0Upwh3NOpigaktg6F+s9GMFv8GCh3hHFgIpC+mR5ihApllhMD2uZRyQ15WcWBMFjlpRMNKjI7Xb94ITRJoxHxawKQrJxwYGk0uPmKsqu1dgRyYgYePci4l38DQ3LXn7Or1R2Q86BurAxGJA6NKksOseTu37Ywh0AjyDwLTQZ4ePFJAqwdyYAYKVzJaMkEve4+D0H+Is9kNK9Pv2oHo494eeX1I93G5k7qNR27dccpfeeHAmrQaF/KRczpaKA0CHTF4xMrde8/51xMFJeXAEi9d/9J9cX1XioLIav2yBfyT0uLAdCBhbtx8wGTHk6R9erl7KjFdlDd+/ca9SGf4igMc9eQUt6/3nkX3ycKr2vkF3PVBJ3LWvF1eVGHsdAkefK0Qu2LYaMfWxx3yL7wCh/V3p5haPr5+475IrUC7H4hGqFitt74AWhyoAeMPmBx/dJ4Z6N4I6AsmO31x4tQl+kIWcTCH9D4tKQeGgpYFi4n5ty8Caa5a9YahlfxTQz6w8UuTUcqQKCYHppIFrnED+f6fzoFhXcuO/kmFt5EpyFlMOuudrxGzKBu8Awcm3nKjlmOVg30hIV0kufGJwRCUFgemjoYQatQZPHr8eoSqf0L58fLVa0pBxB0+msA8km1k+uq82jKF1pMYA7KaE3j0TYC5LbcaYgME2oRiQhscmAEexV/MOH32Msbz4mX7MV/5CdX2HgdBcWD6VXIKqHhpsZa/TVIum7yLLj0UMCfEtvSv5womuKuWaJ/H+c2uOLDAD7NTAXHAm7eZKBW4fMW554qYSNyeHAJwisjv+pyc501/dSwrwnc/DRo5dm3UwTj/mVRBCAdm4P797IREp7VRJUtXHhATWj8wVyIoDoy+86LycSXtNlOG0b5w6b7t+TJcBYqWjlb3WMoRRsanYUaiE1H0JNavVArkwPB61Gebq9ceiEe578D5QN8NFIcDw0LzovKRkb+17tTpYLZJvtdAf4UcyfrdvSzn5wbBRuORo85taQYHJrv96jQaEWi+OqTvzw4zt+A9Pu1m8YFAl2GBYD5FH7u4bVeMsKTGKlzpcmA6CpW+M6atawdivHmPXbwDB5Z6xblrip+cv2AqRJQFb8dTtR2WGf13T8evQfwqCeAE17pDN0mbILQlPQjnwKa7jJrhv0TiwN6+fSv3qeJzucVpFXCDtAl1835QQsye7/LTNfsbLhjm8Y/1nHaYPqfQukd6xl16E8F4UpMhZ845u/ArVOtlnEpRoA3FCMdioc6ysx+Z7z12USIOTEdB5icSaZ+OXR1pg2vpPXbhcWDf9wn0ZQzQFGIvFed0HSpStpRhpxlnmwTOjjSXDpk0rcAaD+HAGK6yU2HJigLfEPtEGo2AbT9g6HJ0lv9olKA4HBjGf+A6W0k5MEmPj6zfkFxMMLZvZTodd8x1k+V0IOrSe6yt4UdyY9e5ZNWXlbvfinwzodQQNz9QYSE0eMqQ1jkw+cn3Pw1Ws0xz5U7LlVTMVi91EBBcIRyYLGv8r1I3dYsDg4QYgn5TiA45M4AZhjyUmHGTHa63TqOCkxX8o2d/x83s2qtg7+NklzfBVH78OMDqznPu93JYRoNt+YgoRxwYYHzIbJRQoVrvv3vOR6z7CeSScmBY4fIo8ByYODwDhxUQWqB0OTCM9T1RsWMmbujcY17T1uNr1RsmUoOgc1SKqwskrkOAFtzr5v83+f8aMf+79xwTgRCJqFM3Nxq3yekQ+zs8YJUqhyoQJeXAqLDkrNye2/lf6tMX40JQihwYEkc216hQr8koZIRyUQwgLPDn0RD9hyxv12lG7frOvnK50IOgc2DKgVSCxoDsssRIitS8DCF5HV2l6fBzYLSkuPfhwX8vlo5wDozxKW6tfilzCAc2eboz+xDr/hN+Apmzf3Wbo94inAOjAuKPqYubxWbFwI20b1fu8+nUtaAIUjLFpHkl1G08ipjAE3JFcmBkeynlBtYJYkSNClmBIoRzYLI9CqsuMHM/B3b37iM57hMejCuzP0WUHw4MJF26LueE1D2EIRzY2dhU7HJdA+rhnTmw83HeQajwoF+iHcKBnYu9ElLJcA5MLjZpEeF7k4EcmPwkPDRoPia8N5HwTFJZTpVAQb+2n7prz1mjFz4tDoyGQnq07eB9Nt8IKBHljScmXcNwJ3LfgYBVyEhArA0esVKO+PiDrnZV/pG+GIzXIZ0bsrwrS1eNWxa6wlHBz4ExuWRlcOee4KXME6cuSaGRljwiQTgwpMTGLSeUW8IEOXMuNSvCal1u7otlKw/89ud0+ficET4EB6a+ixkS6jQcoZzwYnJgKam3ZLzt1u4e1+HnwC7zE5cWDbSuAe0mHWF8ltyivKFUODAGGDEoHf/FPpFQWhwYeJD1pO+gpWL/SEAF/9F5VvTxRL9R/fBRzsy5OzEmA0WozoHJavtXlXuoRQED893rkhAakRb0n7949bN7zzna34sqjEgcGNVGv/QeuESYG394Hw4MyEc6UaNK8IZwYLJhH8GrHxzXIcttyKu7+dcehnNgQC4Iqt90tCxsIbfdIrpfTS90p7rC0pXOPX7f/jhAF+x05aDhK3VTh39jd+HSGlo+nAOjtU/GXGIIyfkMf/gQHJi6BSc8kEzSUwdGeMVqvfUvLPCa4j8aRGwgBwYeZz8dOmq1GKgSaDH6gnFitNi7cWB4H8QzhQO3hANZxqlSo1+kL6y8fOV9nq1lhF3wfg6MCSvcXps/pkiMgSdPcmUL/KjCX4Kx+IjIfpI7d+EeOi7QVfnQHBiTZd6ivbiNgaWXMQf26tUb4X3DAy6YpAePS48DY/rIwe7wgJvp/aAkoGXEevyu9iA8i8EjVzr/dQOim3bmEe6GrnTw7EQ7qJu0EU1yHId6SozC02cv6GI8O/lAuxHekwPD21q0LKrNH1N1ganC+3BgMjywQPxXoPmBSy6Wf616hY4nKqDEpZH11emScmCAphg/eZNs+5CADd/it0nbd502VszKjAOj6+We9kjL8oGgektXHvz9z+n6CoAKOgeGEiGG19zi02WCQ+7yOPlE2giF8SDbdn+oG1xDPwfGT+TCkvCA9JD0gWBUlIgDwzKXbP0XtwowOHnKmLyY6H1iCcdQYtTmJ2TIV+4F4wfyxy32NXOZZMZ0UOBlxdrs3H2uF/WxUb44MJCTk7tmfTSCRvdJvvm+79bC57c+IQ6M0Yl39LW7YZnA4GAQ9Oi7kLEimegclYwzgv9i0EiQ/GVDNKGym393N39ZxNfzv5yff+D9b+CY6+EQ1Oq5HzLJsTvbdZoeKfzdY57pbhbG+3NgaA5hp/weRSBKkQMTJCReGz5mzXeFl4Nxto3jQalXM9W+cgqq13Q0ylsUv+Ssc2CybZw0CAsvqjBat3MkCGZBpARp6d7VhZsi0Jx+Dkzddtio5VijH/PDDP67NejSGIVwDgzTSuzLMdoluSEcmBgodRuPMpwxBdkMxVBXbxHOgakKqONxckluXefS0WC+RGwvGtyoA27nyHHrFMcsgSYybt4I58DopnZ/eev7NP4vTUa1/2uGjAoRfeEcmDoE4GcpgJ8Du5a/JbNh8zGFe1YPM/wXI3xyKFccGEA4y+SSexsCOTDG8OARqyTZTw2GM7pQggcPXzgbm7p73zkx3d6fA1uyfL+s5mubjAqCvl4ZyIFRSfwQqWTt+lRy7er10QfcSu6J8ipZHA4MrRc4I0I4sEYtxmIASD39lT8UbS5yBQJHkUx69Fsk1JSEzj3m6c31CXFgV65mitOIccxwmjV/1/adp8+cu0x3iILWOTAMWaln9LGwD7Yp0NfISRnSCBnU3Kp1R7B0yXzfgfP+c2CKAwuxK6Rzi+TA6OvALX4hHFgk4u09OTBUg7/HA5GecUc2sdIIGAAz3QOXp886fYGJSPyH48CoJDatTARjavAnI0rNtZJyYJHMqhAOjEK9qMKwHNinglLhwBACxDA3bwVdahqIUuTABEx5FOJf3efKyCQwAkeOXaurHrS2kEOkYTZhhzPmRYSK7adzYLI7sFQ4MCw9L6owAjkwZHiv/otl+tRvOhqxjCWAGKeSpJepyr+91EEoXQ4s+rizOELnfjgO7NgJodlKxoEJ7t3PXrvxaJee85XHTdMNGr7ypWbvhXBgjOH+Q5ZJa/P6GDnkdsRtbRLLWeoPx4ExuhYti/KfA1NBnWyjnp3dS8m+/2kQqhn9S6PhPGLpMWUMLRyJAxM8ePBk/aZjXXsvUJsyeX2yeqHZRQzId+DAEPvEU5/358CYiV5UYfg5sFev3rRo66x7WA7sU0Fs3FUZn9jGSOzZ83dhC4n5hJlB/AflwOLi02RsUzomqFv6aSld7v0rYw4MjYOCIKZ5m4n63FfnwMTMwz2U9KB0ObAO7hcfmHFucVoF3CClY1h6PygJ1Jc+QgLiwhCwsvRHj/Oa/InNjJOLL2CskWItCJdDDjhEM+fupKrSj3IpwvtwYJdSbsjhUTfzWXrm8iWz0uDAugVehGsAl1wsf3xwL6owFAem36z4DhyY4MmTZ7xp38FLRYNLYJpgzHgpXMOmjDmwOo0KPuIVjrT020IOIRPa/zVz+uztjF58STpusMvWBHJgpPGiCsPjwCp117ee6MBxzufAAt4IBHJg4iTWaThCphhBZpkbTm/bFYNJoO9R9oNR8W4cWKQVP8WBqQ+p0vgtf59MpLqjThZGMGmU3ag4MCIlxgAvK9YmQ8iL+tgodxyYApKOXmfuyTIH4/LYySTv2SfFgc1yz/tT/wlTN+sH9oH/LkRR4YTif3MSne3lP2WTcTTYfxci9q7kH4n+lWU4glFVHWNcsYXL5P39Tnh/DgxbRBSqfr1eCEqdA1NA+6Lz1B0s7p0e3prs/QfZolMxu/cfijNcSlnU0zkwOUmKRlE5GGjU0rk2pFufBRGeO80i302ZF/QxBuDnwO7fz5aaIHkl5h0QzoHRDlIEw9WLCuXA5Nvm6OZIBFWTVg6X4J6H894inAOjArJDX31bEm0hRUTiS5q6dEXnHgVFGMAwQuvLRS6Exq0KfdA1hAOjhnK6onb9YfsOnDfsEswsHoVzYLIAVOm7Pv7MgZ8De5D1RLIt8rNSnzrKGweGfdDc9ckrVOudejUzkAND0yGCCKvWHjYG242bD0QDvjMHlpZxR/gJzD4vqigEcmD79sfyjlRyxepDBueERSXUTjgH5tmvDUcYNRQEcmByF3br9lNevwkY5+8Gpsyp0ynyZWbCEu16wE+FA6MBG7lip27jkdd935CTr3zrHJi6CzHSSR0Dh6LjMdPpDnwnQwLfvvOwQjVneVHnwDKue/mH34WII+S3zRRkU0KtesP8C6/Az4Fdo9Bi3IVIoX5WKRwl4sCcdTrXgETFp2eYVpNomQ/BgcmWf/RgMW8FKSYH5rAg7mIoXe9FFYafA2P6y/efwu9C/Lpqr5A7ryzKA0qFA1N3Ieoffw1HqXNgCi9evo46cF5sOYwidZKGoShLP+3/muEflt37LOSRzoEh6kX+lMJdiBEu7w3kwJiGOCD/V7Un8sEQxUgb2fsYrtnDOTBUyS/ujc0f6y5E5Ke4Tu9zF6IfGHgHD19o4R4JouP0RdsQDgxfktb+qkpPFKVhQ2KJydT4EBzY1bTbVBKdm5xiGpCRkJB4rYp7Ibwevv1hwLadMYYNGc6BKTAmD0cnyCZLXEh9ifndOLBSvAuRaaXEiw57F+Knjpynz+ULo7+2n6JTUwKxCY1VuKI5sIrdMBe9KA1+DgyrTL7jiM+IWJBIhaGjHNVWxhwYk1duP/v1j6kSUyRKkQOj9B59HcbIIIfeH+Qs3hxGu2z21c+BDR6xauCwFSJJ+g0u9FksqSoaQY5JIbRJg52s9At4/uIVypp4/Gt9N6dA3Zrj/e2i+BwYkqeZe5wA09e/i0uU0ftwYFlZzqosJhMOixcVGYh2uQsRk0z3KRTo5fe/C9GPvLdvz5xL/aOzc0aQqi7P/6QIeH8OrGadwd7fGvwcGBgx1rl/C2Vk6LhAYLz92t7ZK48lgzLyYvMxZ4FzLafOgak1/EhXXhV5FyKVkhri5gcuzfk5MCCflENheX+XHGi6EnFgDBJiCJFufsL+4SmTTt/ytW6jk0/1WgN5NdpfVPP4yYU+26TuQtR9WwV7F+K7IC3jjig8/SOQZcCBzZzr2GfffN/X+7swismBvXr9RlYw9cULBT8HxtiSk7aIBi9KA8NO+GG1P470kj+Oh8To8HNgTBXZFzlWO46jQzYz4nki17woH5RQC5zkCNnM21l+e8LA+3Ngzru7HnJgetVW6lLHSFwXGk7ieXcvSkNxODABJcoNfgT1ReKV7gcS0fq6W6sgTrXOgcnApj6By3ZUVbrbkDs6SCNDCKvCiyoMPwdGS8oewMBvF4Pbdx7Rp5F8e0E4B3Yx6Zo08kbN5ArhwGTdmZ+oFU8dL16+knVhfZqEc2BqCUOxv9iLXhFBnw14+fK1zJQidwvSjCgeGSSxmo2rODD/ir+8Hdo3cJoUhwOT76UR7j8IeFk/B0YXy4p8pA8N4hXcyswK1FufFsobBwbSM+7IlQJNW4+v7/p7Bgcm+4BwAv3VLikH9u0P/Y018dzcl9+4X+sJ/AYkZjT2+tyFu/XFF/FVWvw2SZfwYnm3ajf5ta+SxeTAlNEZ+DmuQA5MZkrlGn0D2QgcXWpOoZG6G/CUNIeOxHt/5+Ply1eyHdjtC+/nH5oDY74LbaN/zFkhkAO7fuO+CCL9FTDoJTJwVdrPgZFhZXe9DMdPYnQw9zt1nd2u03ScHIkROx67yD9NeAU/B8akk4+59h6wxIsqjN7u5jhckRC7Qvw03utu/gECHX4OjELFZ+7Zf7HEGJArJuo2HulflQhHiTgwnATRngcPm2MMfDgObDf6pYLzSedAFRkbd3Xuwj2r1h7Gk5QYNLh8tSvSsTkB9pXY2736L1YWgg4/B0YryZaOLj0L7oXXIaLj5wbDnz4LcNotyg9KhQPLuHZXMtFFhAIO3R+dZxL0z0vIFd9Een+7SL2SKWZe4KUUfg4MQwt7G2mv7m9RoCyZQeoegrj4NOTJV5V7pAV9WN7PgWEdCeUQyA2TTNZS23WaEelubZB/KnRwoAbEW+GpzoExAWUDTaduc4x9J6CkHNi+AwHkt0OQuFJU98VCODDkvxBIge4S7SBd2eaPqUopKw4scC/z/fveNsFho72PHKOP5B5CJJjE6KAIWe5U9tKrV2/WrHe0vP9OcpwREU1DRxV4Q+oVjD1/tHabDs6SGZ3ob+0PyoEpkkn3jxRQE4uWRfGCdKXEnI+7SmUathi7/2AcuS1cum/1+mimp9/XAH4OjDbECyZD/8xiNtWqN4zE+uKGqp5/C10IB6Zo5kC/kr6Tyzz0WeaHfIaEdgv0lQ5FOxvzDQ6M9yKSLmbgeVEakvAEK3TFP8Jo96IsPh6wb5HDLj8UQHgHcmA47CIx/Kt5DFREOo8CjRw/B3bj1gMpPVDFhHBgOOnKWhaUFgcGxBJmzuYELbkcik5ghKPpvL/fiQN78iRXeAv/bns5ZYsRGLjgc+ToRUpXX1UvPngXkQY6paEDgSuT/Zvv+9x/UGAb5Dm3pDgGZLc+C1+/eSOH84yVQ6QQM/qLSt30kxIKIRwYItT72wVWup8De+Bs4HYyD7R/3p8DQ8nKGAhc9aVz2/81A9NITZDlqw+RGEcp0HQhkqe40jgUXlQJOTB0H6YIvXzc15jYeGL/d/h7lhflRtau76iMQJMgnAObOsux4vB5nz83HcNADmy9x0IFH0NfseYQbmz/fM3FAKbXmOD79gdYPn4ODG+3dn2HocFz9KI0YB7IJZw0V4jCkumDfAg8xY4E4KnBgclCKD8JXDvFuqMvkF3e30FAmZaIAyO9rH706LtQYnTg9olVj1Ovvyntie/P0MIEwhThH7Rt4qVCxrassPEo8PC3CE/CCk18fVyUIw5MvlCnE10KMvJatJ3k/V0mHBjWXqTcMBOru4JSNxNfvX4j6XXlJPKIgObwojTISpPOUQH5zj8D1L/z/cbN+5JbVP6GPpV/4Cla+WaVkb8c1azTaKTfymeSN2ppCjg/UlJvSqH+hUUg59KwG8J5+vfnwIDsl/mpwXC/SLp564GsqCq/izQS43dixRoYNtq7cVjHcleCExQHduVqpuSjiC4FOkgeqYt9RXk3aTXev5x0994jSaxzYHSoRAae14k+dlG4lkCLTUEOs+P7KS9U4fHjZzQXT3UODMjJj8Ytx/nrmZv7QliZcLGlOLBAF1EWLHg1ZX2CEA4s/dpdxCuPAg8sopullc6cK7jxQHFgfs0N5GCZU4E7XgXwmoQoWht0/o+3kCLUpQooXUnvN2TRB2g1HumWNwaT5OD3xEaOW0d8g+Zj/KfcnPNqblbhHBhjT9oncPPOhs3HpWh9nMhQbNBsjH9UYBwLSRO4kefTQjnkwAAKS3pEgsGBtXXvAjIiAcNjxpyd8sMiObA9+86R7KsqPXJ8u8PE3P+lySj/9vMLCeky3nQXdPxkx2eo23ik3kqy6wdb3Bi0/Dlr3i55/XAOLDb/Vka/rYzxJ1v1CbqZ7tCHrk8beLMrLcYjfbnND7nd3l9tIN4UklA9+tAc2MuXr4WHGDR8pSFoHz3KkbuLDQ5M0Wa6mGL6i0z2b8ZHB9FxPNI5MCBGLX6gn/JHj4tku5TiHXHo6DYsw9LgOxmf9J0kNha4R7rGDJrUP/zQxbJWG7gTSCEh/8JGvx2P0m/1u/cBf53yGTXeEaT4JH533SnUpaZC9otEQok4MBpNCGC/UkYv1HdXxj8EB8YLyposjp8XpaGHe/1L018nqFXRe/ezK7sDcunKAGZCh8yLb38wv1sOUNlCyescGJDDH9VrDfSPLgYwJihP9YlgUT5RKhwYljaWJJFYOFiPEqkgO/Oq1Oync2AiyVEBusZxuJMItBPGm/j8OgfGb8W4xfGRGIWX+Y+Ux4EPxZ+8rN88u5h4jZHMU311HtEnS/YNeakgRSAHYfWFJz+ij18kDQrdT0cxTWQhSefAaFJZqjC2xgPm9bhJG8U2KCYHhgftXwJbtdbZOkM+eiYhHBjtIBcU12s6yr/Al3z5poh63dF2+tH17FBw/oWwNeu9bX/K0qYI0dpUwF/hlNRbItiVSUAfNXRPRft3eGDwNGzhSGD9UVbWE2/feuF1pRcvXwmR2aPvIi8qHwytydO3SGsbDg4dceDQBZwCv+tkIIQDwwKRV67fbLT/lTGcKPr/qvRUGzr/dlcJIt0taSCQA5NdvH18i33OI3c9pM/Agu0sSHVZpfVvkA/hwPLevu3SU67tGuZX0GkZd8QWWrXO/PSOjvPuu5PMf2vTg6wnSBgeGRwYOYtG3rjFdKIZWoNHOPLq+58HBfLQFmUMxA7dgYmL6PCi8sFMl1HHf70oF4wlEeZ+PwJdIFN7Sv5nvxUQqjK7dQ6MmeWUXrWX/3Tv5Su3hAw2OLAHD7Jl/5lx42gpcmAoXBLjUvnnFNNTxO9vHad7US5NIhO8+BwYQuaXxg7BMHOuaWzjQUjpxo1WgNJlcalNh4IzakQePBJ//OSlEC8M7Hb9U9yWkD0EqFEmO0UbuxPi4tOIR1zg+FSo1stpybhCLZl06TqZuy1sMqlIhjqNHIfI4MDk8A0CWXeKAzkwLHzJnNHiReWDnhJv6304MBSHLM5QQ//3hhHyUrq6lQ5T4cvK3f9TIWCPCFkJ4VepeiEesUQc2Ju8PFlZNYx8QBfLTYy//Vkw/DCuhBgbE8ThhXNgiGie8nZKtQnQpQwYubpJ58B4KRIT6XcSGYfyJUi1fJ2e4SyPf1Gpm3/IZd7OEt2hc2C03piJG4ik9XTrVJD1MEfM0QmhbuzV/DV5deOUAo0vNwFSJZ0DQ2ohUv4TJNCoktAfmFteVBDolxJxYGDSNGenLKLP+HYPQJ7IPsjR4wt1qFsZZxfXoOEr5i3awz/od+9ZPnBpRfkyv7woDfMWOWdseP3bQdtTPgrKEQcmdwZWqzXgkc80aeVeQ/l3z3ne32XCgWGRy090Tgsg9cTBI+gcGBA9pEcirSSlweIymGTLA8HgqMQ3I8z1mZvCmaFFyFZiVP4LFhc61++IQncdk2Dkf+pMisT7Tc+Va51DS4TADYMKZC4XgzZsPtbY2MskF5XQLYjL1FEqHJjc0U9g8HhR+WD2Ek9bZWrfJBD15t+rLu4HxpO+UMVrLl15QNb7CIoDQ2fI7tRps0yWwv3uhZP4Qr6AGzvJEamITkP3pKXfEZlF0DkwIGvNPzcYbmwKwGSXbRH1I38tTKDoW+O0QU5OrhwNJhgc2KnTKeJp+PchYo7IS0W6BEagODAUqu6QAKxJuSupzR9T9UJDODAgnVK7/nDjooxHj5/KwmK9JoW+FqY4MCpg3EmFDSruFhoIx8yL/eefP9yT3Xho/iJEQeKEq/Xx5y9eqZVco/njLjh7inmkL4Oqk2f+E+5yz2rl7/sanmHGtXtidhPCOTB8chk/pDeOTew/FKe+2qrX51zsFanPmvUmUeEcWXN7PyHC/TafEDA66bvTZ50bn/1BqNCy58CwUdTlewSD7pIlJzx5lIsX5cqZIaO8j4QRiuTAGITCMC1fddCQD1fTbgvHiW7ST4kh7sQmYwroO4hlQzqiT79RZJwryphH+uxmUgwbvUZVMpwDo2i5CvKb7/seO1FAVGOPioqXYIjKoe4aa+UafWPjCnEM+w/GyfuGc/O0G8Ylr3+y8IU8N289EEpgsuYtf2gODMhqL81IfaSbsN2Zs7IASjA4MJ7Kwhk9pfoOC1KIMTpUP3aAmyQ6jmBwYMhA+UnbDtN0iYGDJxt6GrUcq8aACChcplTNM3nx4hUDVfW1wYGhH+UOvY5d5+jUDiZKi98cbi/8yiNA6TIMUBaHjsSrEXzn7iP1QU2CzoFdv3G/oqtZaFWdOqLQli5nRms80FzBYqJEHBguhCiX3gOX6KsAF5OuyXIM4UNwYEBsPJoLH0+f8YxG8UN00+L1mzeiMpq3meBf2tZx6nSy3J5KVypGk2GGJSDZuo8KucdqnR2trdNgjDRhDqi/vv3FonwCBfT+HBhg/opgxGdWjjdD9PjJJDEFu/VZoE8WOS6JwNQ3ljH7xJtgUjCbJBKZhkAWToWgc2BANCkCE3HnRbnAEJLTq8oBRFPLIJ+3eK9Sl/z/cHQ8ilgyN06okAmWPwJw1Pj1uholK1nHbNhirD7N/Xic/Uw4rWq1BuqLIFjImJpSqM6BAVlzxKbVlyqwG3v2WyRmOQHDxnsQBDU3CTjRuhBG70jPNmszQV+tC+HAwIX4dGfJpoLjqWEAeLGuipG16XpNR+uWreLACJ17zNXX5g4eviDCs2nr8brej7+YgbaiCKwLXYtduZop31Sjbrqb71nUNfqikb0oF+QjvakbvSgaMe+btBpvWOC0D/HVaw2g0bwo10zqN3ipUnz6gtqr1965BMy/TVsDtunoCOHAQGLSdfwLShk3aaNujGVlPaGe/AqvR/XRXHcF6kv3U6CDR6xkDjKD5i7cw9SIjbtqbHUKvAvRu+fmuz76OAQ0oBwZX7aqYGsF1rJsUWrYfIyhnkI4MIB1IVbBgKEr9AGWfu2uOLMMGP+Cj46nz57L69O5pzRzFCtUjgMSDA4MwdLHPQLOi+iHvZjLi5dFYTTSyMaqjsXHAhNNFrWZwpocfosRIpOFYHBgjEYxKhq3HPc4u0D4A8Rya9ejoevVXYX0OyNfFvoJOgeGoSgmzcRpW3QtEHPmslxsQDA4MCSG2Op/95ini6ZS5MAYwLJtkZmllpIANdy7P5YBjLTRp9s7cGC0iax+1G862iCDKV0oGX6i3/dI6VGuz+XKOq8gZ64NdOYaslq/fM8AxYnj8/3Pg0OMatSNXIxprBShZfAcmbayVFuvySjdeABZD58IMTli7Fr9h+cvpKkP9hsc2AbX16NTDkcXnB9A1IsDpXNgtI9kPnz0Gj1zGqdgUL0HBwZSr9wSOfl7x+m6fkR+itGO+FX7EfPy3o6Z4DjjeLW79xbsuiYeNfdFRUe+GZfSl4gDA6vXOztjmBq6nw6u37gn24Omziw42puXl9e9r3Nuvla9YbrpIgjnwC4l3xDFSg7K18BgGDV+ncQTdA6Mdxw+Zg2RmJcbtxxX3fHy1WuxIRmc6tgDukN83r6Dl+kdl5TstSpB58AARTNOiMdN1i+U4r1atHU8SgQLabzYIDAyZemS1tNvn0YLy3f+CEwiXe1SNzkkwBhQl3ULzpy7LLtdA8/YKVCovFHxOTDqIyIOp/uBdpsU9mHrdp4bfvOW+UFf+cZnhWq967h27GrfWiIQ0+K/FbsZe1DwH2XFhtHrRZUDlCMOLPN2lsyuxq3GHT6a8OBBNv2KaBBxTNCJmTLgwLBuZT2abhs0YuXKtYcZhT36LuLP6rUHim9mcGDiDTJ1cfzmLvQYLFHJzDRmLPr++o37e6JimWBEylKLwVEBuYiDgHahKfBwmNUd3a+DEozbzGQRExmN+Sv57y0qf+xR4qnnwOEr8HXJP/rYRSF4CcgLL11koNTFpUSD7t53DgOUcODwBVnDYtLqmjsQpcKBgZ79nS9SEnoPWIIyc9sq9i/3QnCCceWjkIi8eL/By+ggJRXlayWEOo1GMIHXbDg6bdZ2ORUrxhZBvwtxjnvZAvlMnrE1Lf0Ozj9WCPIOa4l4tLjS0IoVQyzi3tNB+BjIKRy/nxsOlwFvcGBkKAvW2EaoNN6IsHpdtBhedHRScvD3GBUwOMSSIOBDUrGYMykMYLxHVIJs/zE4MEBK4hneYyasx3WkqlR49vxdokU6dZ1jpDegOLDa9YbhrmB4HTuZdOTYRZSxrKpgbRhbvcI5MNwksTwQ7qvXHZF2oEHEzf6/Kj3VsohAcWA0lFOB2dupAAObV5BlFyqASeGldsGg/bqq83Y16w5ZpRUhbja9oK/IgIVLo+hN+n3itM1X025jPWQ/eYYbL1ZsnUYjaXkvqWu3yeIyOnXS9C2MtwP5pwPlHh4eMUPRhTQ1WpmGqvx9X2SOWCThHBg4eCSempCyVr2h2Bmnz14mZvCIVfQgvS+PjKMJsrSBkTRy3DpmKOXShnjOMpf/+GumTsx8osD/ZxbzOiGh7Dkw4NxF5o5DgsGBpaTelNNODACMvzkLdvcfsuyb7/t+Uan7kuX7xUkrkgNDCqlPElat2Z+BxKzxnrnyUzZV1awzeNjo1bPm7cTLkpUprMlDmhsA7t57JPwNAUdINuVdvnJL5BKPGD9SSSrMeFu8LEqmajgHBhKTrok8wUJq2GIsObTtMJWmI+exkzbIhgPDTH/06KnYZDzt1G0OjtaEqZvbdZohIxz5rC9H+oFhLVueqedf3eZSbWYiZrQsveFN6Ws6ZcCBxcWni1FLQF/QTeL8IIIQ0TQF7WMspDJDRYnwQ4cJc5cd5X45AjEz5+2cPH0rTUGbNGg+Ro5iI5QMb3zDluM0Ao8ogpZkAPz6xxRpc4wEfZMjOkj4flppxJg1NBqmDqOFn6OtZBgbHBjYve+svNo33/X5u+e8wSNXoWVkgYOfoAu8dJHBRJDMaYcGzcY4w+PPaRTKFGB4SOWNq/8wjWQt2ym0xzzMRVUoekf3b4uPEnFgQLwyAvYP9sOUGVvJgb5gdMl2uQ/EgWU/yRV3i+birXnK7OAfIosY9obbuXTlAZk1/6vUveVvk4xhpoBocolt541oVSzP7n0WiFBt+ftkWXn0bxHdfyhOJBXN/lf3uXQEUk4kBi6T7g1alFuUFgeWl5c3btJGkS0MaTwa5nKzNhNl+GGx3CrsXSNwpFwC9o/ae8GkkJ+QFXYg0lIkDE6i7OMmUvcIEA7UhHjsw179F4u07zPI+6o0j9QqALWV3WbkzHBFZo6dtJGxTXHMKblG1eDAMIDJUKQQJgT5I4QRUFKlGj8P8h9l8AOJJNOEX7X4bRIFITTIE708ZYazDmJwYKdOp8gkosQxEzeguHFeEMvI8HkL98jGZKxWL3UQMPOEA+OHFM0P/+g8E3epTsMRIihQ4oZPEc6B0Q4LluyTdsCF6dlvEe2AxBNVSD2N3BQHxsvyLvjCtHDvgUswmKUCKErjRh2KwNiWhq1ea4AUQX+JqKcIIz0ufwv30kg6unvfhfQmSpMhJ2YJL2JoDax9pVIZVOQsb4rBLOf5kLejx6+ntfGLqR750PV0DY90DoxsxfgnMBK82AgI58B45eWrD8or//DLkKGjVqNKKF0MFdSxviEJmwffU7rAH/A41m08ppzQQA4Mu0iWJmjSbr0XuC22e8CwFWKe/dxwhOGUrc+/W0JaDGND7LRwDoyXWrHmkLwU796j70L6EeNNpgAx5yN88k0Hro14KLwvU5JRhN1CnrzUjDkek6dzYOBB1hM5msAAY35h6vQZuEToZ96CP3VhZfERgb8m6130C3KJMT9u8sZW7SbzZ+t2U8TKZYp5qfOBS0I8gSHBaGzeZqJa9Dty1LtTnf8iVHkqM7p2/WHCBukc2KvXb3r2c1aQSIxQovTxkzdSLn9i6ohqMzgwhjSGFvEESm/RdpKMpVLkwIDDfLusM14bttbUmdtQT8rrIUYv5R04MLDXPWBEQAPSSk1ajVeEonMth2vm8ahjl9m8Gtq2/V9e6ViYKqtnuS+wciUfKiyRfqACZKUl0rcYBLjEcjwFcXclrdBVcsLiEP7zdRf/TYzIOmENqWHbDtNmzN0xYcom/sGfvJdcF2FwYA8f5cj6DAHBvtX90mEgB0bmsgqNykDuzZizAw9ULPzGLceJrnxPDoxBhZspe5eRwBgkjHzKEguqSo2+xu5kpLc4KU4dWo3DO0MqyqI0lcT5Mvq6pBwYQ1rOVCE/GWyzXO0wYuxa0eO/NB5lHJM6diKJeAL1YSzVazpaEUjhHBhtK5tICLw4v5XpQD60uawn6xwYwISTG1MIFIRVg1qRpVfeHcNG2Ww4MtI7hJa/TWYiMLqY5mSOSSAjzeDAAI6MKEHq7LixI1Z26jpHYhjDB4MuPzNwOfWW7K+lPrixdA1DEZVHY451j74gN4ytJ4wTMUf5Cf+YNG0zQoaWoapEMhkVQRgImrGkHBg4fDRBFCuNIL7zX93mSAx2WtSBAJeNJpVh5qSp3CPwuzMvX76mxSRN/WajMcPoI9l1RPjtz+mBI+FjoXx9Dyz+YobaOasHbGsMUC+RizLgwMCp08lyJFAPmNo3bz2QPRQGB3b7zkNZoJcgkenX7sonWPWAxNx34PyeKEcJ+Tmq5+7mej29BOYDkt1Yp8b48zca+aPhRMn580dGoFD19BKc/Kdu8t/BGIikS9cDOwt3qzhXNJQWB4awFmbLCLwLattoK0wffX0cxSPxNIhcEakHjOylKw8gqpBK/KlzYPxw5Lh1op+MgIDAn/fSuZjm3nhrhM495rnnupw1a4MDA/iQ6liAHlAPBvETCQxRJapUcFzHpGvSXNgx6vUFiFF1NtEImEGBN1PrUBxYesbdX3xFo0L8CyjhHBi4lHJDn1AqIO7VwXAFxYE5Fcg3y1SgAoGLsMkpN8U1MkLNukP8PC4tNnait1JvBDIxth6D4yeTZPFFAppANfmsebtEvemhY9c5OG+N3HtdiuTAwKJlUf5Mho1efePmfXGPDQ7sTV4eit//E8Iff830r71+ojDksD8wEcqeAwMMeElmcGDg2MkkcWNUaN1+CiMQaSwuXJEcGLiVmYURo/rXECxnzqX+2h7vrqAIQvO2EwNX0BISM8QVJI26Mv74qUtC26tAmrj4tNdv8sRyKpIDA7FxV5U9JKFp6/FkgvaXtRK/mY6BiBMoi0EqYKFOmr7Ff9eWH7h202fvkHVAFSgL40w5w4Iy4MBA1ME42WsmARGBw/PgwZMz5y4zbZFUBjnBWJ02e7vszq5Vz2O2cnNfDhi6Qp/LeDiTp2/lqdgVKAu/N05fC1WmfsWARBdgtXsp8hFz5rLa5CgBp+js+SuoCVl49XNggBGLBa/nzxt1673ALxsjgWGAYylfUpTQqOU4qo0ukIUzYzUToKPV6oAECu3ae8HlK+ZLFRMl5cBo5yEjV8vUllChWm/8ZMatHFX/QBwYoGhUifSICv9XtSd6yjjiALBzZs/fJeuwNeoM9idQYMjhhjHFVJ40PkYj3ksvd9eRnwMDGCcYxno7fFGxG86VsfXEotyitDgwkPf2LSZZQ9eYUQGpi9S6F/TBvyNHE1RiZaohbdApogElVKreBycIHbF1h/PVboMDA/fuZyNyZcVNBUby6AnrDdHBn117zdflBrNs8bIofHjkLX8aHBjAfsNxa+IeTFGBqTFoWPBLBYJm1O0TKtC2wzQ0kVw9YnBggGYUz0gC84tZhv9FMvlKUzE5sKiD56OPmUVjEqT4hH84BwZohwOHL9A+ujnxVeUeeMSGSgWKA8MhPXoiyagAJkQgd0gRBw/HN2tjFoHWxsDzEmnAiUDoyTWJKiAJcSf954/p1vmL9ypjButdWR30r26J0dpotISLGWRSw3XkdQ4sLy+P/GUI/d5xhhcbAbRMCAcGnFc+Ei9fgFOBCtBExh1fGFF4slgOg0es3LLj1NYdMQuX7kO2Dxy2Qopgoh08fEESB3JggPE/fvImOUitAoN56KjVxggEtNjiZfvVoQrsEFmVC+fABNHHEzEe9ImG1dR74BK8VC9FUcB2Vds6JdBKyCU8Zf7t58AA1UMFG0YjHb1u41GkipfIohwA04jBoA8PxMWcBbuxbYRL8HNgzmhcvl/oCgIjUGkBpuT2XadF4Ej4qkrPYaPXkAAByJ86BwYwafoOKjjl6SSo0RebCtsP/5o/DQ4MvHz5Cj9alrkV6VW6HBhgAI+bvFFtDZGATzFl5jbDRXo3DoxZsHz1IWXkY0PqB8KePnuOnlW7NiUw0XAx9MufcGPlDC6W3nLt5KgBuQMtsAUM4EFLXxhXZyHEpCkqVut9/cZ9L1bD8+evcKP0fmTu4zbSVmvc63YNDgwkJF77Nd8bkmuxAjkwgG0zeETBpSwEMufFGTzIE/6k9bykLmTcFp8DEzgeemHvjH937DLbuCdQ8PzFq5lzd+qqisBYWrJ8v2G0gJJyYICmYOTo84iAWukzaOmNm2b7MwzWbz7+Q11vOwgGm9Ig4RwYwN+RUxkq1K4/bNvOGManLLMbHBh48fIVPatOakqoWrM/GspY2Hn16g3WoN6kFar1Quvl5OQKj+7nwABO6J9dZhsd8Vf3ucV3ZFJSbwqHrULdRiOPnUi6cfMB//ZzYECOshkN/vW3vUaMXVvk0hxt9Q4cGEi8dL2TtmREwNzq2HUO8V4KH2RsE3r0M6+MVmAEksxYQGBmIdVf+Qbnx0X54sAADbRn37nhY9Z0+HtWu07TUU5zF+72G2QXE53jCzzS94DLmQYjUsCIl0eBg3jjlhM8UiajDpTlwiX7+g5e2rn7XMYi3ousXe7YfZqf4AZIMgUEE1Ys5jVPvSh3uy4x8kZdes1H2orCxoajVognSWbgatqdabO2Uy6jp0HzMYweY2eEAvkz4PT8xdm7diMsfxQJnl6vAYvbdZrRe8CS6bO3F98kFeArbtsRIxu7KLpnv0VrNx6NxGcYWLLiAE1k0BLYAf5IwaXkG9KDtLAXpSEt/Q7179FvIdX4u8e82fN3R1p0Q5kdik6QDlKEhGD/wbgJUzch6foNXjZv0R6xk/ivlIudIckUEGeYSjQdr9+x6+xho1cfio43lrYFMWcvq1YaNX7d2XxmYvO2k+RsEBUChAjOGNL/zy6zEMdDR63CgfTrthCg21DPvfo7/ftXtzmLlkbdd/duHD+ZRKEMYElmIP3a3cnTt3Tv47Rkh79njp+ySd9+GALFgSGOc3NfoBG79l5AJl17zV+weJ9+2FbhcuotaduQpUZeOepgXH47zBoyatWeqHOB7aA4MLcCzoU53dwKMCPobv2AuQFyo+sLihi5ave+cyGS+lZmFpOxz8CCfkcOqCsTDeA5b9l+Sl5TnQMTnI1NpSwZFSPGrT197rIMSPkeaTGbnXE+ZuIGbAUyYYyhZd++fYuhIyM8M+jUNmIHe71HX6eL+SF29skY71q2zwaYnnSThMzb3j9UYFKX7usiVaSUcAVPI9MjJPMvygDMNUQBltnh6Hj6yIv9x7n4jp8Uf++MKiVwjZsJziChFIQVEsyLjQBeh/fSiyZGKsnP9XWH23ce3iJl6GYlBSYLypqJzERDI8vYw3ilLEKkoYjkp2im+c49Z3Cl9PuCigN+jmHHTCcHpp7/w0WAiZPJ8LjzUK8Dkc6YKRwpkDrz1Fj/FThtkpllLNEKkDnorMNHE3ijh/k14Y3cFggoSECd7zpDt+Dp3XuPkCo0SGzcFSVFkfyUa6TUQRGoWgxxzIYHWWGCMfbCVfoakyY9467KjPeilUI2plE64kva+R2uIkSH0lN7omLJIenSdXkLZoeM6kANC2g6VWiItC8OqLPTgPceR2rAQGCmogh27D5DnyrX15EMnsApyAr1RP40o/4uRJLSiBTw2zt3nXeP5AsxcpgRzCZKZyQE2kg6GJNUKVJLKpDs1OlkBkD0sYtqGD98lENNAiWYgFeQjsCl95vuFuUZTHmRWvoQkkgGZ+C4wtcgPR0dOFmIQ5edOHUJGcXEDBEaAkayUTogMjnlxv5DcXHxaUoZOSr+tjOzAocxBZGYQYg7ydQIUUz4QSQjOJs58tV39pNnZG5sdlbgTdMz7pyIubR731mm2ztsHqIgr3pR59SeOdEmKBosWIlRoAVOn72MZchMVJ9SIBmvz094KjGBoD2FA5OzmPwq7kIa3UF7Yj0G9trjx8/4VZECkKfYAFiPvAhCz+8iCZDbsrIjmyOdCsQ7FcCwT71yq2RFBClTHQyPCwlpSEJCbNzVEJpfQJ0Z2KhRvRp0BGOV1sYVpR0kEqOF1uZPQ9cTj6XN2+FNe1ERwIs78+h2VvjGHcYznj4dTQWOHk+k9bwH+UC71fh58JeVewQuWfBUVtXxZCXGGSd3nJoHLshi3sQnpDMOaWFaLNu3gdiAMzW0FpNBGClzBRIz0dAmu/acPRebqq+2FxMUlHAxg26lnu64dSKZRxRNq6qZawCj6EJ8Gr4z7ZmSepNMvAcW5Qz0I93kmrJXX+YvZOfk5BLPAJM//UD2SgJDC2AuMkiwxxwhkD+kxTBmtPiHgVb6FSVOc3Keh5ee9TCHpzIRmBeO9A6yuhmcPAoU1FQbQz3EnEZzob/QYtQNsRko6skErUH+foYD8PqiKP0VE5CA39Is/kUMr/Soczt3n0FrvAy6coNsk1NuXk0PXpwU0FCRijDgvIur1IwjJpSCjeHY0kEbIBQQdFEHzmMGI8CVoOYtaAFKlz8NUCLFiYVAKZROpwcaDDxyMz9dKHN8Rl/mMm6JjNTmIeAVsJ+xupGWRToyVCP+YjqaFF8SVzrSAQYZyYH1Ua8cOAKRn4lJ18ift0b/BnrNOsiE1kBnqSv6iSlOU6ARGN4o3OTLN9Vv8TLoOGPrkgJz/EJCepNW435qMDwuPj2SCgAYclg7NOmZc5cVRS1rRH71qsAjjC73V6mydloi8L70yL7955m5uLESyfh3C41osz1//oqX4leUS4OHLI0akE70n/8BsoJBoZG6gCGn3rRIl40hR6eQoZ9RM4AddTExAyF88Eg8oyh8cexjodxxYBYGxrnfPV638ajxdXoLi3IFnQPzosoWuEYftwIWFhYW5R84FbXrD/uiknMJ2LnCX1mzsLCwsPhscKswB1b2MDiwzwzZ2c8athhbpUY/fd/SB8WJmEs0Zs06QyItDnZ0v5vQqt1k728LCwsLC4vPCG/fene01Ko3bPrs7YrcsrAoPiwHVq7x+PHTQcNXyldeWrebUsxbCi0syh6WA7OwsLAo/8BbiItPX7bqYMVqvavXGhi4e9TCwsLC4lOH5cA+HBKTrtVtPPJ/33TfuSf4esMPgfMXrv6nQtcK3/aKL/yRGMG9+4/l4yiz5u30oiwsLCwsLD4jvH37z61bWYejE/7uMe8/FbrMnr/Le2BhUWxYDuzTQCf3RsT0jEIfmrKwKD+wHJiFhYVFOQfiUW5EePv2rXx65D1vDrSwsLCwKJ+wHNiHQ0Jixi9NRh2KTgi/6Kl08fTp8yatxtGeVWv2m7doz5lzl69dv5eecff02cuLlkXVru98bu2nBsOtWrewsLCw+CyhrqM8G5uKyuvZP+LnqSwsIsFyYOUXmLDjp2zatjNmzfrob3/o/1WVHmrOW1iUN1gOzMLCwqKcIzbuauUa/dr8MbV+s9H/qeB8bz/8czIWFhYWFp8oLAf24ZCXl/dR3A2atF2nGfqn7FUgslO3OZE+fmNhYWFhYfFJA7X7Z5fZPzcc8XvH6RWq9f5vxW67yvAotsVnA8uBlV9ciE//rvZAsWu//2nQgUMB37+1sCgnOBlzCa+sXafpxsdpywynTie7FZhR5GdXLSwsLP6dyLz9cPb8Xf2GLOs1YPHSlQeK/9FdCwsLC4tPC89yX+zed27bzpjM21leVNkiN/fFniinArcyP04FPkvgZyVfvrlq3ZGxEzcMHrFq8MhVo8avW7/5WFq6vS3GwsLCwuKzBepv/8G44WPWdOk1f8yE9TFnUrwHFhYlgeXAyjtycp4/fJTj/WFhYWFhYWFhYWFhYWFhYWFhYWFhYWFhYWFRDFgOzMLCwsLCwsLCwsLCwsLCwsLCwsLCwsLCwuJzg+XALCwsLCwsLCwsLCwsLCwsLCwsLCwsLCwsLD43WA7MwsLCwsLCwsLCwsLCwsLCwsLCwsLCwsLC4nOD5cAsLCwsLCwsLCwsLCwsLCwsLCwsLCwsLCwsPjdYDszCwsLCwsLCwsLCwsLCwsLCwsLCwsLCwsLic4PlwCwsLCwsLCwsLCwsLCwsLCwsLCwsLCwsLCw+N1gOzMLCwsLCwsLCwsLCwsLCwsLCwsLCwsLCwuJzg+XALCwsLCwsLCwsLCwsLCwsLCwsLCwsLCwsLD43WA7MwsLCwsLCwsLCwsLCwsLCwsLCwsLCwsLC4nNDuebAXr58fSnlxpFjF7fvOr1tZ8yxE0k5T597zz4qUlJvno1NTb2a6f3tIvvJs/iL6Xl5b72/ywobNh8bPGLl8NFr7t9/7EV9SLx5k8e7E+6VSXGfENLS79AsjFjv73w8fJiTlHzd+8Pi00F6xl061Pbdp46nz15s2XFq2Og1nbrNafrrhA5/zxoxZs2yVQdv3nrgpbCwKAy0+aRpW6bO2pb7/KUXVdp49PjpiLFr0d1x8Wle1AcA+vroicQxE9Z3672geZuJv7af0rHr7Nnzd11Muvb2bbCtsnd/LLUywvAxa+Yu3BN14PyTJ7leOg2Ps5+NHLfO+Mngkau0fzv/vX7jnveDskV29rNR453qnTt/xYv61HDg8AXqP23WNqxiL8rCwsLik0Lm7YfIMbSJ9R/LDLgwtDk2QNbDHC/KwsKi2Hj9+s3y1YdGjV9/4+Z9L8rC4rPGtp0xaI05C3Z7f5cJbtx8gKe2ZMWBN3l5XlRp4OYtJ9vFy/fjDntRFj68fft25ZrDdPqyVQe9qH8ByikHhqE8dda2qjX7/b+vu+jhi0rd/uwy+4OuGRUHf3SeSWW69Jzn/f3PPzk5ud/VHkhk/yHLvagywcnTyf+t2JVm2RsV60V9YOQ8ff6fCk5fbNh83IuycNF/yDKapXW7yfra4u07DytW7038pGlbvCiLTwRDRq6i45q3nVj2xLZFqeDly9dTZmytUM2ZgP7w34rdBg5b8fDRUy+1hUU+Vqw+JINk9fpoL6q0kXk76+tve1LEjt2nvajSBm5M7QbD5UX8oXP3uVfSbntJNTBljJR6+KpKjxlzdhhMDGquQrVeRkp/+FiW2527j0QLb9520ov61DBz7k7qX6fRiGe5L7woCwsLi08Kl1JuIMe+rNwjLf2OF2XxgXHg8AXavPL3fe0KvoXFOyD+YgYziNCj7yIvysLis8aIsWsZ8E1bj/f+/vDIy3vbe+ASCv2iUreYMyle7Hsj7+3bvoOXSrYnTyd7sRY+vH37tnOPuTRUx66zvah/AcojB3bmXGrlGn3pCRm1PzUY3q7T9NbtJlfUljInTf+YjIKfA7uVmfXfil2JbPPHVC/qw+Pe/cfVag0oSwIMWA4sEgI5sIuJ1/5TwRkYXXrNt0TKpwXLgX3SyM5+9meX2fQgoUK13qMnrF+26uC2nTGbt50cO3HDD3WHyKOf6g/PzMzyfvNpIi39zrZdMQcOXbADtUR4kPVkx27niPmzZyavcCLmEor1qyo9zl/4ULTNB+XAXr9+M3329v9W7Eb+vEjX3gsWLY3iTbfvjJk5b2fDFmNl8H/7Q3//CyoOrN/gZYPzD3INHLaiTYep//umuzzqM2gpRXg/0DiwH38Zqn5Sfs6BlRYHdvxk0vZdp0+cuhTpCN2Hg+XALP61iLuQhuw6HJ3wQbfxPn32Yve+cxSENPOiLEob/04OLPf5yz1RsQytGzc/wt0DlgMrG7x48WrfgfP0csa1u16UxWeB23ceVas14L8Vuy5fdciLsvjXAw9o335nvl9ND9hK+Kmj7DkwnKqlKw9QaLUfB2TeLjUbDFdt+aqDZIu3e+v9lnqclZadp3fuOaM7v58NLAdWLnD8pLP2RDdUqNZ7weK9+sU7r16/wQv6pckonhI+4sEaPwcGsH4mT99SZpY93mC7TjPKmAADlgOLhEAODGzfdZqxav3qTw6ROLCNW44TX7F6b3uwutyCOfh3j3l0E4GJ+eixedjr+fOXYyZuEH66eZuJn3RXrl53hLf4qcHwV6/sPWklwNnYVDE2Am/FzMp68vDRB7w76INyYGvWR8vYrtd0dOqVQpc2A0b75m0nv6rilP79T4OM2aE4sOzsZ15UPnAhfvtzujzFE/BiNQ6sW58FXlR5QmlxYPLu7f+amVeqN3UUB5YDs/jXYuio1Qz+hi3GPH/xyov6ALhx8/433/ehoEPR8V6URWnj38mBoYC+/aE/L64rzTKD5cDKBlkPn2BN0dR2beTzQ07Oc2ax94eFhbtpRm7/WrnmsBf1GaHsOTDw9u0/d+89pmG9v0sJZHvPyfZ9P6UkKy1fVenxtHx8lal0YTmwj4/sJ8/EhqhQrXds3FUvtjBI0/K3SaT5T4Wuxhe5ygyBHFgZI+fp87Oxqf7lrQ+NYnJg+w/FDR6xcv2mY97f/wJE4sAsPlFYDuzTxfZdp4UD6DtoaaTTUczT4WMcO48QdTDOi/0EYTmwd0M4B/ah8eE4sGvX78n9nwyJ+w+yvVgfmCNyUGz0hPW6zgrhwEDmbY/uat1+itoNZzmwDw3LgVn8a2E5sM8GlgPzosoQlgMrG1gOzMLi3wPLgb0nnuTkjp+y6Zcmo2rVG+pFlW+UDQd2Mia5w9+zqtTo957uaklhObCPj9ET1tMBhHAb4nLqLUk2evx6L6psUR44sI+FYnJgM+bsIE3fQUu9v/8FsBzYZwbLgX2ieP0mr0adwfRR9VoDMbO82CDcufvoy8rO9W49+i4MnLZEpqXfOXbCuQMtLj7tRdAaHGkybz+8lZmV+/ylxNy89eDU6eTn+X8KnKwy8rO6EJwVwLoiq7v3Hkt1+FXq1czjp5LOnb+Cj+0mKcDtO065cxbs5hV+/GXotev3+JPgf2vySad09zK38xeuRir9HfA4++nZ2NQdu09HHYyLjbv6/Hlxc75/P5uqqrNWvPjps5d37Tl75txl/+WEBkhAg+zae3bfgfP8I1J6KeJxPpfz6LFT1VuZDx49yiF+7/5YIYFiz1+VdlMt/PLl68zbTowxx+8/cDPMPzjFP8iwOBQaNTl1OmXH7jPUVsZJkRwYnXvi1CX668jRhJTUW/Sg96AojBy3jmz/U6Fr1IHzXlQQXr9+U6veMFI2ajlW/75XOAcGWrWbzNMf6g7JzedjSpEDoyZJydcPHIrbve/cxaRr73C954OsJzFnUnbuPkPXCGNUJAfGizB0d+89x5Cgg3JyCnk4NJQz0W5nye6rX9tPocdlwPjvxKCbMq7dlY6jx1Mu3yx+xwkYchcTrx04fGH/wbgrVzPl50VyYLzj6bMMsNNIGFrAi7WweFcgmc+cS9255wzyByVY5DB+8CCbeccIZPImJGZEso4Qwkwc5KH8yQy6lHzj+MkktJIhcJj7jGrkZO8Bzlci6jYeiQoTsazIMC+3fKaf2YGaRlrKn4KXr17HX0xHUyBSUC5ZD83TvTg1ZMLEFymxaesJ/mS+37uPFjbfWsQLknx/6Gu+A0SboNQORydcTbtdpOijktLgTPlINSFSjAQl4bOynlDKkWMXsRbCK08FLqXcOHo8kTHAT8JNKcCAoQ137nHqH0knFsmBvXr1JuFiBrYE7UBnRdrDod5LWTKMKNJj4VC00XQvXr6ifQ4eiU+9kumX2DrIlpancXjl2LgrxmcvBf6iHz50XpxfIfmNJsUyYSDFJ6RXqeF83XzlmsMygO/ee+QfWnl5eeg+6kmfYkAy+L0HxQZ5ojKij13cGxXLtJJ2COfAaBDUDYNZGpwx7z0oCrwpNeRd1GSkWRiKFH0hIT2wnbOfPHOm1T2vCCxkJiavLH8qOAMv+Ya0w8nTyWTrPSiM7Ce5mV5LOn9SIuXu2XfuZMylSD9RkLF96Eg8ajqkCIUnT3IRUJgHtO3l1FuMUu+Bi9zcl7RD0qXr1X4cQFMvXLqPP3lT2scYigDbHkMXAUJWFxLSwgfkvwc0FEP3ZEwyU4/ZVKQNg+THZmPQ0omRyF0mFD3LjEMC8Cezg04hc0QZ45w+ilQKI0pMfaY2f1I38uHPSNYXGSIh0S8HDl1ITrlhCAE/cnJy0a1UPurgeQatMZyKA97l8pVbTDfmCFrA7xsawKY94yoX9KBbYvB2ScY5r6kkj0yT6OOJaFXqLJECmog2ZCTTZQxpL7YoOPm780L+JH/k7fFTl06dSSmyx/EQRT/yCtQHte49cIE0puZOX0fwbUnvJnhoSHXqkHjp+sHDF5iSdEpxbuFjvlPQlbTMb935Pnv+LnImMEj8Up1XprbO2Dh8Ib0Yt6SKb4sURQkiUl4HjSVKoQ2pgxqQIqAORScwKgLVlgI/kWZEmjnNGCFxkRwYL0rfRR+/iAjF3ylyg4UMGJQ7L4UNxpQUf4rwwy9DJI2sfty+HdCMgEj0gghtVFVx/G6BZEvP6tmqSPmTJ5iXJ2Iu8S738q1TBZEGstKC9YKk4k9CoFFEzo4mijqHB0cTebERgPbEbKBHrt+4R1/Qg7Ix9z8VCtxVr6/zVzmoHulFNClQfyQPppc0zvUbRXQH08HRaFGORuNFiKFxwjkw1DflMk1Qzcje8GH2qaAccWCvXr+Rz4D90mQUUsmLjYD6zUaTsnGrcd7fLrr0mteu03TkI/+mX7v0nFe38SiMDHkKGG0bt5ygg2vXH/Z11V51Go0YOGxFcspN77EPjPvpc3Y0ajGWiv34y9BuvRcgIokP5MC69JpP6SvXFtoRIJFyXWHK5ZuDR6xs0HxMrXrDiJy/eK+SbhQ0a97OVr9PpmLN20wcPmZtiD64cvX22Ikb6jUdjcP2zXd9GjYfM37yJt2jQL606zSDIrbtCl5cQwxJAv3eajTHpq0npXH+r2rPnxs6jYPE8R7noww4MOTygGErGrUcywvS7FR1/eZjxTzi0P4v571QzMznPVGxnbrO+blBoe/9ILPoo987Tv+h7hDyZ7Ah60OO06HVps/e3uzXCTXqDCb9Tw2G9+i7EG/HP0QjcWBSJQST9/c//0ybtY2YSOHUafNrkMhT+qJxy3GVvusjDbJu0zG/AELF8vNeAxZTAaTwijWHqQy92bDFWDpCjRDsM5Qfo7dOo5F1G4/8u+e8wyXZ9+qMk20neSkZJwzmnv0WYUB4j33AYRg1fj3tXKFa7yo1+9Gt02ZvF5lr4FB0PK/Wq/9i2hYjY+2Go791nE4pDPVufRZg53npCgNtxHxBFGCO0Eet201BUfmXORYv30/j0IyBsoU+5emKNYUu+/ZzYJKMRiP+i4rdGEX8STCWVvHKZs7dyQ9r1hnMWzNmqD+a+03Q6QH6kZ8jUnhTBli9pqNIjCcfZANYFAsJiRliRkyYutmLigw6fe7C3Zu2nsjztTjKXvpaBXqTyfvSdagUcnNfyLVyqB7MMkaFSEhl6AP8ul8ae7f4SiCrqTO3iW+mY9VaZ6vRzw2dQ10YNKLpVBgwdAVTw0v6zz9ff+sQD/4wb9EeL4UL7F11h7CECtV6TaH0CN5CMYGZhfSQ83YqoCuZ4MXJGU1HeuY7UwAvopK7/igBQTd34Z7A0zYPHmT3HrDkv4ULrVit98hx6wwnDbRo6xjZQ0etRm0NGr5CvtlJXwwctlz9Vg+de8wT6X029ooMoRuF7Wyx2pEMboYrhULDC/UeByH7SW6/wcvUl7QIiMF1G48yVCJxYOjlv7rPldqqgOWAhDeUix8YylXdLeeI/SKNVIY9NsmYCev1/iqSA0OK8hTbg0aQGLTk+3Ng1BYrSFaRVPjup0Fo/2Keu2IAUDdcFPXzyjX6rV53BP8B0cqffg7s4aOc/kOWSz+qUOHbXsNGrVZMp3OuLsJEMzwc3B6hFfWAbtq3/3yRHSfAcEXfqd8yudCJqMsQDuxSyo0/u8zWRwv/xvL8KN+esfgMcO/+476Dl8ruEBXwCJBUgat7d+89RozrIo6Apbp+0zF/emVWMd+3bD+F2aN+Qg4Tp21ROhErTvZZ+8ORowmSRo6I4To9f/5q2qztohBRrPL06bPn2AC6QCDwJwJZN0GXrXQ+F+EPDZqN0Tey0Cyoni8LvyZ+xJoN0UUueoYDd2/A0OVfVSlUT1pmy45TgTnj4DRuNV5PTKCDcMqM9LymuNW4rvfuZ+MI6N2EaRp44QrCave+c2gclZLAD/sMXBq48EQp+B16y2ACtfljKpaYlyIfIRwYhg02yf+5ppQKFEqb+xd00DhVazqs0imHwHjUs/DwQ00jtEkmeX7zvfd9cQJuwsEj8X5hjIqh9RCwKiUBrYHgNU4fYtfJoa7jpy45HTdkuT7AkP+nz132kv7zD8pLPdIDLa9fzeQ0+N6z9ZoUMvawQDBI0jOKe2AuOeXmr+2n6vZYo5bj4i6kReLAGNv46YYNSTP26LuoOGu1DKfqtRxlHXXgfNbDJ30GLjGGFuV6SfMxddY2HmGLMscXLtmHCcGfw0av9h677bBvf2z9ZoUGHtq5U7c5/sVEHHOeMk2wefZGxSJw1E+oCXM8+0mAAUMRVJiprRITnCK6zsGX9BJpePT4KTXE1dXTUyg+uDJL8O71pyrgAD7RPucRfzED/9RIgwBZvvrQv/kKB6fT6RGftEFYBS4UMAHp3K+0SceYb/X7pLh489O2Dx/mYAxjDp2MSU7PuCvn+HEu0jLuyHLN9z8NClzFptO9Iz7ugh5Wokz5rTtOSQIFjOTho9eI9atC9doDV68/EoEGzh0xdq2RnmosXBpVzDFAcx06Et+kdSH5zzt27jE3UFbwgjhHuEh6et5uwZJ9/hJnzHUW7nhKKfsPxtXVnFbEETNOfiJLiErU8A88QWNRPhA4eqTHyJe3aNjc+zIxgVdACfqdOICjMXrCerHhVaheayBOovJxGBXSqkuW75cYA4uX7+cpHoGqJx00f/FeBKPKk0A1EAXJlyMuC4M9+87pP1EBRaPb5xSEe2WIjiatxp2KsJb19NmLMRM3VKruSEUVqtbsv2TFAR/p/kKOnGJBIeVGj1+veyiM1cPRnoGkg7qNm7yR8a9SSmLcLr+rGM6BxZxJUQyWBMYA8wsR56XQQF8fOXax2a8T9MQoCEYU6hWTgOkmKZGEPEUlGdchImlpBNH4eiZ/dJ55MemalygymMWkpyOeaue3VrmRX1ftiTGAfGhaqHp4sguVA4hNJfs+/WHOgt2SRoC0HzFmraFS6zcdffR4opdCA5VxulvrDoZilZr98NwPHrmAshYBwn/l6/XrNh67/yD7757z+TcKS1EbNO+K1Ye+/dERUCrwCu06zriQkC5pdJB+zfpoPGuVmNww+Kl8JA5MViRUegmMHEzuIhcZyjnKEQd2/OQlaVma1YsqIcTWX7ry4PjJmyQrAt6CPM28/VBfT9Tl6YIleyWNDqYWmkylkcCsw18K5MBkn9eYCYWOpkkkhiaiFtkqmajQruP0vLy3yNNvviskhQkIuED1v27j0f+5a3NGwGLYtPWEl+iff9p2mEYkfqb3d2HIPvG6jUZ6f7sehW6C6I1jLKeijT4cB8bkxGVVRcuFThKQUMx/L11k0EEk3rnnrKzTSVCf4seMxiqVSFIqQwRZTMNKGh3Rxy4qvxQbQl/e6tp7gbEwF4kDk36frzWjX5roYdfes146t0EmT9+iHul6rkmr8fjkXjoXq9dHE/9d7UFX0m7jD6uUEqg/NuL9+9m//emMDT3QFMhQL5dQXL95v3GrccbPJXTrveCVz+ZbuuKA9IgRUBI795i3guBU8IhJRzehNvT0hC8qdtu4pWCEC8hE5Y9JpNQJztXlwnuBsUWIj8Svi707avw6728Xfg4s0ooMo10SgBOnLimjhwHGmPlPfjL63VihYDY1b+OpXhxpUXUSGMDGQLIoJhYti5I2PKMtRpQUGDcytBCMI8etnTRt8x9/z5KY3zvO0E1SxYEh5NUIQW6ore5Y6gVZjSWrLR0Ksppu+CHCgSGmqMB/K3T98pvuqK12naYr4YOfoAYGj4gX0xAhxr+dUH/Y6nVHJAGYt8hTPbj92LVSunBI2KzvbMHcuPmgmrsCQg17D1hCbbGk23SYKtqBmCJ5C+HA8De6uFZdnUYjeg1Y/HePeeJtEkaNW2fM1qysJ0LmYbQxmygUn6r9XzOlMfHKDLdTODDy/73TDMmTlAcOX5g4dTMNpTqrZp0h0nRMeWnbcA6MSlKW/JYM9x+KeJEmHq8SmBj9Pfou7N53oZSLUyeCwuDAEhIzxJJhCHXpNR+nBc0iDg/9iK0SKMEU4hPSZSmKvvaiSogiObBmrsj68Zehio59fw4s9/lLVCo58I50KCbcqPHraToRnlNmbg1/a4DzLCOKULv+8O59FtLa0m5MOrElDA4M16tRS6d3KBS7n7FEUHzSr+2nyOzAEpOJJsbA/1Vxdn5I0BdnUU8yZuhfnNK5C3fzFmglYuiRg0eK3miCKSh9hzxp3W4KM506MNSRBrLW7+fA8EVF61WvNWDAsBXTZ29nEomdQIyyfCwsiolr1++JHcJQRGH1G7yMiVn1B0fFoDUQuYZgT79294e6zuoz6ZlEePWDhq8ULgHZiK9hmIViVjGhGNIkYE4xzVFwSuxPneUxWI8fP23RdiKzTNbvyL9WvaFoN2LUjiiZF+TQZ+BS+TkBRcwj9DL14U9KYR7NnLuTyiMTZIphIavzwRu3niBPtAApeYRek9mNKFCbA2gWYnjKz4nnNTEpZYsMvxo+es07r2LfvPVAiECkB83Sd/BSpKhsBSBnZrRhNB4/mSQTnIk/eMQqrIspM7eJwU96/FMvnQvFgWEUiTCkc3EPW/4+CcHCn1V/6K9v1gFoQNpKRNm3Pw5o/9cMJYiIQRZlXCskVXA3aDoeVareB+EzbfZ2bFfZh4EjadhgkTiw5478d8wA7AeULBY1ndWr/2IhYul3VL+X1IXiwPBPkbe8OL2Da4M8FwuEBqEsoTrwKdp2mIprJl2Pqrp8pZB38PpN3tSZ2xD7/BYlgr2HH0puogi69pqv02CKA2OYyYvzX/Jv9ftkaTS8fuW8481RMdpcsvr2x/70tVSV8SlpUG10ovyW5qX1xk7aiNEi5kHlGv0CeUoDF5OuCdVHPkwHbIY/Os8kB7oA7enkU5gDY2DTWcQTeOXpc7ajsPoMXCLUAtVQp7UiQXFgC5bso7V5QVqAcrEqRVGS1e5957zULoQDowVGjl0nc40wfsomecrAW7g0Svro+58HDRi2nHag8b9224G3M8aScGA0PqOFwUmndOk5D8sTQ0typj46BQUoYvHy/V4RPw1iYDtF9J4vq5a4jacLL08/e/ZCLD1aEssN82DyjK2ymEs7qx3PmJTIJbeXvTlFFxNatZusVl0vxKfJTKQsWonWpv4yPmmKd171+gxw8PAFBAKNgPTDMp+9YBdKR3oEBaQuihCkZ9zFuuMRFh3yYdqsbcjhGj87qzr0Ed63l86FcGA8oqdE+hGQG4jcuPg0SqQTj51M8lJrYNqSkvEgBl4kDowpkO+PdK3XdDTTh0EilSFzLHxDdGc9zGnorrORvs0fU1Eiw0avlpU3JA9T3rg7xA8G8NKVBz05U7Nf2z+nDRq+AnkuMWgug7yh5o1aODwTJf6aX6LUgRI7d59rlCgcGBKMqcorMJGbth6PlypEETFLVhzYtPUEBioZUnPXM/W4545dZov3FALhwMgNNUFuZEKnk4kIUgJ63EuaD9R0E9eHwvxo3X7KmAnrh49ZIy+Fd4CKFzeEppZPgNMjRrODFy9ftXB9t8EjV0kMrqIsChEatxyH/GdKEiOeAvo3ZA/Z4aMJCDE8IJnvdISYJY1ajlXtmXn7oexmw19gVJA/torw9Mif/b6PL/CaVIOnNAt2BWO7Z79Fkp4YlIJ+IExxYLiHMgLRLCg4BpUINyZUQmIhcshda3L8I3JD+zM4R4xZ0yR/Jw1STh0zEoRwYMwC2faBQOszaCkCvEe/RbJozBw0bh9hSKzdcJRCCYyQxcv2oy9kKwCZHD1RiBwK5MAwOHEGiSc0aDYa/5SeYhgLWYheQCZ4SSMghANDSVEfqR4tyVAUY4zQsescSclwogfpXzE5SEm/iIRXKgA8yHoiPYjRgs1MPRmoP7vKiHGun4IAOTnPZQwz1yZN27Js1cFxkzx6kk7Ul2UUB4aaU3uy6WU5P03z0v4SSf0nT99C49B3sr+EwXzlaqG9I6SX/ZQEmg5fGyUo1cbYFmrD4MAwfZUb27P/YvInBwxCyWTg8BVeuk8T5YgDW7rygLRppAMfRUIsDJEIeGUTp23esPm4ECe4YSL3sdVwIWSn4d17j0e5bBBhT1QhW40ZiBVIPKplxZrD6Rl3kLNoTXQGE6BqTUcdFp8DE0H259+zDh2Jv5p2m3y6ucs9BLwd/tuwxVhmSPLlGympt9QARWJ6ueQDbS2P8MESXfabyXkx8RpzVeLJX1KqfUn6SS8Btq/oM8xuiWGOyUoQtiMiSbw+GkddTblrTwEr80E5MJGAzDQUhpg+uc9f7t0fK/YHtrUkCwG9Q0rUKv9lJCCGNm87KYLvSU4uhrX7dAzG9Os3jmeOiYPRTCQ/PHk62c3Dw737j2Vpm945f8FzQshqQr7EMb52VnwOLPXKrbOxqXqgPiLdUGwPNKpvlXv/LA0yefpWOduEit134Lx4yMhKvSzhwEiM4/pd7UE4wwkXMxhvq9cdEQupSevxDEUUDE4RbhUeEba7OM8M1MD9UDooWhoW1YXIvnLVuVeEATZyHP6M0yAYWF5SFy5B5cTja8lJu1evXp+LvSIELVU6d/6KpBQIB0b9eTuUDT4wlUT+olNF99A4ui9K0SQmHsNFOWz4vSLQ0WT6griYOwyJwLVUWZUukgNj5tJZk1xWEscs5myKdJ/aG4sWlOUJrB/iJRLbgnEoI9O4OXr46DVEYqYfPZ4oXckLLlzqqGTi16yPlmQWJYJw/BgiRXoUkYC/KlMGraQPmFNnUsT4U8ITKA6MIUFXMjVuZmapeXkhIV2ywnnQs0LNyUoB49yLciEcmATsvNv5R/WxinBFiMSSM8nvyN8Di7+YIXsm8Pz10k+fvSx1njVvlxdVQlA3fo7RZjhdM+fuYNbjG+j0QCDEIidlhWq9tmw/par35Eluh79n8Yh2M1Z/5i/ZSzxdYOykW77qoEwZQ6QIB0Z6Gm3spI1IIb2JmKHSNf697eEcmJfhxA1I8vClT6xb0lM3Zykzf+2YYYnrIhUm6BxYTk6uCOT6TUfrteInsmSMxFOCJRDRxy9Kzrv3FjJpio9wDgwBK+MWr0m5mooDwzK55d4R4QT30icVjN30BsRNwquJPnZRzR3yRxgyQugLtZkpEhyn2m3qyTO2qopRKOJaVDDB4MDE3kBQRDvi14sE6zYelZ8YSyqyjzjwe2B4sLLaQhrdmSRevKBmbSaE88137j6SHGrWGZKizamkS9dr5u+NMDiw7Ce5st7Xucc8XX3T2rKJ5Nf2hbwpC4twIGdkeQLBfkjbSszo6tZnIfHoOP0zzIwu2VOFbYZk8GJdn0KW9Zm8O3YX2u0kZhUBUTZ99o5Hj7zNtog+8atx+NUOXIEQXYHfA5NHZIVM7jNwSUJihpogh6LjkQZUgOms28lHjl0UJW7YV9jDkb4H9vLVa2Y9j6rXHpiYVHB1G6+5YMk+ec0tviMCxQHelqj1itV76x8lxdEQxwRFo18Wh+sqe+d/aTzqnnZjDx0n+WDh662HKBC/2PlJk1EINCW79h+Mk0NXxjbHkzHJIuE7dZurTtLQfsTLwkqnbnOUgHUHgFNu09bjla0CcN86dHaUeO36wxXXCCJxYFQMkUtAJuuGCoVKJbHEvCgXigMjNGoxFr0vXcxvSen2e9eK7s0TuCHKEcD3F45n0PCVEiM4cy6VeEYRppR6NTLE90SvYc/oS12KAyMgkHGZ1U8ORyfI2r2+Kw6on/h3/gGMNH5FKUwNxbkCDIBGLZ2+xiRQ0yQQaJymvzqrmYwitQgAMm9nqYNHBgfGKzNo/1uh66KlUXqDY13IKwiRHALFgdFuPzUcfkYzSy5fyZRFD3SZfieHcGBfVOzGAOvScz7WXY62KImmEytiwLAVuunOW8jb1ao3TL/zTTgw+poKjJ+ySZ2ro7t5JNu8sLolUnAp+YascfcfslxdXQ4ybz/0dvbUG6rfwcOwJJI5eCKmYHGA7ha7jpmlNyl1k4Vp/9oIVZLpSYPoa+tYj937OnKV4WFQ0f8S0NHCKf7dY55+u92VtNuyyjE1/1AvIAHCh8gGzcfo5jHSUprRHW8F3ac4MDodH3/V2sP8SkZ7bu5LWSjo41ukorPEAVGL4IEcGH3XpZdD2+NJ6fFMYdFxSDl9MZNs0VDEM0l1wxK/YM2GaMYwI3nh0igvNgJwJxmNZILU1bcFxF9Ml+b69Y+pShxRYr/BzqoUkhDRJ5EAFYBOlBKNaS4cGAGlxiBXB3QoSxYJEQ7IDbSh8u8oRd6XivkvjjIgHBgB+YzuRoxLPI0mGpaqyhFeAe8yyN3OTrm4Bl6sK+c3bjnxpfsK5CmRh48mkBLZ4j+NhOtHtXll5UdgKvBbAkaIbs+npN6UK0mmaAMvECHfA6Pa0tfY52na4TwMmIHDnddBeenznfSyfkgN124oMEtevXozbtJG4umOg4cLBLviwAjUAT0l65kAAU4mxNMpEgN4wRHut88Zq/qlTei4bTtjGKhoH+N9I3Fg9I6YAfh6utOB2JSVvSraFhCAaEWDu5q9YHcO3Sf51/h5sC7qAzmwy1duuT3VZdzkTWpsg/Rrd2XbR5EfRQrhwAhk3nfQUiXJGc+yPk8zGjvpZaWFAabnI8h7+1aWRHgj/VdICVmPQgQpkUWzj3W7tVa9ofrRDuqAmuZN9TMJ1Ec4MJqFlseuztCuXKYRqD9PKUVvHMoSw08fBiDx0nXGEvHN20zU15GOn7xU2WUrCDoHRlUHDHVuzUFq6felYW1NdM+r0LP6hP3kUI44MGlQgp+2KSaUrU9WxtFRdAzxjEJ9cgpESWCp64Yg40yy2rffucZQgQExzF22JhSfAyMwt70oFwxrZUYPGLLcWEeT3YuoNO9vFxQtZmXbDlOVvBMw9P90dXb1WgMlK2xisSb9S5wHjzgXIzBtlAhev9n5vhHp/Rsf5DQVpqdqnEgcWPTxiwhTFTBwSdPq98kqZvsu54MxXuogOPyBa57OnLfTi8oHHg7xhCK/Vi3igGCs+QLR7jS7sGs6RPs2/XUCjexF/fMPL0gkctMYM6QR4+nPLrO05CXgwPyQy1iQTfpFiBhzsrdi2mxzj9j5C1flTQ8cKtBnwoERWrSd+OBBoV2TE6Z4kwudYSwr4wtJVnKJaAgUS60uolEYPMKxgZDRapEiJ+e5zMc//pppNAg6D83Ko/rNRut9JBwYgY64W3gT4o5dp6WSuMRelHvxFDE4VMa56eSUG9LmeuJS4cAEId8DE+4ZO+Na4Q34tAD58AhHSM9NdNvw0Wu8v/PR292hyfQJrK1FOLq6nokShu8AOamJWPBfXylGPIaOylxxYPSm7hILOrt703TCQGGOe7s0Wem+n3BgjHammzFxmPVivhgTMIQDEznMqPOXPm+Ro+O+/3mQcbVjMSGHwPwbNVArsmi1bmOhLQJ+CAfGGx07Ye7EdDJxPb1e/Z2bXb1Yh9NyfqJuLFTIfvJMuGfdYQbCgdE7xnYzwTtzYBjBgZcbGHic/UxOMLT/y+x95rXahKhzYPybrqfoq76bf16+fF3P3d/z25/T/L2psGX7Kcm2SNIoEiJxYNTZ2e/s7vpEwJ7StowoDiwk4KB6qX14lvtC9hUxIwp3rGPbyCK7vvDqR/aTXNnZgxuGceXFuqDaw8d4NpvBgUnO9I7BaeXk5IrlNrbwro4QDswhm13PU2cIBEwE4tG8kc7VCXB9SUbvny3M44K09DuyQ9DgwLb9f/beAyyLJU3/nhPmnDkTzuzZ2W8n7M5/Z3Zn02ye8WRzzjnnnCOKAQOICipmFEVFUMw5oShmMYBIEpAoiEiOkoNnvrv7aYqiu98XxHAMz++qi4u3urq6urrCU3V3Vfso3Q06L3najkBbgZEtClJUXbMSDCOANUjt3uFj+tZbqCny+x8oZl82VeahrkrzUwTqyBQbpRvt0X+ZvO0bmVUonGelDQ+Ia/4ROIQE6LrROjUwnLLnwBVdp0BTErr9DEFl1VNapjZxeq3XXXFRSxoY1W7cJhpAzasaNC80E9qt71LTfZysExr+gNqNvbV30QfoBGmQ6CoJKmJqw/itRzw7+CMr5B2xxFNDbytrUaCisqrXQKVDgXmgeantLc1kwZgRE6ACUh3Q9YvZk5CwB583sYExLCugBIaTuDRGi77qtwAISxrYijWH4a+0b7WNeaSHXpdGW615qQgNDHa1bq0PGkN62RHp1O1uhzJJy3pQKkQ3gUsMV8VXW7sdur4DBWr5akrYMjHtJZ7LgGErdWNJnE7LvoeNXat5qYhTjBoYys9k9R1WpfwYZtaQSzQG3G2YZpVBX4/CiWCwHjWvavAQaRdunQa2Vu3l0ZvrPn6J3CCraeiYWrdgRGhgbc02rYFRR0mSR/2kgcF4gBWt23sclZfqUedejsbXMR8mZ1IP6OVdo2lRaYTbuOW0Lray8goyL2EVC60Ll6B3jjv1XKwrMyD5URbN7e7YVaND0Dxp604LdANSFD8y7W4G1IgZVjQwceiAYb+ZGPXz9qhEuoH5OwKMIjxx5IBOrQT0EkDfISu033/5S2RUMgoVxhfGvKIqhqMnTtXIUUIDwyWMRZTeqEMAsWMHkZGZ17TNXDSkoiMw1cBg6VFfKTQYAcYj9A79ijVHNC/U5aR06kSMlRSNAHWLSIwVtRujUSrAaFdxv5pvNbT9CVIupqTpLWFcUTf9CIRV3KKDndyI0SwZ7muf4QXcQ+r8DNrzWXY7dLsRIG9RgHHo/IU6JpFo+IzASK2uv74frXQNOCRrXWiySOjyNOxwiCpPr+mj1ybhE30HLeLBEIbCCOjF5e59l4p3wmj8i1ZR1+MgZ0hPHWD5U1iEFQ0MOY80I/ON48T8giJ0T8grecU2unXYUYhq5dqaAkPAeqEX3RY61iy4ERoYmjJdwUYfR4UEHYrmpdYOErp0b9wCPAVS9L9tNVvWY0w1MASmYoMSqJtjBOh5ydiQ5bRde5W5TaRWN5eCcq5kUdOZsFs0LwsamObZ0lbXPyIxC9QJ6p4DnDQvC1jRwJCGDW6ndEUx+VEmHdIt3rKigSGHER5d2zlDFcDDoql7MRsPOwH2FR6HsTtAAUDIEePWab8lDQx5q/vSLRArBwwrnv9CTwo1QvNSc4zaGYRPSdVPetwKiMYt4KisgaE4UeJ1UysgJ7cQ/riLkz4BmtcbyGukgc1bpO1lkWeQKOoJVb8Zs7dpvyVGjFuPQ7o5biI2XjFB4CLv17xth34XPn0GOWu/JdCGUp9dfw3M+KYJoPdZ0LrpBC2wv1rMkF8Kw2CDPOUeQmA8Sk0Yxp/0U4AODP4Tp7tpv6s3TnQ0TMQDDCEoWrGxuyUNjBYaW3eoybWbmlqcPnsHYRq3mi16KRmafFyw2Fv7bQGqw7h37Xc1qPxUk3Uv6BGo/DgEJ15LAR5e5/GgMU7WtY+AhP0e/ZbJhxqsgYmVIjpb6qy66TD6A7kYCOj9PnmlHWlgaOiNVhR6YnpqxrnggicllEKjkaEDPQ2CDRm12pghAXdiKOfFGxCXr4bTFe+ZbRB81V9brCC/4kqtOQxc44wengtsIxyVS516CSUS3RYZGP8sdtpnv3SPvGDi1Whg3nsvd+7taDpJSjIk6rt8Fi2WHzl+ve4SeF5IMCw509Qy1iFJG5VXN6MBYO6jScQhoxNbJ+fnF5EAY7oOL7y6toqRhtDAtnudJx8BokL9xSHjiAKER2jfLZNf+yANrE2XhcZmEGYWvcW8V9rqEFjSwPILNGXIOL8G7kU+pCVi9f/ghKCisspj53l3j7PhEfr9plG8SQ4xWts6aJJi/FSTygJmzVP6KdyUnA+wp909fG/UXp1D0A4kug6CZnOmznQ3rUcN1sCm2JhHqCMwKPYLtdXSLSci8NBJLJQ1MHpZGDlj+pVsKhsoUcbZSQHGYwgDZ3w09URoYOgx5QpC3QQcWl1Y83IOPKcGhqoHoxzxGwf24MiJmzi9Q3cH3WBVJji0Wh42s44wkKaKoNPAMDRCcTI9hYadM+d6aL9VrGhgj1KyMajGwN44TU+dI+5OfiPeyDB1x/n+w1bSLgU66G1QnQZGO1egNBp75JKScnovWLfIg2GssGiJYiahLTW2MGjYqb7IEhFZwmgoTPXdG7eUeXBUTPmjy2RWYYRlNGtjYlOog9PtBVKnBtZnsF7oAhhQILWm43MafKGZlY0xKxrYClUIQRNk2vDeDlQqOG6zPp+m0EHDNFMZG2mDBYJOVt5rNze3EGYGKrXxTb6ExDSyW0Kl7+IIDcx0w17aPKrPoOXiWSA8DVpNB0rIIqTHY6efeNz0OjPy32iuoIMYoG61JA9SLGlgvn538bB07TNBM5IoMLI5JzQw3Q4uAPdCdvW02iN0wkWdY0J3JuaM0OnQBLfpey14pni46D7EJ7JEeHnXeoGtOr7G2FAukOIUowamKknK6GOTu/7VT4AyMHSMYnIMGrHKaM0K6MVcxKOTaogTPgE4qtPA/C6F4lEa1RpArwXDTrZyRSA0MNON9FFCuqh96JwFXppXtQaG5sKocuXkaCqRca4NIB9omqLf0BVib1XSwHCWacdKw0k8OPFWCoKRlbjWVT9FDnAJsr7Qzgjri6YF4WAUyQ8UaQi7p2wKIldDKxpYYVEpbAOUcKMSg7JBm3pduqrX198FUFvp9VBYXPIUHEh+lIUclu1YPDiE7NhjsfzWIIGySvL27Pmempekgen2MCTQhiDn8XB1bQi9kdxW+lSYqQa2WX2FsWnbuUmGZRAoSwiJ+iXL/yT/oIsxDjcA2hkc/byJjZVvqxc8KaYCbJzgAqlpuShg6B1EI4CflEK54gui7ierV5whq9Tam+Kd5surJAkMZ3AITXdw9a5IArSl9E6kbideI5QJaLrFPuoCZbiqDiLkXgB9DXwa114cJoiJS8FR3ALtuQozmL6l0r57rdVFuBZtsyTPcV3zj8ADOmj2DRR67wHNqfbbAlY0MNIjW3SwMxo56BZpbDthWs0c7G511IbxoFHkQHh0NEiqrMcIDcw0w9GE4hDKtuiUaVSI+I3vVoLEpHQcRUU4LunHphoYbofmUReZ7YCHpKL24WiH7jWvCFNmovWmnwJE1UbdxFjeL9dUA0MjjNvXTXoQ1AU0aztX+20BKxoY8sQoaCHf6JULPEfNS8WKBnbgyHW6hNEQRbGkRQLDx2rKFpov3DjKrXE+lsb47bst0n5LGpipSXbnbiwyx7QL3rZD0fi/bWmr/VbbJWpATFUSPL6xag9YSwP77js0KWhJjEs8ERtV2F211+i/WbxGGpiTi7YtIZpyzesZIVtffvOCwMAJpQ2HTDcigDVDU4Hie1qFhaWUEkt7ND/r98Cca3sS9JaiLNIKLl8NxyE42WBCQYQPqp+xVQUojrSAV9x+aLUqJq8LRjdDg0zR7iA2UhdMx4qofl+qbymKff8saWBOKw+OnewqHDWUMJFlzzkLa6xhIzQ2hsWv/a4N7Vo5YNhKw2xPLdCyIBjySvtdTXJKFh26dsNkwgvGEB21vlJNQB15B0XSq0lNwzQwWFfUwI2e6KqbWSMZHwaicYYL0LC835AV4ihpYGi70ZaRjwBlgG5QXhEvoOZebMtuCix1uhG0hpqXVSh5MJhMx1EoRVTq5IEfDVpQjI2LbxAJTXHKE+vIOhIY8BfFPjTc2pzvq9HArEBWUbtui+SzyEiFg6lx9MQtK1PbTP2xs1dep0B3YFwXlZ3zBGWS8lznxLqZ+zGPqLChmp88U7O2lRysNDoq5vStaGDRMY/o9S4lqtrxnPQJhOGiRSVNulnRwGDK0ySXbv8KSxpYTGwKtd5uW33kS8OYxl9cnY4+/9gbY8W4+FSMV89dCEHM6KQQbT01sOmzt5m2b167lVWnjVvNNg6WiOLiMhj0uOiFS6G4KM34z63dxZAGNs2wboxosAamiGpmEeqgtzrQbJrW69S0nG9b1dLA0DLQ3g66nZoEYtGAPMupA6NuBIAzrq6rJ0IDM3WDRqyCfaLLT6GB2TToe2D0tkfzdvNgVFARld1aV2UjWZR8K+uozl9Q7hpZbfrRUHRe9Da96RwrgVr8IDEdReLi5TDUehoq6GZRrWhgMsgcZEhwaMLtOzF4uPTlA5yo+6SNDDo4mkTAFU1LFm2RLWtgMFxpCnLG7O2UUVSvhaOpVTv7XRSeYeqEvk8Dm8fUbDNCOyJgbG9qVimqkmpbynMrVjSw5Efaag+dLF2nBtZ3sMkhmfKKyqTkTNRu9NqoGrT7lk5XsKKB0T5pQwymICF0psPHTRQF61BKkI1GW6U+ZGblw7aH6YKxreeuC2Tb4Da1w3VpYM7qZzZgFYtO1nQTBStQJ44CU9PyVJtMaI7oO/PqBhtaeEsamExFRdXD5My7IXEoBohn2Bjl5YA+g2uUCWBFAwOUq/Iko4Be/8f4VOwYSVstfdV8Jkz0U9V3car6Lrx2a7kqBE7rGhhNwsIYk2fxrGhgCYlpZGnIT02GdKP23e2NqieBvKV1bD36LzNqA+DiFWXrF50GJoNagKp3NyT+mprhpDZ177fMaILKCA3MVGDAIG5o9YMTT19oYLo3+gGeOOWDpYIHIxZHZbWYJkAxfDZdf0nLSuBExianZNElTEfBACYrjqLfFFYE6sXI8cr703CwMB2d9sGoQ6WjozqsaGA6cAsoTnfuxp49H7TnwBUaxta5EcvbCsw/MmvR8qArQTUMC080dkBoeydOV3ZIQidFdbOWOxNA5Q1tqXaCpIHp1nMQsLfFhh/CoEWvREb+6vXHyAcYNTAEpw3T8MRN31fTgfhpmSOqjOm7XPkFxRj0IYCVPUjT1LUmCCO/NmcJXHGmun1xq07z5bZIUPCkmOY95JGaFQ0MLTYOfdWs1sIdoqiolBZgGYfAOqxoYBhFksl64LCmS+EW5qg7CrZob2dUHQCaEVryK+SBpIcZXzSdieIkNyO0Qlp5j8HC654oWhgDogG8fiMSBWmSWsyQSO2wBSxpYEg2rejo0nuJYpOf0Vvm47VdgmvmfskogvlhvckVWNfAYAngEIY8VNJQVmn6q0nrOcaXD0BpaTlNQspl3lQDw0gWnnDbvMxLqVCbxDT+lm1Ko4o2n34KkHvoWNEgy6+emGpgMsjbx6nKk/K/FYU+mr4hjfDaYQs8qwYGY6yD+oE63WynJQ0MbQe9DYZhI1KlOJ9A+aFX131NVUWL0aKDHeryMckwJlCSERLmsfZb0sBM35KRwYOGvYfMQQeHi5IeibqgHVbzHD5wpm9GIm+nzlLaQ1kD04FGIzZO+ZTPOb9gNIbfqvNROqXwzeI10sDEdHADXqYjLGlgsPwoZuvOe6/WmiQ/0sKLtljHC9HAlq5QFA5j0wCu34zEITh5bo40wi69TDQzArYmAsyy20E/UaBp4Y78labjp5WNkpq3txO2Mi4Bnzqdp7dWyi1pYDqoJssvANYJmSPWHYYWwp42hUwEY0+sbv6rj83ojHNkMPTRlqGBw0PHqKBzL0c0XhT4+TUwhKQ3MWFeY5ik+VYzzVY5ZN2hlxWXs6KB0d7HOGq6JxhNH680VByZmLgUisHUmjRCr0PieZnOGgAaPi2W9lKzooEBGr1gIKT9Vrl5+z6ZTeSatZ2L66L1N76L8So1MIygMFJyUssMrToiQxxOp4GVllXMXbhTLpkDhrus33RS940l5plYq+57AEc7JMhghINHI0wTuFXrjlLBjq7ezOducDwJtNad2IzIigYGc4RWAll35y/WvC34AjWwkOrFMdad6SxSfbgf/QiGMn2h2uieUwPDMI/i0a1qTXyYsWLNYXqtz+heKw3M01sZimAopds5hDBqYAUFxSTVmL7wBWLjH5O+eK72Fs0yt+/EUI9jfDmxnggN7OCR66Ka+PgG3bkba8wo4jk1MBr51OmsvCKwe78SAwwb0zGeFQ0Mxp7LuqO9BjpTI6Bzz6SBYayCjJpuu422dDY6KxoYhhZkVxjNV8KogRU8KaFZYOtuso32TQuGsQ6sERps17PMlJVrLwXPnFdruaQgMyu/VSfF8nH3qOkLXqUGlpX9BG3pwBGrqEnUuXpqYOiIu/VV+jhUbc2rNtnZBTR9WeckhQ7kAH39cezkjZpXPYA5ivyZs9BLWJU69zwa2LXq7ShNXxjXgfT3tNARy66ftITLigaWk1u4edsZ2Num1tfL08DEcNu6E9vUv1gNTFtd0WymcQUAQa/wt+wwHwaD5lUblE+SokeMX6951caSBob+1N3DFyaNqZX4nBoYEFvdiOGYFQ0sOFT53sGXzWZG3jef/6EX7VGYxV1Y18AQjJQV3+r3fWmzHHiKXW100G5vyChYBZqX2s86rzpErw6TQ/kcMW49bDCdGWBdA4MJGnAnZsFibxpsGt07q4HBlr5y/R7NXwmHorXG9bgsN5ZXVNIHI607lAfthLo0MHD1utLcodkXTxztHkoIxlnyPKRRA0ODRqsG69wxj6ioDo/b1LxqU1RUSm2pbhZCBuUWAVBb5R04LYEU0oYoMG41r9oUF5fRXrjyqrLXSgOrrKqapH4XBm0R+ehAIqnYwKggHwyBaYdz4YPukj5oNG6KvpPFFT12nh85fv0X6ouqOtdgDUxoq9YdmjIRnj7fYOk2jTyTBlb19ClpRaazzQDtvLZi275mwtZUA6ONwTBWMu37wPmLysuI6N/FFFZ0jDJziEIra11oDL33KkM2jJXkdzssaWC4Ea/dF/BkqUnXue9dA0MLRmKtdYcTdeGHjFojm6CFhaVkEMorlRHAugaG7nXX3kuwIU0zB55auGppo1Hj6UbtDeChWNLA0PI4Ou2jZBgda2AvBvRSlKGm20bpQN9GX1zXfqtY0sBi1Q2X4QYMWykvS9I5Ma8kwgvjScf3ooGRqGCpBwUYPCCA3NDTTqzoV8QkPr3htWR5zbaHcdW7Hfa3mjlnz2tN3svTwMi+ad251tIxnVvg4G197pFmsow9MaxP+MMNG7NWF6fs5Hfn0bLACBPNCnrE0RNdZy/wtF+6h0yH59fAdqlf2EKaTXfhoIfVupO1DMFFxeVeqgZ2NySeYrD0Dp0OlEMExvhKlxsCmsWes8BTHG+ABgYKCorRcdKHgoTDHelGFK9GAystq9jgduqr5lqZQfVHtz17vqfD0j19VVtNp4ERQcFxSJ7QVsnNmrfDuGc9Ux/QWFFZlV8/twRGNZTh+dWrTIQGtnP3RfFSs9GJ3qc+GpgSlT6GmreE5I7sZWhgXt4XxLXg5BeU4CwJG9Zx23qGWjbY4vZL96IOosahJN+4ff+FrAMz1cD2H1K+HQ1P1Cx0Lrgv9Nq4KBwNCV5DDay5Ycd54iVpYIlJ6TDrEaY+GzbSLhNbd/jKI16hgVlZd6XjOTUwKsDoYQ8fN1kHRu702Tu64i1DGliztnNN20xLGtjREzdpbqtZu3lzFnjBlPf1u4sRPgoGffas/hpYXn4R9UFoeQaNXL1q3dGjJ27dvH0fUWEARjWlPhrYspXmMyBGDQyWGM3v0GsfcLp6TT+RAArPMNZBI0CjXJs59arFsHZeZw0MliqtQkOniV4GrZyP7507d2NRI0ZOUNZ21FMDQzrRt8L/hWtgSDNNedRfqMaoBPdC5k3vgc4wWWE2X/OPwE2hH6GWX67yz6qBXbl2Dz5fNZtZnx2ShQY2fOy6mpZHWgdG/4j9+YElDSwwKKaFmk50cFNnbXX38EWDHxikPCwabr9sDQzXRX9tXAdW/TNQhH+xGtitQGUf/heigcE40bxqY6qBBYcmUPeBZzFlpjusNZQfyvApMxXt6hVrYLguDsG6e3kaGKxxusQzaWAE+vcjx2/OnOtBhgQc6iBGdnIjZkUDg+my0HE3mQHd+i5Z4rx//+FrqGu4a1RMivOd1cAIGKsok+s3new/bCW1b3Ao9iFh2p4HqP6j1HYb5Vyum5qrrrBy612nBoaSQy3wweo98ejbSLJsD6xoYMPq+mweITQwxKx51ab+GhgKsNizxApIIWlgluYM3yANDD0U+egwamCAvogMc5pG9BgRoHdG1ZP33AORUQ/pcsjPidM3o+9GIaEGkBbQPI8GRt/hhpGjdIKGdWD00++SVt+FBmZldldHwzQw013HQAM0MF1mCowaGMZKFBXSAzsw/F7izYBoJ5dDyHbE47W71hdYTDWwuPhUWu2HITmMAdfNp5F7AXdi8KQWLVG+B/b9rwP77jvaQBidpuk6MHKyrfIwOZNGfCPGrbtwOQxVG+F7q9swtO9mL29nYl0DS0zKoKR+3sRm7OSNG9xO4UKUObSRGPJZC1pLAzPZEAV3YdTA4Ll+k7IRC/zbdbO3X7oHpf3i5TDEj8pCo37WwF4M2TlPyESABax5WWbgCKXGohXQfqtY0sBggMIfrp473aWm5VL4XdUrw3R8LxoY7gs+HaSXXHT0HqTsgS7vN5idjSxVJvJIYkFsFG2UtO1yRqaWOVam1WRengY2S9323coyzPpAddXYE6NFpmTX/ysp1HCjvdvicVanttIHnJ9TA1M+A6Y+nXWbTHYnB7MXKD3xhKluuggt8VI1MNowBMHquWpkjpp4FG9L87BkU2IwoP1uqAYmwAgEw2bb+Z5U5tH0yx/OfTUaGH3QEhbApq0+uol1mlk21cAI3DWKBMaiNOECB8vMUu4xVlA3PFRGv/XJQPrwcudeizFKIR96ExCecvmxghUNLCFRiwrDb82rLl6gBoZBC+UD7BXN6wURGv6A6uPq9cfksSJAImGS4tBzamA4HUflvRDRBNHtLHbaZxxBUa15rTQwWnWNZtN0AdNL2gsRd0qf5YeFbeXz2gTJNrC5UYY1r+9DA8NoUElwezvTyaz6cOZcEGJAVtd/L8TEpHQqqPMdvIuK9aMgsqbqr4FRZ4FbwPBDV9hQzKhLsqKBlVdUUi88Zaa7ackyamAoLTTzLi/0Z5jngfZCxLC8nobHa7sXIsY+NEmE2gp7QPOthj4aX08NDLzsvRAHj1xVzwz39L6AgQzMANi6ulYo8WEGukvEJnf3z6qBib0QTb/ja4Q6xPFTNmm/68JUA8vNKyQxddSEDfLKD2KeurX1y9PA4uJTcctfNrWBgUE+1nmxGtgL3gvRTLUyamDo2Wnqf9iYtWnp+g1IqIY+pwYGcxqlGkfx4ESP9ir3QgwJS8BROJGxDdgL0QhajGv+ESSiw944JYkrVjQwGB4IjGKPQbpuAIgCTzX0HdfAZFLTc/G4yTxTWyelKsGsIlV1zCRXClYndWpggD7UPWC4C54L7ED6lOCB2p+JMmpgSAzt04PkmQ4udCAMRjoIj9JlHLyA+uyFiMYcAdBYXbX8bV0Brkh7IcKwNN2I4k3aC7GDnel7hGhGdHshAtwXbhkmN4lMvupG60ISI2B74InDf8AwF+Pob9X6ozjUYA0MxYFWnukEJEsg/EJHRcvp0N2+PmUJoEbUXwNDlDT9BR+j3gNKn30vRI+d5rKHcS9E8Cglm3Qa2SEx3nsv6e7XqIGhvaXNkFExjd+Eo+L0vWtggD57hi5Y+10XuPGt1VvfyQ4Gle42rWhgsABppQR68weGl5Z2qJ9fkTUwVA26imk9RZKMGhitHkHn5bbtjG6qp+qpNl/BGtgLg15bQHZHGT6/JoMHSWb6rNqvH1rSwGCN0dShpQYa9jR6F2GWYTRF8a+wMLnwvWhgtKgLmVNYaNKKoU2n2THdF2Vt1F5wrqpF7VS/sILBJx0iUKwpc7ZIr2rKaJlTfdGXp4HRhxzRlZr2Ak+elCAZGEtovy2A/EEkxgeNtpvMX/HVNxlU/lR1WaGYC4PRQ1GZ9jGmGhh1Y/XUwBA/tWsjxq23JIqQOdK5FzLEJEdgMegy5KVqYDm5hXQjGMZoXhLokumtBzHK2uCmjE+Q56bjKFXwVh7HDqkrfVYNLDMzHzmQX6Cf58WYlnajsrPfJXKOtutF6TJOXwJTDYy+2Fd/DQyDakqkqRVr1MDQzlCp0z1e3P6ylYr9gUfW4I8jvuPQe1XIQKO9LoPxP7067ei8XzwFWITN2ipdiel7N2gA8XzdPc6K93ZR+C1pYEpUqpVgurIHUW33UqOStr5ssAYGA1p3SmlpRXO1A9qw2eTDljDjkGBcPTqm5ur1xEP9OGXXPktME/lMGhhGkqbtG239L0/rnDitfNodY1rT4dDzaGBJ1Z+7F7wQDQzmI7Vypp/mQsWn3bSFBgboXVHkjDzfJ6CygZbH2OjJHDl+k1p79FOmN07AuqAnBXtGbspevQYWE5eCcQVOF/uRyqBP2brDF043zS2jLLhUn5f8aT0BkodMw1FZAzt3QRHeYDTm55vcphUNDM9I1/LjYdH8helOhvXRwAAVrf5DVxq1AeC6WTEGZA0MoLTDc+T49brBCXHg8HXUbksvbDKMETv1RS6MSjDI0rwklizfP3byRrQP2u9qs0oJb9ZW3LgVhYYIAxNZXWiwBoYqKRaUCCxpYKHhD2CvolXRrTcirGtg4gVtAX3dtkN3B9O3GW4HxuA20f4YPxteJ5Qb6LtNFQ6MHMdOdl21XvtSLxpz2u1j0owtRiP/hWhg6BTIYjE1YpFF6CzgEC35rHVVOotufZeI4bPM+QshaIIwVBTdUGzcYzSGeDSw0skHREUnw1N5edzMFHnZGlhmVj7NvRp3ygX5BcUYpLh7+Kama6b482hgRrlIVZKUq5tam+hoho5R+oUho9foOh0ZJ/U5tu68ICPTZIDsdykUR2UNLC4hFcUVFTP8nskroc+qgZnmmxjh2jl4a15WNTB0jjSrq5vBIHDvNNk3cLiLqLNCAzNd/E3THU1azxG7emIMS5/5lHeaEuASZH31H7aSLoG/KLp49MZlN7giiYhzFtQYnEID2197KyMUfppbRBdvHH6+4xpYfEIqmoidey5iGKV5VbNbnRDHWF60FTSr27brItOp/IuXwxDV3oNXtd/108ASkzLQTcB8RScVEpaAlhw1RaeLGDUwsFlVTFu0n4e2SPOqBk8c1RlNNxpYzat6vh5djFF0ARFRD3H0iyY2VvQtdMpUgE3rSFZ2wbgpGydM2ySmT1F0ERhdqqj4MlH3k3EUDe+lqzU282ulgQGPncoTRxkw6h8AAwccRW8i1x1kPrVgNnO2o1JT1ZP3vgLIK9w42sDrZkOzempgMMXRlCEkSq/mVQ3aDfgj5y3ZRWqZr5la3K0u9sVwDCaQ5lUNek5P7wsoS/ZLa96MfCYNDNBi4m9a2JpucZyYpDxZlHy5mpAGphN1YLPRLS9aslvzkoBNQkvoOvZcLFppXLFFBzsUD9/zdzEY8fK+gMTAGjEdxRs1MJR5VAo8YtMVLK9YAzt64iY8v24+y/hYz6pvYcKGMTXkUGXwxMVsJ4qoi/oNDpiv129GYsAOs+T4qduR0uoUAXLSkgaGEogyjHiM79YAowaG6kBdtunMPFI1xUavgVGXLX9zR8Aa2IuHxi3I0yGj1pi+uUAsWqJo2nC6qSVLGhigz1cOGbVa+y2BykYXlZcHkr3V2WwVC4o4tQKvWAMTmxaaduf0qhdcWG2jlvY7RmuILoemdbx269tr2mURwwbttwTaKZq+EW84okKSBmZpkRzRAA0MI0mcAmc6EKJebdDImq8rm4LmAMFMe+IR6rdtp5mtMoSJQCcKayA4NJ5uU56eJtAWIBIc0mlgJIz1H7pS11hQ6ZI1MBFDa7PPgAkC78ZSqjBE1LwkaKHrgOEu4nIvVQMDtFklKpHuBgFqLsUvNs3HsKHax+S1PvSFyF4EkI2zZ9XA6OXHOQu9jEWCXoCCRSiSShIyuijjSBKPgOaCdRoYfVaqz6DlunELKiD80TGLbp4Ij0iiZ238oiGSMWueUstkDQz94udqFqXUXmUIUAWo3qEcal7Ms5CckoXRLzIQVrWlD0zCjiShBU9fN1NGenbvgc66RwwwTKKiKFpaKxoYWKiu1u9lFhVqjRZVeE2j3QANDLUJnjhk7DTF8kejpqKsQ1WvLjYbAUkPM8+eD8rMsvgaLEH2Mdo6sXhOgCaUoq2nBiZPUggeJKXTJnVo9kXt9lRNOgwCjZOnyEnSMp9JA8MgkF4cuXNXP8fxQjQwmAqkDCEBujYEhYFeFYSTNTD8j1YRlzbmCe4azxHhdZKVEZQcaqtxd8dO3jK999LScnqXGde6G1yrkXn1GhgKJw2hZ87zME4S0VilZcf5ptOsRH5+EZnjk6Zv1mUOshqlqJF6R/JsHSnHaB+M0WIoQm9R6DQwWpkNS0lXN588KSFLzyh14+oLFystAJx1DYyGqXgcxoFQdGxKc/XudBoYrDv0OOjUjPtoFRaW0OyPmEBnmDqB/QbDA02QcUI2J/cJjZ8xete81N7wy6bKnjY61QqgGtJr+70GOsmFliz5Z9LAaLK7cy9HozJnSQOjeX/07EKtEWBU1aG7MpOo08AyMrWdG9HgaF7VwLRDW4rbxDhL86oGtzlN3fioR/9l8nJSVMlzfsF1Lmwl8R4xnz6rn8XIyyuiGU+n6v1RkWM0827cfBKNvNid+Hk0MNzOUPW16x79lhkbRmoz0RaJffkwskDO4LqXruhfPkDe4ikjPKxxzUsV6ujND3kkgscNH/TgiUn6l1HQs+C54+jL08DQ49DO7ShFRgsKlgCeDowrYSI2QAPLyS2kIrfdU28iYrA2eYZSTfBkjRken5BGb29gcKR5mYGhBBKJIZVx9++s7IJeqtkga2C3ApQNGL9uYdJxZGbld1fLWP01MDxlowpFO5IhVfJOmFY0MBRgWiiDx/3EUGtQMKhl2CPVTWoWUH2Md11UVErGUs/+TuIucAkSv5EAY4Jh+tKi1d37LpMP6gLZUcbqhrI9fKz+EOwlehPLdXMtMwDlluqUcQETkoQ7orHeu6mBBarfw0Mhj0+oEcUJWoKANlzMCCU9zMC4ANllrHoVFZUj1Rme8VKtr48GhuJBJ6JlIJt8xmz9nremGlhCYjp1CmgVNa9qUPdpm8EFjjVSAQY1FB5DPM2rGjRB9kuVbrF15wVWNm9AMNv5yjQC+gXj2xhU4xq3mi0qNbKLruhdXaQFaHboHV/clzxr/7ppYGiycEXcgqd3rU3zAG6BXsGB7Q3jRPNVwdgWpzRtMxfdEwYmsJB1Eyn3o9XlyGb3goxFX0OJ1LwsAJODQq7ZcFzzqiYzMx9dBtKgk8OBajAos3/ydHRqWu5XzXGbKIT6V09QPmnbsxnSDtXPqoGhz0ImIH7jqBxNEPVZCC+vf6U1CWgS5d1lEJgmHmFUZGfrhzPoEcjY2OBW89Kt8yrFxrA+XSwwamBU6tDIG6cu0YkMVDt6hNe8LPCiNDCaZkexMW6Wi8YfyUAOe+zUVwFkGu2U2HuQ9mU+FH7cEaqqqRCoA32NJQ0MtQP+KGaXDHYpLkGTFWgBNC81JfRGEZIKm0TzrQaRIFU4KjQwhKfdJmEakY+M36UQXBpHjRpYRmYemtwkM936deP10sAA7cYLh27JaBBjRLFukzZBAxNE863GigZGUhDcaUNfSGY9nDwNShORcPJLJQBjMHoRD+4Va2CADDKMtXT9HzqA7v0Us9W41zDqT1u1raRXG1AfjC2X/80oHIIzvqRGe3DDyQYKNb7PpG/VB7T1uDXEPG7KJnloCtA004BnqbRzsSlUJ017Yh/fOziEALfvaDqNgDpmZI6Y/L0f84ii0r3jhkTixuEPp9PAcFF4wkTTPR2jBrZTfAbMTJESlFdUkiEF01mXIdnZBWSTLXbap3m9fA3spI+yDgNut37p93czZitDC1RA0Z2gF6Gn2W/oCt1EQEqqtjIaD1rOwGfVwJBg+GDIpOvDcDqZJvMXe4vYL14OQ/8ET117jQdN0wpwOg3Mu1o20xlYN27fp8yUxQOg7qmiJPLA4Vp2D7KChBA4WQODXUI3ZXyN6Mr1e7gEHMJoXswzguJKVa9x6znrNp7IyKzZY6esrAIDTiokcF4G8xp9AS1MgQUghtAAhg7JKhjrCvnHugaWmISolKMLHWtH9aR4iGqjdOldaw/DBmhgKIdUkA4d9ZcrFEh8mEGnYHRXVl4zS4ir07AcQxdxoVjlc1NK4LZdFlqfvINlj2Bo60KlTfnQXqEko77gEFw9NTC4Dt3tZZ0S4wGaw4KNKC/wv3A5lCqFPBGJ2nT42A3SO+GeSQNDKwpbEAFgF4paSbwQDQzQJCPKIXJGNMtorxRVRm1D4GQNDIdoM5beA53l1WmwlWnTTmSvnOeWQAGmVh13sWjJHnmqq6Ki6tLVcNrdCw7FUnfvr14DA+cuBKPxRBeMXkDuv6JjU2jb9JlzTeQxGZd1ioWDrPbY6SdCIt9gM4islntz/1tRCIxD8nwKsuL4qdskp8HpNDA0FPBEe6J7BEgwGWB9h6yQZ1GRLdNttY/3wFnXwFJTc+i63fsulYdYQcFxNNWoHKqtgZWWltNmdPgrb2kFa4FeM0RpMb7EwzCWQBdDvRIq3c3b90Wz+aSwhOzeb1vaxkljAfRcYycr+gEGBTAyNV/VTl7rehz1C5Vap1I0QANDyw9PNA5GIceSBoZ2gzbORV8p7gL/XL1+j4xPOJ0GhvTQFDYaed3cBNrMCdPccAj9svyWIbq8DW4n6TZlEevO3Vh6hwMjMuM+qzLiXYTm7eZduxEhkoqOgF7EQfctvwNHyUBuyyt+8vOLkA/UYcE9jwYG0DCS8TN7vqfoApCugDsxNJ6dbLNFdBnIwKn0RmB3e/EJEIAmcc+BK0gSMufKtZqVDdnVy31s53sKg0SYWxvdfeSHhZSQAAb38jQwEHk/WZ3AmrFq3VE8U81XFYTISuw7eIXIogZoYIgTJQH+aKiN6ktkVDJMHQxP7JfulaeekS00hureb5m8kZeRwqJSpBAhUW3lWV2YT7QxMpysgaF/IbNwjetxOcNvB8aI0VD9NTA4ZHWGNFTBMJOKSp9By2VBy4oGBlB+yJDDwE3u5mAIkVEEU1merycNDA6NEqx9USbxpOjDBKiVOnkMhhBpinb2u+Q6/jA5k14RRnnLlSYHqbTgFN2+6DFxKSSuyHuCYURA23ahQumUDEoPaqI8qYU6jtKCZg2H4N5NDQwPlNbQI4vkqofMpOnXNp0XisKPR0xzuGhDIiJrhgwounjQamtjIy+JqI8GBo6rm5ajUiMliMS4bYOpBobmaKb6/Q4YhDBfRT1C8XNyUbQZWF9oM8kToKmkJh2FXF56hZvasctP7URm1CkVoJOlMcvkGVtEQcWV0StRuzpifM3GQviHXoJECnWDJpiyuBxaPC/vWpMPr5sGhqQ6OiszpbhruYJUPX3qvfcSHjduwXhRdOUDh7vgEHUEqI8iTwhkHTWAS5YfkBpA5SuJ1NTA1amBIU5aZIY2U7ffMro/WpuLBhljSc1XLagXLoXSa0P7JHkMUVFpxwAcZUwkCV0krbRGsZTfMnlWDQzpobXs6Gflbgv+Bw5f+0LNRp3EQtN9itFVewEWOhEakcHwk1tjdIuU26gp8rQVvTKO+EdN2IDSCPNv/aaT7h6++w9fg4WpKwZGDQw9BRX4+Q7eIlsAKgJ1qRRe87XAi9LA0BPBE/fibtg1DWkj1RDZfjPgvuarAjMG2Yj+XRRUPG4auGGQPnfRTmTL0uX7ESe6GzRfqGgUjEC7YUkDg9FLS/9t7XbImXM/+hFt9QmHS2u+KndDlHd64I/HJ0wRnHr2XBDZYHDyOjBaS/pF05n3pPYWhgHsatFz6eZUMzLzm7ZRzHi0FcaXbF43XjsNDIWDtH1ysLZRsA4fu4HSs2CxN1nzcGjUZMmasKKBAdhVOIqmxGXdUXSfGBuERySt23QSPvDXzd2gAxa24LKVB9B/oBx77b4IC6lx69l06NVrYBh80gxj596OB45cx1AHbs+Bq4gEnqjhpgWOdqUjJ79KIENL65AVK9ceQeOCzMFfjO7QWMNf9y1o6pNQkewcdhnbguchMCiG6tXwsesuXQl79DgbRjyabBoJYHhsuopchqq3aU+MNoI2sUSL6bbVJ+p+Mm4zNPwB7BV0pfCXJRC0O/SUYUL5+AYhJJo/9AroWZFLtCeSTgMLCdPWQmHUhNZKmGgwNeApNLDomBQqct36LkHuGZ08T4fnSxkC2xqFEBmSmJR+9vxdescNGZIsraN62RoY6iZlIKKCwXrtRiSSd/JMIL1FBSdvbAiQt3SneHywUBH4zt1Yz11+NHBq1nYeclULqvKsGlh8QiqVz6Gj11y/EYmWt7CwJCLqIS3HRk2RjQ/xqj780Q3vPXAVjTuqA3omWG9kT+g0MGQaPbteA502uZ8Wcx/o+Knjad9tEYZheGQot/BHmaE3LmEinPQJpDJz+mzgkFGrkXh61VT3PTCyiZGkLdvP4smiM8ZZyCtqyvh7YM8JrEayn8hhJIAGHMYNqaFwKD87d1+Ua7Hg8PEb9PRhfzg670PBw8OqLkIz5ZdbrWtg4Mjxm9TC4NI1Ual2JKK6er3WfF8DNDBY/L1rDPf56B3kNxOPnhBXt9dfvdnMy9L8lK+fsp6MnL9VeR51jWKABTl34U4MbBBn+272aBnQX5PFVk8NDLYanYhaDDN3+Ni1dI/w2bmn1nbhBQXFNNBCbZpltwPxoyLTHBn+IXXqmTQwQHMTcCgniGreop3U+LwoDQxWSpfe2uf90KEgeWgHyEBEN0p3Kmtg4H7MIxoKouWfMM0N9jGaKRrJI0mWiquR5EdZQuWFw7UwuoOpQB0BOTw1tFraCdV8LxoYkrG4WhfsP2yls8sh2C14yvQU0D6npNbR9efkPunRT7ET4Lr2WTJnAbJ6E73ZjeJByZP7VnQW1I3iEjZztqMML3baS52+nf0u+vq6TgNDey7aExRyFBjRy8M2oK97IofRj8B2wlNDzGgxPL0vkNlmXQMD+w9do/tFezJ64oY5C71QO5AnuH16TVingYHo2BTqvvF85yzwxF0sXXGA7gtujetx68Ihw+jACJzG/583ngGzc9GS3VNsttAyRPig1dWVKNjkJB2h6KLQYihhO38HdQEIb/xgJCojDj2TBiaEEzj8g3on5hYtaWCInHY2Q/VBK+q6+TTGlf3UeYfxUzaRnqfTwACqKvzhUGFxFRhgIpGP03K6qTo3bnPUBNzmbtiZNPLCJWA8y0uiPXYq78PBoQ033cRJBgGoF0M86F/QJk+Z6U6WBnxgYcoW4+3AGFrx3KrjfNz7xi2n0aegUYLb6uFLZ8HS1kI3SAODzbluozYuxnNH24ihN3pSModgRSQ9rHVH6Rl51ODgZtFgbth8avnqw0NGryEra9Y8j3Lp5Rv0XUuXK4vIKfzYyRtLS8th6kyaoazIx/3CBzGgCVUnMZUvhCFDcOilamDoUnfuuUhDLRyCmYQRHGwD6qnRd9yRdsNrgAYG9h++hrvDIVwFjxs1BXYjHZKvjsZ81rwdqERjJ7tSrwGf8Hp8m+1WYDT1TXhwg0auRgkfMW4d7FskHnUQ/rIGVlFRKXYLR0rWu510XnVo8KjV+AkDbPEypU7VXwNDV4tLf91iFp4dSmPP/k5kcDZpMyckrJZ0ZF0DQz7s2X+F8gE5jJKDfBg3eSPNzcFHFxtpYPCnl4NRCG3tdmCISo0VHOwH3S3gEnsPXiV1HDbVzHkesK9gktElYDzrtK7i4jIa7CNV0223oXvFcA+pInMC5qhuGur46dv0lPEUOvdaPGzsWppgxbAUuQF/GCRoOqh0YQiMR4z/abnnu6mBAVQNaltQa1atO4ocRp7Qu+Z4Uid8ArRwKllZBTT3jRxGx4QStWLNYZRh+MDB1Jc7gnpqYGgK2nZVTG44tG/GwmmqgQE8fZJM8NAHDHOZv9gb1YoqBXxQp+SmG+TlFdErJjg6eOQqtKuoO9R7wmfuop3GPlEHCrD3vsvUOKNE4X5RnIaPXUcZ2LrzAvlFBIBbo5cdET9aRVwRNZSsXPjMXuClu+LrpoGBgifFtOUPEoxOgW6B3jmDz8x5O4w7JAOv3VpXDudtUBbxXGjOEzEg9zDkWbH6MO0UpYw+1KVLdWpg4PK1cLoE8h+tOuwQIQvlFxTTaBGHJkx1W7vxhMvao+iSKDxKrM6SR3gUIRxCr4fODu3DzLke1DIgkcpITSpLz6qBATwjasoQW/+hK5GN6CN6DlBGTI0wpJ21VfdEnjwpaadeHQ6V6NCxmoXIvn7BtJi7Ses5aBXRhKL7Jp/GrefojDeYizCHqFU3OsSAJ6UFNdPAYI2Qmgg3ZNRqjGhWrj0yWjXteg1wWr1B6doQngJb4kVpYCg2ZFXCtehghycuB1A7C6UhQg6PneS6ZsNxGANooyj8oJGr5AtheD5wuPYeqtENHLFKTO3CRrWkgaE1oM8Z0inIDZd1R+mTUqjj1Nsi57XQKjhlmbqLD1yzdvNQMmHgUW3CYJPOlTUwGFpkVaKLxLgYjTOKYqtOC1BK0f9S26XTwMSiGrijtdeQvIa8dhoYceT4TXrqRofitXT5ftO3oqxrYCi+tIOT0aEjkRsLAiMTesCyQwcZE5uC5gP/v3oNDNyLfEjjLp1DbbT0EbWEB2kimHHDCgKZIxoanZti466z5tMzcrv1rckZVCrtwIvgdmA0za7qHFp8445VRlA8ENhST4zOkl4jMjq047rx8L3IJKG5Coc+6VZANMxo/K/TwABth0hOdORknQgNjN5pteJgN8vRBgbFkhmnc227LpJfMgIvWwMDRcWltKpX59DObnA7ZSwJGI2TWaNz6L2Mm309qwYGYIKId/Zlh6GFbgEf8LsUSmNa2WH8k5GZTy9l6DQwgNGj0Evk/QSOn9KGOuTEFlj3ox9hHCX8ybXtsuj6jUh0Bvhfp4HB2qbdOYwOXaZx5x/mWXmcmuO6+TQegS570aPPd/CW3+k2cvP2fYyuRQGAw0MfOWG9bv1fnRoYQKNhEtX49cG1R/WgARoYSEvLnSatONla++uDaFRxLd3VYfHrBvzobkRG3bhd61UmI/djHvWtfg+LHEaD125EohEg/3pqYNNnb8N1MTaQKxQMUPltOAEMRzSPIhgchl4Y3z797rspM5U38jA60oKq1KmBoWtzdjlEk0dwYydvpOr5ojQwkJmVr7u7dl3t0TphdErTIjoNDKSkZuNGaCJJuBHj1qNAaiHqB6yaQ0dv9BlUo4SRQ3MN2xemqmm2fC8aGEC3hS6M3ncR7qvmM5EV9fwsYnbOk0kzttAGs+RQng8fuwFzkbpyXaeQmpqDQYv8aGBcIQyGbbPUDaJ1GhjA+B/lVpwitlhBTmKkLfcvyGTb+Z4pqTmx8Y+p2tapgQFcXbxcD4dCiMKGCnJI7RyNGhhAE4emTDfIhEGIqOS+hmHqSVZ2wQLH3VRohcOg+uy5IFNJNSe3cMlyTdEXru/g5T6+d4y2aAM0MBAb9ximGtnSSoDqj6ZY0sBAXn7RrHk7xClwMHQ9vS+gY92gzg4YNbCKiir0rWQPw6HllOfXcvOKlq08IDoLcr0HOSsdUO3bjIl7TBPxaL6MX/gwkpP7xH7ZXl3M1LUZq/DZ80G0twc53OD4KZui7iejo2mtNh3PqYEBtGbnL4b0H7ZSthnQwsxbtBNNvRZIAlm9fPVh6gKEQzvmsdPP+JRhL61QAit9H1p7atAKnpToujwY0ngWON3dQ/nuzkvVwAB6wktXwlQdqOYWkB6YBBg9aYFUGqaBoaTt3HNJTLWrAWpmxHD1K9fvDVFVKAoAh1EMMhxPUAtUFxgPircf4BAVIgwNf3AvIgk/ZQ0MYOixYLE3GTnkWrS327ztTElpuae3sul0/TUwmGq3A2N69NdfWn5znLCugREYKw0bs1bOBxS8OQu8HqXoJ0NIA+vYwyEjI8951SGSDMnBslq78YQlRQGWj/ESs+d7ym+UCvILlEWWZOEL93XzWfZL98jLHQjU1n0Hr3ZQ972Ewz/iXftr/hHolEUMuPrwcevuhsTDyqKJpndWA4Mtfe5CsM7wg0Pza6pdPSkscVl3lHoK4VAl3T18dcpNPTUwNHekiMCtM/vUliUNDKAko+kTsis5DPMPHL6u61wI1HqUTJoYFA59696DV+tpraGtwEBgaO0CjJYKxmqS4cPGAKOA9ZtO6mbVUOT2HLhivOJrqIEBBN6w+ZRuHgxX9N572VKmoXWi4RU6GtPXUGAwqIuna8xmlCg8fbTbSAB+1kcDgzmE8UXHHtqULK4oLwhDHhpzvlm7eWgGTVeHw9hYs+G47jZhjezae0nu+0ADNDCAW3bb6iPMG3Idey6GUWRaVmNiU2B0UTFDGM1XBd3K+KmbapfAGdNst8FO00JUk5iUPmC4C46igT1+6vZJnwAv7wv0Aqv2rlWTGWJcZtTAQEVFpZPLQXmAA0sDLUBhYSktVntlGhhAuZq9wFMkxmVtrVlT9Jib3PU5jAeB1MrrodHgID+Rnvbd7D28zuMujhy/CTsHQ++J0zdT5J17LabHh0djSQMDKP8r1xyRMwe5gRYJ/c45v2D8xCEtaDW4OqKSrTV0Z6gLBU+K0anhp6yBgfCIJHq5XzhY7+imYfTSW2U6DQyXptYA+WCUMF43XlMNDODRXrwciqJja7cDZujYya6w2NA2Gc0OAaoWipFxIbNMwoO01euPzZizHRHCRF694ZixQReg5YVBQwmYOtPda/dFmsXAAAwX0n1s3Gu3cnWdxmDqSWCYh0OonNpvCTTZqHs4ajoJjiqBwo0WBOlHhUHZhfEkvyNgBFdBbFt3nKusMmnpBOjkkCE2c6szZ/0x48dgCRiXl6+GY4iCaDWvFwd6joNH/Bc67qbnbme/C02k3IJYASMcJMn6V5SiY1MwBpsxexsinzxjM3op0y8DA4wq0VhTMubZ70ILTj13dMwjPKDd+y8bpxARubrG6Kx4Q5ySBGOXfiKT6eFacqI/EKBrPHSsJkPm2e9UMsSwpQaGajjdc5cf2jjNq5qMzHxKhqk1sHPPRSTJ/5a1iiMTE/sYmabWC1dkI4qBqe1FlJVXoIlHcUXip9hsWbJ8/5Vr90xnUiKjHiIZaE+N6QfbdiiFzaiDYvh9+PgNR+d96JLV0rLTY+d54163RGpaLlKLwTaq89IVB4SICNMWkV+7YVJP0amjEcBRnV6izEse86dHSevACNhAyGqYDsqTWqQ8KerJ4pRv//qijzfOnqNsID/nLPBEFk222YKE3QqINssDpoHAgsQQ+m5IHMZC/jcjI6IeWt/rT+Zxag7KCU7EX9QjzVcCxRXlCsHqjDNVjspCRwaDDFGhmzPWgjovJAKYtpapaTVXt9SNImaYZRjnGJdZG8HlUDt8/e5evhaOf0SCs7IKLKVBRmhgdCJOQUeJvgztmIjKFDShFy6FXrwSdj/6kQiJrhkxyJszAEqJbi9TU3C/CJmdo901bFlkF3x0QywKVp8IdWAkcM0/AkN93B1NmCLlaenKwzKqGgTuJSg47vTZO3heKL1Ws8QadKHQsAfI24uXw9A5Wn80sDqQKjjj/LUlkEt0L5Ya3vqDqJBXN25FnT0fhIbRymSZJdAZwUD39QsOj0ikjqYmq2uPCQmER7ZcuBwaeT9Z3HJubqF6O+YPurxCKx66WULYReihfM7egeGUV10UKyqrqFaa9npGEAluHJHcvH1f1FMYHogB7Y+lqgF7IDg0AUYpillsfE1lZJiGATs8JCzhzLkgmPrxCal1lihUVQqPyotxlqXWAwYbSjJMa2OEGNpQPTUKWoQxgJXYiPT0vCvX76GTgpEvJnqoiUPvQD+NKNGmmUeLDhq3efZcEEaayBZLtwlLu3WnBe27Lap/k1haWhEa/gDt3qWr4XHxFmMGuJGQsAc+vnduB0ajbSFPtJxoLpBsuVESLbPpy/L5+Uo+WGpV4JecknUr4D76IAyTjSMOHWijwsIfoI9D1wxjXtd1GkH26i6NnxgXoxELu/dAzPqht0Jjqz4L8lAQ92WcqwUIjEPydKQAsSGLkFGm2YvEPE7NRq4ibwOCYkytoJpLG6ZxQUFBMVKbkWlivxEIoOa5uYGHYoOroxKhC7DyZSBLIG0wMFDar16PgJlEnigtSBLSbJwlwA2iv0CRQ8ETO9EVFpaqt1Arw43IGhh+Ij8x+IWNgWEU7sL0XKXeIWZkvtWokQ/Jj7KUfPANuhscpzPqBEIDI3s4v6AY3S6yDhaO6aORUS6RolwCDxpWlthWzhIlJWUYNaAlxA2i+pvOzMigshiLGT0d5PaN21FCb0MAFAYUCdMa+u6AIoFSh6E0nuCtwOh4yz0IgYofEZkEsw2tDR6NaNtlYHFVV1VzG1sAyxBXhzPtepASiseSra4afnHd+i4dMGxlfZo+airPXwi55h+JoVOd4Y2gAiE9KMCnzyoDujqHJMiusHuJSvX0j4iJTbF0RaXcYviZnmtsnZDDOIQsktf1EghMZdjSyFRA9QKZaYwfmaz0X6k5urcHBKggdAvoI9DUWM80xE+9AK6leZmBfMNgQW00EoRkjgTUeaIO3DidYjTyEW3U/eRLV8L8LoViSKJTs4ygHUYrgcBwONF0ahd3h7zCszAdH4nEGDMZID1IBiKHXYQRtGnFkUEkli6Eq6DsoQSiCTV+ZAfAFOkzaPnnTUy+SAfwQGkSYOos7V1Dmv1ISzNJOUwyWFw+6BFC4kVTifpYnydF0cJSkqM19STgQUXR0khZBDBdjYO7vh/z6Mq1eyirSsdqeJUENhL1XKavReJEHP28iQ3ulHy0xFg2wGBUwOpGX3Y3JE5YRDRmxLOjnzpwCp7aqTOBaHJFzPkFijltajhFxzw65xeM1kNevUBVzFjrcWlEXmcv+Trw+mpgDMMwDMO8MmAWf9HUxtZuRz3n658HnQbGMAzDMG866NAOHvH/vImyFST3bsxbiU4De/XoNDCG+b5AI7/N8xxKY88BTh47zxtnvRnmHSQuPhWV4puWtplZJm8PA5e1ylecew101n6/A6CtmLtQ2Y1sxZrDmldtysorvlS+H1brS9XMS4I1MIZhGIZ5p4Fl5rb1zOdNbLr2WVJQ1xvfLwTWwBiGYZi3idKyipVrjnzR1Gb42HWW1g0wzJsOa2AMQ2AI8zA588Ll0DETXRs1nnHgiH43P4Z5B0l5nI0mGrbQOb9gzUsC7TZ9hcRh2V7N6x0AbYV99X7gpmt/fc8r32VHpsUlpGpezEuDNTCGYRiGedeZ77BrzkKvDLP9Hl8GrIExDMMwbxOVlVVjJrk6uxx6I7aCYZiGwRoYwxBiB0W/S8rn3p1XHaKfDPMuA1to3JSNqBHftLBd63oiMCg2MSk9OSXrzt24fQev9R7kjEOtOi1IfmTyIca3mKDgOPoS58ARq3x874TfS3ycmhMVnex/M8rRef/XLZQPW3Ib8mpgDYxhGIZh3nUqKqtepRrFGhjDMAzzlvGOf9qHeRdgDYxhQGlZxZDRa3oOcBo1Yf03LW2/bTX75u372jGGebfJyy+aNmsrGmpTN2Lc+oTq71a+O3z33V/O+QW37qT0nkb3TQvbbZ7nGvCNQKYBsAbGMAzDMMwr5Zp/xEmfgICgWO03wzAMwzAM83pTWlZx7kIwTLjv6y3+qOhHp3wC/C6FVlRWaV4M88qprKw6ffaOo/O+GXO2r3E9Hnk/WTvAMIwq+TxITD945PqqdUftl+51WLpn6YoD+w5di45N0UK8k5SWll+/GbnN89xip332y/Y6LNu7ftNJdGdFRaVaCOblwxoYwzAMwzAMwzAMwzAMwzAMwzAM87bBGhjDMAzDMAzDMAzDMAzDMAzDMAzztsEaGMMwDMMwDMMwDMMwDMMwDMMwDPO2wRoYwzAMwzAMwzAMwzAMwzAMwzAM87bBGhjDMAzDMAzDMAzDMAzDMAzDMAzztsEaGMMwDMMwDMMwDMMwDMMwDMMwDPO2wRoYwzAMwzAMwzAMwzAMwzAMwzAM87bBGhjDMAzDMAzDMAzDMAzDMAzDMAzztsEaGMMwDMMwDMMwDMMwDMMwDMMwDPO2wRoYwzAMwzAMwzAMwzAMwzAMwzAM87bBGhjzZlNeXpmallNRUan9flvIyiq46h9x0icA7tKVsMepOdoBA8UlZeH3Eisrq7TfbwulpeVBwXFw+flFmhfDvO08ffp0556Ly1YeTH6UqXkxtUEWee+7vGzlgaSHGZrXc4Ae5NSZwA1upxyW7fX0vvD06XfagXcD3Lj90j37D13Tfr8znDgdgBvfvO2M3HXi6e87dG3pigPxCama17ODSJCfiCTuOSJhGMYSoWEPHJ33od1+3ZrrvLyi46du+/jeyc55Qj6BQbGr1h8rKi6ln6+GsvKKdRtPOCzd43v+rubFMAzDMAzDMAxrYMybxfmLIU3bzP2y2cxxUzb5+t2tqKjcve/yn7+dnpVdoIV48wkNfzBy/HrclM71GbTc71KIFqia0tLyzr0ccXSa7dbvvnurZm8TkzI+bzIDt3bNP0LzYpi3nZCwhC+a2qDYT7bZ8q7pMfUk/F4iugBk0YRpbk+fPtV8G0R2zpMho9cgKnJjJ2+sqnquCN84evRfhhufOc9D+/3OsGT5ftz4gGEry8trXqCJjnn0dYtZ8EcX3ODXSqJjUyiSEePWvX3vpjDM9wvM/u79lqJ+NWs3LyMzT/N9DSgqKu03dCUSBvdV81m2djsOHvXvN2TFgOEu5a/2Lb2i4rIuvZVxwer1xzQvhmEYhmEYhmFYA2PeIMrKKlp2sMPod9Y8j29a2tJQE27clI1aiDefcxeCP2+izIDDteu6aOxkV7gO3e3FzS5beVCWugqeFH/RVJkOxkibNTCGedNJS89t2XE+iv3WHb5vbn1G5T11JvDC5dDn1KhMSc/Ia91pAbLIbduZ52zztnmeQzxfNpu5YfOpK9fvxcSmvGWtaJ2wBiZrYFnZBe3V3nat6/EGl4Ts7CcdujsgkjUbakXyKCX7lE+A38UQFsYYpsGgSi103I361W/oisKimvVVRcWlZ8/fPekTkJ7+/QhjAXdivm05e/+haxcuhU6btfVL1TLHUOXSlTAtxKvindLASkrKff2U557yOFvzejlERD7EVS5eDuMGnGEYhmEY5s2FNbDXkRYd7DB6cd18Svv90qALrXc7qf1+vYmOTcG4LjomBf8/KSw5euLWkuX7XdYefWsWgRU8KW7Wbh6eSPN2827citJ8VYKC4/oOWYFDcMdO3tJ8VfxvRmGgGxOnZMvbBGtgzLtJSUl5Rmb+G63FHDh8HTW3a58lssDwAikpRRblPb9e1XuQM9I5Y872d3bJHWtguiJaWlaRnvG8RavMLJLTZ+/gih26OxRJE/cMwzwrVVVP09JzdTU3+VFWs7ZzUcWuXL+neb1aQsIS9uy/ggaEfhYUFIeGPUA66eer5J3SwJTXhtSRrK/fy934cdW6o7hKt75LiovLNC+GYRiGYRjmTYM1sNcR1sDeTfwuheJxwB0+fkPzkkjPyGvSZg6ODhqx6vknf19/WANjmDeUl62BvRCePn3aVJ0z3fDyu9rXFtbAXlkRZQ2MYV4e37sG9vrAGtjLgDUwhmEYhmGYtwDWwF5HWAN7NzlwRJk4hsNgXvOqzXTbbTjaor3du7BqgTUwpmF89913qWm5j1NzxFTFk8KSuyHxV67di4tPtf7Bp/LyyvB7iafOBJ70CQi4E4NItANm4EJxCanXb0QicFBwXE6u9hl8SxQVlyEYIvf1C46KTjZVskXiCwtLNC/JEzGQT35+Ee7o8tXwpIcZunjKyipCwhIuX7sXFf2orFx7J90UZMX9mEcXr4Sp6Y+X95WSwUVxabHuCn/jE1Jv3I66GxyfU/3lf0FaupLOrTt8UXM79nBA8vATDo9ACyERHZty1T8CV78VEF3/jYyQALrKkye1sog8hcCA21Gy6Nq92PjHuodeUlqOkA8S0xu3mo10btl+lhKZlV2geyaIBI/s9NnAcxeCQ8MfWNoECSUNp2cqq/eU8/EIIu8nh0ckUmx0NKN6YRBabyTpxq0oRJiXX6SEkEA+IDdu3r5f51rAiorKe5FJp8/eQQbevhPzKMW81xCUlpbTvVy5fi8zK588rWtgyEz1lDvn/IJDwh5UWN0DCneXkJjmfzMK6blzN/ZFrc9Wo033v1UdbVYd0SK3Kc2oZagIFRXmaTbVwEQpKigo1rxqgzxEoULkZ8/fReabdsRaJGk1kaRn5CFO+nZp266LUH3w09JV8NwpD1Hk1PSbSHS4BMUpGgS0D4FBMZaqsExxSRluwccX+XMX8VuXAHGhxKR0lFWkJzAoFmnTDjBvO+npeWiI0FtdvByKkqb51pun332HPu78xZAzvkFoDKmmlJZWICoUXXmPXJTw1DSlOpi2rgVPilGV1FNq6hqaTZyCRgzlEz9R7HE6aj29JXb05E38hBMBZJIfZV64rHR5l66GR0Q+rHO3XlwrICgGVR73kvAgDfelHbAArPeLNfEn1fmBSfShsDQQ/4XLofci6g5vBH0r6iZiQD0tUPvEOjUwXCUy6iG6fnQHuLroDp6J/IJiuu75CyFo06yPSqqePkUxoCuit0JfqR2oDRJGLbAwXXJyC9FewU5ISs7UZQ5ZJuhGm6v7Z+w7dDVVfe5q16klBomkkkA/0fWH3UuE2UM/CZTAu6FKqw6H3ND1XLgvGD+IZPGyfbhKp56L4x+k4SdKYElJuRZIIjevkLLF71IIjEneOJFhGIZhGOa14vXSwKbbbh072dXvYgj+x2BjyfL9fYes6NzLcejoNavWHbU0vMcY/vip22Mnb+zQQ/kGA8JPmr7ZxzfI0tyHKbgcRgv9hqxo1WlB604L+g1duW7TSZi52mEDcQmpK1Yf7jXQGYOuZu3m9R283GXt0QeJ6dphicvXwpG2abZb8T+s4SMnbo6fugnjkx79l02fvU1+YzE8IhEhkQNfNlW+CAVTmz4HBSdmOhBexJaXV7R+08lhY9bOnu9JR0F2dsHGLaeHjF6D079paYvcmDLT/dyF4Epp8ICBViWDlJ4AAP/0SURBVPWFlA3rO/V0kC5UK5Nh669Yc6Q33WbbuX0GL1+59kiC2W0aueYfoSR11lYMRsrKKg4euT5mkituHJHY2u2IiHqohVNDzrLz6DnAqVvfpQiPp6kdMHD5avichV7d+ixBnrfrugjPC0/t4aNM7bABPKZlKw8OGrGqRQc7hB8+dq333ktirxLrzJizHRmCARv+T0zKQDz9h65EfiJvkQny9KtMeUUlRr94xB2rS+OEaW6nzgTW55vYx07ewilw/rU3QrTOQsfdSKen9wXtdzUPkzOROYNGrsKNo1Tjn+WrD1sq0hhbopAg8/GAvm05G8mePGMLHoRxgiA4NAGPdeosd4wMMbzc4nEWuWozd7s81/AgKX3lmiO4YssOdm06L0QR3bHLz8r03K2A6Fl2O3BpFDMUgw1up/Lyi1gDYxpGcUnZ181noeQcOX4jN68QFeQr9Sc5FEiUNy2oBNoot61nmrRWJtGE+7yJzYzZ2+LiU7VAEmjY0f7Igb9oOhNNcVJyhhZC4klhiaPzfl3kbTov2HPgim7mqKSknD52uM3znOYleR486o87mrdoJ30FkBy6kpjYxwhWWlrutu0M7adKDv+jXhvnAcHREzfR3oqQcN+0sEUvhnzQQlSz/9A1HKVFXRcuhfYa4CSfNd/Bu6Sk5rVo3T0Kt2X7WS2EyvUbkWhO5QDIajSbUdHJWgjLlJSWN1avsnnbGc1L8tx38Gp+QZHDsr1ft6h56K06zscVRS74XQoRh2SHtl3MWKG9QptPIplweGS4qHGa8vCxGzjae5Azcm/vwav0RTf0vPRwUQ7xE40qup7zF0NIdiKHJg6dOEWIPhFNa6PGSqNHbrKNe05uoXqFWuBBoHjQogfhEBWuGBVda3aPQDLQQdArL+S+bDZzsdM+ZJolDayoqNTZ5RBlqXAwjTa5+5hO6t24FTVwxCo58V80tbGZsx1dsBaiQdy4fR/dty5adM2mVbK4uAx9nK4Eou+DRWRU70w1MDyglh2UZ7fW9bjmVQ0iX7H6iFy54PCg0bXpMgSRoLzh6JoNWiRoc+SzhFu9odYMdVz843FTNsk3C4cit9XDV2fNopjRJ/FQ8DIy86fYbKG+0npuo2FcufZo0za1ig2Sut7tpKl9cjswZsioNbUyv4kNjM/o2Ldt42VGBqOhqTPdxYdpyY2euKH+zz00/AFaA/l0WIM4HZ0m/kd1kF+eiLqfjOYI/qaW/PpNJ3AI5jRadc3rL39B2wVPDLvImN+5+yJ+Gh3GGrK1j/KMkZ0uTPd+S9EVGpt0kJ1TgN5NNh7guvRZcuJ0gGn4gDsxuk4NDp3skePm8WdlF8xd6PVV85quHA53ig7XNLyRsvIKDFRpNTM52AmozjASLGlgMAYwQunRr6YPgqNG1dK7d0Zycp8sWrL76xY1X2WGQweHIYwx5bji6TOBcq8Hp1xx9jYMUrRA1aSmaYu68LAys/JnL/CkskEONxUUHKcFVZabK5aJ0eGZormmMBiswaff0BVoM2GEkEqKboKOwrJCdpFxJRyuCENOpK2goJgy0+jOnAuiMAQ66wUO3rLhAde+m733vsushDEMwzAMw7wmvF4aWPP2yvzC5m1ndu25BBNZtiPhOvdanJennw/C+H/wyNW6kOSGj11nfEvdlINH/XXjHHKwZc+rgpyOA0euG5MH91WzmbpvNYFDR/3paFp67oDhLiKwcEK9uH4zUndIOPG+8OFjSmxN28x5kJgO25qOjpqwno6GRySKOZrGrRUlg2ZG4EZP2CAmN/1vRpGn0eVLLyYj5SSS6RxGCBjUaYEsg4ElhcdYwjjyRCSXrobn5hZOnbVVdwhujWEGCiOrBep3sMl16G5P84xwymO6EKyFk9i9X3ntmty30lRm1z5L6jPYo2ms1RuO7T14VR6GkevQwyHbULowph02dq0uJLnBo1bX+QJ75P1kmm9CUb8XmaT51kXP/sqUtMPSvdpvlVsB91Ea6dLN282jUSUcbuTajUgtUDV5eUXjpmyiADo3cPgq3SQsnlqjxtORzsePs7tXD6SHjl4j5tkPH7shaoc8hdqp5+KEB2kURoCzMIZHhCKYCIzqwBoY0wCEBuay7igqO/7p2MNhzGTXEePXUf36pqVtalotMRjl0GbOdhyCQ4eybuMJd4+zCx13UzytOy3QVfYbt6KofvXo77Ry7REEnu/g/W1LpZHBFVGhtHAqOLf3QOW7U7h6rwFOcxZ4zl7gSRo5nMOyvbIMZl0Dc151GI0D/unWd+nYya79h62kutO266JHKVmDRyrTjmi4xkxyRadArRYuGnVfLyy5bTtDWdF38Irlqw6t33Ry0gxtGn30xA26pSGkgaG72bL9LMIgTwaNWIWri4khO/td4u34PoOXo98hIQHtAFKLn3B7DlyhAODQMf8v1AnWVp0W4Fy0sTPnetDMUeNWs+us79Y1MOdVh3qqKh36COTDyPHr6b6+bmErZrXQtiBJaGQoE1p0sKNEzpizneaqcvMKcY84hADIEGeXQ3hMfQYthw/chGluOk2CNLDu/ZZu3HKa4oSbu3AntYqkgbXrush1y2kkBo9y6Ji1yEAxd+nm7oMY0Nsix/oOXo5DYsYQt6CbVUSc8xbtpKMDhrmsdT2O4me/dA+VENwLLA0tqArCI08oVc3azp04fTNOR4+MkoMbwV3DX6eB5eUXDRmtmFU4a9SEDU4uB3H7KCrwgUNnoSshQcFxdPVufZcsX32Y6g7NNqKjtPTKf50EBcdTx406hVKqRLukOtruDhmZeVo4lfz8omFjlM4XacZDd1qppLnfkBWN1DSPnbxRJ+4+kwaWX1BEdiYiR69na7dj7kKvLr2VtgVuzgIvuTwYNTD0/shnlHZ44hGj4FF52y7V8fgHaWS8ISdRKVDXNrqfHjJqNVXwJc775VZCaGAb3E5SEweHFikxyUSAJ2BDIlsQDLcwYty6ZSsPLnba118tBvBEIUcN0oKqhIY/IDUR1dzJRcl8lDGSXVGSde0n89YQFZ1MpjXsRjQUm9x9UJebt1cMyGbt5mKIoYWzTODdWKq26IAGjVy1YLE3GjEUTjRN6JHh/8I1sMPHb6A2oU2gVq5N5wWdeyv1a9L0zaLWX78R+S21kO3t0DK4e/iil6e6g7P27K/pnohHKdmIAUfRLKNTm2e/ExZCq05KziD8JvfTVbXfD8Ooiu66Ov6zcvze+y5r4arBGIQ6UNz7xOluaDZRv6jZR3jcoOkCUBk0XLPsdiA8HKrklJnucxftRB+En2jP6ZVQnQaGNgR9ENnnHXsuXrRkz4o1hzEEIzsHz/1eRN3jjsepOXRfiKf3IGcUEpu521t3VpojpFy80kHgiihC2hV7OCxashtXnIYrqt09Gtvwe7VKlNDAPHaeh8mB1gm5hPIzbMwaEmVRilKrO7hTZwOV597Dgbp4NIkIDB+09qI1Iw0MJoH90r3U1sFtcFM2WUHhmTlXsfqQbAxh0Hej1YV5RrMBaKXJ6issLEEniGjp7YGaBry34+Vr4epFFNAk0oAIAcZP3YQOC8WAPjiK68I+tL4on2EYhmEYhnk1vI4aGM3xYbh+/mJIdGxKXPxjsmLhtu7w1YKqfPfdd0NGr4F/49ZzDh27QUtz8vKL9h28ShMlQ8esqfN9OgyNKPK+Q1bcuH0/L68QMdy4FYXxFTxhzsbXnri/Xi0gTZyxOVJdzIRL3ItMmjRjM/lfuVZrM3qhgWHYABt6vdvJoOA4jCIuXQ2ngQQGlvTOWn5+EQ7BNVUTP99hF/2EE6u4SAOD6zNoOQz3uQu9vHZfpGVDJSXlNA5BtIFBsRQew6StO87RKVs9tNzLLyiuvpBi09vZ75QupE3lICvorAnT3GjNFm4T/0y22UL+l66EUUhLCA2sW58leLJ4dqHhDzDwO+kTQNdFOnv0W4YRoLPLISQYeRJwJ6a3Os8IT93WWPsOXaXYMIoWimBcQirNS2K4XiytRQAXL4fBH1nkvOoQzQkiK27evk95jrN0s3hGaBqLpqqHj13n63f3fsyj+ITU1RuOwQdO9xUZlEaaY8JIeP/h66Qm4u+BI9dprnPgCBfre0mBOQu8KHK4idPcTp8JzDXovjqMGlh5RSVdEUNBsUEW/pk0Q3l2zdrNk3c0QrLxiOGPvNrgdvJ+dHJZWQUCu3v40jz1NNutCKOFrtbA4I9BI06xmeuxY5ef0NVQFOEJZ79kD605U7YZCYmnx9St71LdROTps3cQGIf6D10ZEBSLKpyZlX/s5K323e3bdF5IF2INjHkmhAYG176b/dXr90QB9r8ZRTMpjs775FKN9of8t3mek/2j7ifThIhuLqnfUEUPQH2XazRqDS21WbJ8v4gDsdmo8yzftLQ9cfq2iBwVwWnlwUZqvQsJe0CewLoGBte939LAu7Einv2Hr9EEUJPWcxAGdUd0FrFxj2kZ08x5HvIE+r2IJHq5wdP7guyPTKA3u9221mhLgDQwcsi39AxNe0A7gxYGnt+0sNVtkmble2Cx8Y/pXmbM3iY32oiW3hFp23VRrtniJ4F1DUyJoctCdE/i1m4HxtAc6/zF3vLDxSk0y7/3wFXNSwVhFi3ZA38cVVaPVZ+BCHFfNJ23cctpOSrSwHAVPM1ps7bCHpBvjTQwODwpl7VHYWCQP/6B1QF/lDGciOKUmKStsUZvu3z1YRzC5XRrnsLuJdLtIA3y44OlRI97yfIDmpfKnbtxFH7UhA1CnUXi/S6FiEIla2A4RFPMjVvPvno9Qr59EupwaP2mk/Lt05sfg0askpt3dLvtui6C/7xFmhb4rAwftw6nDxzuUlpaO9puSrRzFnqJaPEPaVrIgctXw4U/0nzkxE26/TWux+Vk1F8Dw1mLlijv36BV2XfwmshzlP91m07gwcGhYSFPYNTACHR28DT9HhgugWKDoyi6SdLaCFzLyeUg/GFUyDt0IZ9JA4M/jJ+dey4iW+S704FDMIQo/IVLoSIk4j9+6jY1cSiZ4tbAmElK1Ub5lEsyqnnHnop9jn5fDsy8HaDo0vqtYWPWZkrvbGXnPCHjtucAJ2PplVEXzSg2dpsuCzGg0Hz/8pcHienU1imHXrQGRmBwYel7YKgvvdTXUJAG2aJGFzBywgb4Y9QphhUA0Y6aqPgjwovSSKewqHT2fE/4o+WMlvbTQ/w0cukzeLnceZWWlo9W4+nUc7GcfljF46cqr50hl+QtMSorqzx2nkebj57C+D6ljhOnA6jrxzAQFgJ5IgZ0Z+KdTp3dAlMcnTXaq2UrD8rt3sPkTMqfXgOcCyxscUHgTumFOQziMEIXTU5Rcdk8e+XNjK9bzIqIrLmjkLAE5BUs+aUrDpRLIlDyo0zShzB+kXNeaGBwPfovuxUQLdqZS1fCqcOS+32Apo9OMf0eGM0eIEvReuPZ3Y9+JDopRI4MhOG3Z/8VufGEwUAX8tjpp3mpWPkeGOxADJRwtGXH+bI5h37ce99lFG9cCHaU5sswDMMwDMN8f7yOGhjcjl21TE8weqIr/DHA0H6rYPRO4W8F6ve2CgyKpUPy6+dGYKHSNE3/oSt1di1G+zSgwnBL81KnEmgKAAMbnKv5quDnhKmKloBRjfwGn9DAYNDrdB0MEemQr1+tZUw0kWr6PTChgWFMFVN7ZxLaZgQuOka/YwkNt/oPW6n9roYuZPweGG6zk/oKJMa9uj0ccJsTpytqX5vOC6zv7yc0sF4DnTCw0XxVDlbnSfN28zAq03xVwiOS6NCuvZc0L5UBw5Tp0amz3LXf1YSGPaAXveUVexjddeiuaFeOzjXPjniQlE7j7YNH/DUvC9A0FpxOeQUkGvUc4CQPnM6ev0vhr93QazYYB2LYiUO6MZURjJlpeC8cThw2Zu12r3OJD81f8TZqYBic0+V0664KnhTTDKZcKfwuhpDUtHu//k1VT+8LlIAk6dJCA2vVaX5Y7Vc4UTZodzWxAEKAYSqNKr2kPRtRTeiNY5QQ3eeCHqfm0EQnHGtgzDMhNLAe/Z2yDR8lormtIaNrvR7h4XUenmhUjTvoTpnpjkOjJtRq8EluWet6QvtdzbIVB+A/eOQqETg27jE1OMbd1VDZae5moeNuzUuSu0w1MLQ58lJdgAtRS9WkzZwbt+9rvtXMd/DGoV4DnOT7os8KGhcYAfqOF/pE+Z1l0sDQDqBB0NXr0PAHpAnJL0QDKxoYJaljDwfxprbgYXImvR5uzFgZ6xpY175LM6pVOgG12AOGu8j5YEkDQ7NJyTDaIWDZSkWTQM9VKM0FkwYGt27jCeP+saSBIQO9913WZaDfpVBqq1HMdBmSmJTxjSpJotPXvFSQWni262Yv5j0Ftur87OBRq+XbRKcJT/T1xtcp0GnS45M1MOW6hhIoWKEqc83azkNvonn95S+kxyxdUUt7Ayjz8IfZJqYdnwnaQtDReb/2uxpkshKtuvMk+SQlZ9IijC0etbbcJGj1SdO2c/Olr6/VXwNDsSRxESnRPT5UEzQaOIQ6JQ41QAODD3WFm9x9NK9qEhLT6dYuXampYrhxynNkEVoYzdcyySlZ9FrYRkP8gB5T0zZzZWWC1pHITROBFMK/Z/9l8g6ozNsBqQLN2s0z7usOHxQhNFZXrdpjFy6Hongg2OWrtXoEkJmVT3tXvHoN7FFK9aHabyiC24HR8IdhjNM1L9ViJ1PZqFsoiouhqj56nE2LOGEea17VBNyJgT+aWVnbvheZhFtGLiG7NK9qnj79boa6JB29p+lHNAm0PLTcGcHkT4cCtEMYPVG3ImtgiBmdPjx7DXSWhW0iJu4xtTOHjt3QvMxQXqBRH5b3vloDNJCZmU9vYa7fpI0occVxUxQpHUk16kZx8amNWytXPHDkuuYlaWADR6wSL4sQGIriieMQhqWal0p9NLDPm9hg8KVrvV3WkqZVs3EiAbsI/YLxQlY0MOSe+iLLdDTymlc1yARat40yrLsjhmEYhmEY5tXzOmpgsBe13xIb3E7hUOPWc7TfKvQ+2tAxa7TftSHhZ8io1dpvM2h8AudjsFzBkuX7O/dynGW3Q/utfgyJwl83bCgHxNGr12tGiUIDE694C0pKyumQThqpjwZm/G7K8VO3u/R27Dd0hfZbwm3rGZyCcYL2uxpLGlho+AO6ylXDYBKIo8ZRrozQwIz780REPqRDh82GW7SGacWaI9pvlV4DnPAsDhyuGSwRJaXlNNjz2l0jrghx0bhdIbCz34VDE6dv1n5bgKaxbOZu135LbFOX1mHEKI+paK584HAX3UCLoKMYWZke1RETm7Js5UEa18luwjQ3+eVTwqiB3a/WwPYf1g/g1248Yb90j+/5mrEi7abSrtsi44Q47XmCbJcnDoQGphPAQFT1Xo60AkyHo7MybYFRpcgB1BcKjzpCPjLqhZSjrIExz4TQwEwlZ1rH2aX3Elndv3Yjwt3j7LGTt4zVkybc+w9bKdbIAtp1rXPPxfJL3CAtPReNz73IJBHPzj3Kp0q+bjFLfq1ecPpsIK575lyQCG9dAzOVJYaPVZbLoDc0qi9eqoyNpkyoBfkFxTTxZPp2CFpmmvuTeyvSwNp0XmhUMjIy80in2V17LylLGlhhYSnNxS9askfzqg2tM+47eIWVnaCsa2C6l8SJjVtO41CnnovlW7Ckge07qIhMXzS1MZ2CjKyesfXxrbEZSANr3WmBUZcCpIGpR/VzZ2Hh2qIu+eVxorCwhFaEr9tYq4O+FXAfZebw8RvGFhv+CN9rYI04VFBQTKuu5zvUWgNHPH36XRfDXoj0hgpuX1aMBOhcaJHBidMBmle1Jda+m31IWIJ8kYzMfFSH8IhEY8msD/RSUbuui9BTyInPzFKjvZcotiM7clwxNpBm0xWE6E9J1JSXVtRfAzt6QvlO51fNZ4q9NGXOXwxx9/BVv52ppbBhGpin9wU8vnjDB71wR2QY44lrXpIGtsrwvR9TTpxWXhdD/iDrNC8JXJS2iZM74qmqxdKmy8I7d+PkzM/KLkDmo/c3Fj/mTcdh2V489MGjVutefQOowrTPnvxSoJFZ8xR7EkapUScAew9cUQrVK9fAMBDY7nV+6w5fY5sWF59Kq5/l7ceXOCuNA1qenFz9CALFft+hq6iq8vowBKP4jSJHfEIa9d3yNpIkzHTobm+6zQOGpTB9UVvlJOlISs6kzkvspS+DXh45hqOyBqZqRUq7hKRqXhJ44vQxs+Hj1lmp2rScFE/QaM+gNT5w5Dpyxu+SJuylZ+RRS2h8jxDgihgu4SisKWFcCQ3snNn+9rRhNQaDcj9eHw2sW9+l4qPaAlwCTTcGqtpvCXqbpM+g5XJFsKKB0QQFWkvTBhZDZjzQz5vYBN2tWRnJMAzDMAzDfC+8jhoYbFbtt8RedVoKTrx8XV5eSRtBuJnNeYFdey/pTjGyebsyZwRXangn3ZQtavivW8wyzgYCjBxogk/Wb4QGJr83LaCXB1dUf6GXqI8GJm8fUSde6iejm7Wbq/2uxpIGts1T0Xhwm/IIU4DbJJnKyeWg5mWG0MB0CxcAxjmko5h+V4xewZtnbyKFmkJKicfOmnEdxnjw6dpniXHWD+zaoxSM9t3sTY8KaPBmXEkGjp1UJsXgxDMtr6jEkBU+umkvQU0xqPeDQz4HhcSv23iij/ryI7kvm808cfq2FkLFqIFh2EazFUiS/dI9AXdirazYo4G0w7JanxOzgtDAjLON+9UvVLftslDMBsocPKLkAOq4mA89eESZKIcz3X0lMSmDKjhrYMwzYV0D271P+UwgSqkllaWioir5UdbdkDj/m5GnzgROn62smtJpYCiTtHciGp8R49ahwQwOTTCdOVqofsWwSy9HK6KOTAM0sInTFalg+FiTqauz54NwqHHr2aIlj4lNoQlHt60+J30CdA6ZQ0flrW6taGBIGL087l57/Y0lDSzhQRopKKbTcIA+4oj+RbcoSqYBGhg1v607LZA7eksaGNpMeLbtssjUKoA5QWetlHr5Bmtg6mabSoabvlXTXDUPlhnWVwnQ1D9Kyb4bEn/jVhTK6uwFysydrIElJqVTyfE2fJCGoC/QyBqYozr/i8dtOotdVFwKQwIB5N4/MCiWPo+H6jB09JotHmeDguPk2cOGoUSrZg6iHYJot58Numse7VJ1/WXrzgtMjT3cSAv1g0bySrX6a2B40PCBwWDUrkxpgAamIz+/KDo2BXl49vzdA0euk2j9PBoY7auJVJmaH2gwKTZ7yQxAg0bCITJ/8MjVqFZ4HPVsxJg3lF7q0qIR49ejMTl5plbXcMongHa0Fp8fNgKDmtqTMZNcTa3r46cUy/nVa2A6MjLzwyMSUZ59fO/ASKBGRn4LgbadwF/juvD6kCnFv2MX4lfqUbC048WQUcrHBVGtTE3lx6k51F6ZvhxG3ItMIjscrYTmJVFUXEYfG5M1sOiYFDJaLElrLqpc1LmXo5VBCpp3hMGQRNezmxIT95iuaHxhjkDzhaPqRpHaFa1rYNQUY3Qjr2OrjwbW3bDYSwceNIofrL6r/hEo7fReUe+BznKLZ0UDowV2yBZTIxDljVbIWeqFGYZhGIZhmFfGG6OB0fQ6HH30C6Q8ziEfGKzko8PvkrIpB5xxWw/BYvW1R4z/td91QUMvjC603wZolDh7vqf2uy4NjIY6zqsOab9VnkcDw1jinF/w8tWHJ83Y3GugM8YzNLsBV38NbOlyZUYJ52q/DdDO/vLEmRErGlh6Rh6N30zHeDTKmrvQS/tdDQbVGC1jSDl30c7h49bR149p1QKcrIHRjJh1h9FygzUweqsaTrz1iWEYSXGWRq3X/CNoz8b67FxkJDb+8YLFyh5icF83nyVvqmnUwEDCg7Qe6veZxSnjp7rtP3RN99ppYWGJJiTX/gKQFaxoYLRLknX3RVMbMUp026qEb9pmju7r4gRrYEzDaJgGhp5lu9e5EePWUUXWOZ0GBm7evk8ftBAOTcqyFQcfp9ba8JYmR4aMWm06OWLkZWtgIWEJpNZbd/J00gvUwMTeiRcvm39Okr7jCGdl16CXrYFpWwcPXWlpxh9ZgQDo/kQH8oo1sCJ12dCoCRuohdQ5WQOLiHxI6pS8k56MUQObpO513HfwCvnzLTLt1A3N1O9Eaj7gzt041BH4C9ekzRzYS/IOYA0A0Q4Y5kJdpxZt6zmLl+2Tt+cFtMy69yCLmy7SqggEE51+/TUwUsH7DHKWJ9yt0GANLDTsASxSSqrRPY8GNmO2sn6i5wAn0/IJ6BtOE6a5yUZRcGjCoJGrqLsnh5bEfskeKxY18+aC9tBS2ZMd7HNLfRlaV9oa1H6p+TLf71EDe/r0uyvX7s1Z4EmjHqMTGhgqF3ou+KAjIJ/6oMR/HfF7GfdvICc0MDQ49I7atFlbyUdHds4T2CcIsHHLac3LAOxwBEC+me6RbqqBXb+pfPr6q+azdI2nAGMrBGjdeYHpYiaAHoE2YBw9cYPmZZUbt5SPZ+OKlloMr93KOnU0ZRnV3xN9xRoYBkSbt58ZMmoNffxY5+qpgSEMfSDWUoGBMUP1op7NNcMwDMMwDPPyeIM1sOjYFPIx7qhOXPOPoAAhYQmal4GZ8zwQQPeZMSvMUsP3HbJC+21g8Ejlg9KyKfzKNLDKyiq3rWdoqhSueXu7EePW4QYxHB08UnnrsP4aGH322Uq2YMyAAGMnb9R+m/FiNbCo6OTh6of34Ro1noHBybgpm3Br9M4+nKyB2akfZ27adu7Yya6W3NRZW1+gBhafkEpT5z6+QeSj43ZgNN1yYFCs5vXs0Ae64Da614yNTTUwgJH8qTOB46ZspPkFcige+w7WTPjiQdAs6n7DJpOWsKKBrVqvDBG/bTVbl9UoJ+L/CdM2iVdfMT5H+HZdF5nulMUaGNMwGqCB3YtMojnlr1vMmmyzZesOX9SdO3djg4Lj6OMcRg2MCA1/sN7tFHoEMVPctM2c24Ex2uG//GWU+sl9NMWvmwbm5X1BvONvdLLK/jI0MEv76L4+Gpi6COB11MBg+dBHTL9qPmvi9M3u28+e8tHKKjpN+JtqYJbMJEsaWL8hKyy96W+qgRG43EZ3nwHDXYSQ3LjVbOM3eJ6ViKiHmwzRykWINDBYLMYiSjyPBgZTAT5oAeSP5FkBkTyrBoY+EUYg9Xedei5G2lAmL1wKxTPF3+dfB0YaWK+BTijzmldtTDUwAkUUhuWgEauE4Ioq7yd9fpV5OxAa2JhJrqbrwJS/ZwJv3IrSTjAgNLD5Drs0r9p8XxoYbm3qTHdqPXoPWu7scgg9wrUbkahfp84E0HpHoYGVllZQdTB+ftgSuPFps7ZWx+/s5HLwIOL3j1DjD6T4hQaGykvfzX1+DQyd6QPDHvvAVAO7qo6In0cDQ8qpv5g4zU3zsopQ3V5PDQydJg3A8YDwrGHDoInGAA1PjT4gWk8NrLyikt4KZQ2MYRiGYRjm9ecN1sCysgvIR/7Gg8z5CyEUwPQrDgQtGGrXdZH2uy6Wr1K2lMF4TPttoNdAZWWA/EmzV6aB0SdPMAyDpa57N/BZ90KkbwV36G7xNjGMRAB5uZuRF6iB4VnTIAeDn4tXwnTzjDTylDWwFepICWNR6yqXdZ5JA8OQnpKx76D+E1wEhuV0SoKF0SCGl1t3+GIYhsGt5mUAAz+ah7KTphgsaWACnIVMs1+6l4bicKfPaF+yERFu9zKZWzfFigbmUb0FpekGL0ZoZ1GMkE3lAdbAmIbxrBoYqh69l9138IrUtFzyFDi5HMQhSxqYAG2au4cvVbFOPReLyGkvxH5DVtRza7iXrYE9SEon0eWO2R5Kprz6vRCbtJ5jKiYRpnKXqafgmTSweu6FCGNA83qFGhjyE2UJnj36OyU/ytJ8q1nrehyHZA0MGU5lUn71QcaogdVzL0R5X0EjmVn5qH0k3rTrtsg0qgaQmVWwY5cf5T/MNiSG/Ou5F+Ji6VNGz7oXIpoIK2VSpgEamP/NyC+b2sCEQAXX1eKMzHya2X8FeyGisdK8zIAZBkuS9sFu02WhlQ3TmDcU2sdiuu027fczAnOb2pNREzaY2t7flwaG7gb+6KrQIeqsU7SQ1IUZ90IcMsp8r0IjpB5929LW55w+/geJ6RT/S9oL8c5dk5fqXvZeiAOGu9TnE4+v816IGLvhTnFoxPj1QoETzHdQdt3gvRAZhmEYhmHePt5gDQy2Jn2NX7byZTZvO4OjXzWbaZy5E2xTP3zVqPEMo04DYmJTTvoEnPOrscVJTEJ406kWjMdoaz5ZvmqABkYTKBsM0hSwpIFVVlbR3CLMdM1LwpIGRhdat/GE9rsaWOrwV26z0ORDTchPGrIaT5R5gRoYfdqtcavZWdn67zADEp9kDWzvAeXrcRh5VpjNO2MAk5qWg4GT9tsCz6SBoTQiefCxNDPopS7hQr6VWHgR+7vvvqNpbnWBmuapQ4SRRVajBpaT8wSjaKNGhWynUd+wMWvFDAVN+Vn6+pqPbxCqQHRsivbbqgZ29txd+KMcygNUQUlJObIdCdN+V08cw5m+dsoaGNMwnlUDi09IpQYtMMhEFjJqYIkPM7bu8DXOVoNTPoHUHIkt4HbuUdpeVFsxXy/jsu4oquSseR4iKlSTl6qBlZZWUKezwc3kHYuiotLtXufdPc5Gx9RU+QZrYO272etOURUUpZefv9hb86rNZJstONp38Ap57knHy9bA6MuFXzS10e0cS0RWz9j6+GpvEoBXpoGhXFFJMA1v1MDQStM3Shc67jadlTZqYEfUjhu3n23W296PeUSWxonT2h7UKY+zqToYi8eFy6HUhss9SD1BT2Ep2otXwihaJIZ8jp+63UhNc6ZhNhPAkCMhUH5fiiZ8+w1ZIcdvqoEdPaFM3KNJMTU/3Lb6dOnliHIrtDTrGljrzgueGMyqFWsUjarf0JXGm30hGhgujV4b+WPU+AEawG/VQiXsMVhHyHk4Y1eO7hjxIHB4hPm8NvPm4uxyCE+29yBnUzMVLZ67h+/xU7dMWxKClqJ277fMKPQCGr/oNLDY+Mc0lLsbYrJjRwM0MN2aV6R2wHBF0zLd+8FUA1ukvgbRoYeD6XJkWztP9NrzFmkvoiHOQSOU/T+mzHR/aojfVAMjYaZDd3vTLuZWQDSsCNQy9A6alwHcbNM2ys3KAx8BMt+ogalakdIuoYvXvCQwVqIN/UZN2GA0JAT06kC7bovkJyjAwKRzb0fxciRGHNQSoiUnHxkMWklrHDF+vbji82hgp88Gal4SljSw6JhHXzSxQedrmslWNLCuvZcYh/+wpnCoTZeFpmOZ4NAEeqD4R/NiGIZhGIZhvifeYA0M2NrtgE/PAU7Gl+kwLOkzWHmlcbLNFs3LjPCIJIpWTOjILFqivMLff+hK7bcyWkul8KfP1sx/CTD0oqPy7EADNDDact3Reb/2W8KSBoaBFvmb7jtEtrtRA6MLyS9HE/EJaRTbSbNvrdEuHHCh4TWDRiMvUAOjtRQDh7sYh965uYVGDSxO2ZlQif/iFZOvzmAYj0MYVFsZyYNn0sAAjZq69V1qHEDiQkg8jo6dstHKNQeqA2kUCVPpEdyPeUQ3u35TjT5q1MCWqsPU0RNNPktO2w8qS7WqD9Fb/227LDLOvmXnPKGpxsPHambfrGhgeKwU3rR2kLCKcbt4gRSDT+OzE5w6o8kJrIExz8SzamB3g+PpbWW0G+QjQBWgbYtkDexuiBY+4UEa+QiCguPoUGL1DkWxcY9JMjF+cq+8vJJ2yJllt0NU1ZetgQH7pcpXMDv2XFxaqq/yYfcSaYJbnhBsgAZ2/kIwPL9pYVtkeGOaVlm167rIKBc9TM4krcJ0DbTgZWtgiUkZlAz0FJqXxLKViibasoOdPMn7yjSwe5FJVJwioh5qXtXk5RXRMg5ZAwNjJ2+EJx6fcebu2KlbX6qPW9bA8BRIEdnk7qN5SaxQVxShkxKWWGTUQ7oFY5LgQ4eiomvmGSsqqq5ej7gVEG19JUGkkjPKUzCuWlCvqBxCGPJJfpRF76C4bj5NPjIuqv0D81I2RejrlZ17O8rTqaYaGDKEIl+55oiuS8W9kJ05fuom8VVLSxqY+DoOWhXNq5rptsonx4aPXWtcLXr81G16s+p5NLCUx9lNVSl0ravJe0sknTZrNy+nuk+PidNkCeOkbUxsCh2ybv4xbyJ37sah/UcXhuqpeVWD7pK+kgVDV/My4+x55UUoWG7GLRMxSGmjrobRaWCpabk0DvLyvqB5VZP0MAOGOg7VRwPLyNQUF92aV3VvQ0UQmr3A5BvDaDHIzpS7PPTjXzRR1mWeOaff2zw3r5C2onWuXgeMNFDO2NrpN8ZA/GhnPlfjlzUwasYR/3nDnqLoxCfOUHaj7d5vqdzF6IDx0EsdvqG11wnVuCg6QbJDZA0Mw2RarqScYuiX0ZaSjYHRjeZlBnIJJQRDAOOQOT+/iB7WkuXa0BVXHDdF6X0w0jRaAvejH9EV5VcTGqCBoTmlJ7Jjl4m9Z0kDo30av25ha9yZAwMZ2gxTp4FhnAJPXMvYgKPBRMOObDnpo9fh0M3ZzFW+oQBjz3QSgGEYhmEYhnmVvNka2M3b98nzgOFrRt7qyiE4S9/eJzBa6D1I2b2wQ3d7GL6ar0piUgbN7jmtPKh5qQwfuw6ePfovk4dkAIM6mi3tJ2lmoAEaGO1FPmjkKu23hCUNLDNL2xlyu6deTthz4AodMmpgE9UvfwwaYXKhkePX41D3fst0L0Lm5Bb26Ke8Od538ArNywIvUAOjvRlbdLDTDfbS0nPpU2dwOh1FDL1y82qlH6NKGq/OmLNd87LAs2pgd+7G0U0Z97sQpfesYUQtg/E2BZs0Y4tx9JuRkdd/6EocxeBZ3gXLqIEdPKIswmjWbp7xpXj6bsqIcevEXN7dkHiaAnBZd1Qnma3bqLyBi8ulpNR8HMiKBgboS3Kdeznm5NYaJZaUlNOO+WMnbxSXxmifhpoIr1uWd/X6PZqLh9NpYMjeZm3notpa+sYA847zrBpYyuNs0hWWrz4sCidA1aC3BOBkDaywqLRZW6WrQm2SPxGEc2kX1pYd5wt5CZ62dkql+Kal7bkLwSL+0tLyFasPU1W6frNG/zCVu0w9Bc+qgaH1oNjsHHbJ7/sXPCkZNkb55qJuD8MGaGBCS0PXLGcpQLWlq0+z3SqrMo9Tc+htffTFpsuyBS9bAwP0ZgCOXrl2T6Qf2bvv4FW6L3cPX/m+XpkGhnaSMnyx0z5ZQ0KGUwMLp9PAxMKd6bO3iQRUVlbt2X9FtLGyBgZI50OxuXQlTL79A0eukx7jttVH+KO6tVG/XoO2Xe6gEcB1s/J2PO5CNn4clikSLBz6l9pFoxaIqm0XZWbTGO3GLacbqR2cXE6c1X2qG7eafeFSqJxmPHqq3a6bTwt/cOFyKCL5vMkMeec0Uw0MZzmoc+5oVY6fui2yHXVfTKDL23BZ0sDEcjSv3Rd0r22h0MK/adu5sXGPNS+1idiy/SwlHu55NDBAQiAKzzm/mlao6ulT2GkkKK5VHofmj6rRsYciz8MOlCspAqDko9VCUo0TwcybTkVlFX0NsV3XRRGRNZI2yjw608+bKPKY9S/aYoBAgkTHHg7R1cs0AWKjFz7gdBoY2kxajdqyg11ktY5eVFyGvoN2a6fY6tTAUClI6xo6Zq3cYgB6D6B9d3sMlDQvdTc8+6V7SSuCkzUwVD0YyfDEmBS9s6gXqAsLFivvuqELk++OMq19N8RfY3IjfrR1oo2VNbCKiqpJqtCFllPWkmGToM1EowR36ozJqiYZtGwIhvZnyfIDwg7BP1t3+IqL6nZJwbWQcpyydMUBuY+IjX9MWQe72tIbeAQynIQ0DCfRcoqcwfOit1vQxMklBx3Tt8oVpzsu3y8/rLiEVBqIobeSB/UN0MBgq9AoHvaDMfGWNDDxpsuGzafEXeCfm7fvU1bA6TSwmwHKhAPy1vhuKPpTG/XDsbD9MBLUfNUKBdMIp+BJHZJeJWQYhmEYhmG+L95sDQzMs98FT9j0sL/9b0YFBcdd9Y+wUz3hMFzRwlkmIuohDRhad1rgtfsiYoARvN3zHCWmRXu71LSa3dtAbHwqTRnAUD545DrCw+05cIUGeDD3MZzQgqo0QAOj7bPgpttugwENJ4YrVr4HRmM2jHAOHvVPTEpPfJhxzi941IQN8Bw9Uflr1MBoj0G4abZbdReKT9A+3NK5lyPGonSbew9cpdvEVWLq2t3oBWpgGHVTVOOmbAoOTXicmhN+L3GD28nm7eZhbIMRNQ7pNLCkhxn04QoMtDBiSXiQBp9LV8JomvXLZjPrfIv5WTUwYK/O7qE0ouBdVz+4fe1GBC1ig5u9wLN6qGUOxlEz5ykvDMKhYCAHMJpF4jdvO2Nrt4Om9eHcttZ6Pd9kL8TcQpo76DXA6fzFkLT0XIwY4xNSaVc3ON0QTvhPsXG/eDkMyfa7GDJjtvJmOtyylQflZFvXwFBZaN62U6/FeLioC8mPMi9fDae5dVQ0VFItqMrV6/doDrFDDwfvfZdvB0YjwfZL9+IBde61mA7JGlhhUakY3lt/H5l5Z0FpfyYNDJB2Czdi/Lo1rsfRBw0fuxblfOBwl/WbTsJf9z0w1KDP1SWP7bvZr1p3FC0nauWgkco6ThRaNH1aOBXUFNplCK7PoOXoqmzmbseJ5LNoyR5ZzHgFGhg4fvo21SM0ng7L9iLxaKao0UDWyZocaIAGVlZeQetj4Fp2sEMngi5SO4bcOxNAV0cnO332NmTI+KmbaK6/Wbt56H+1cBZ4BRoY+izqT+EGj1qNZzRv0U6aqIWbMWe7bpfdV6aBASQGnnBDx6xZveGYy7qjI8evR6lDhpOUotPAnj79jtYowyHCKTZbbOZsp/nHMZNcaTcqnQYGW4UsB7jBI3H7u+fZ7xR68DTbbeVS3QHnL4TQ40O1WrHmMFWHYUoNUqZo8ejlSUaEoXj6D631LS4j6IZqol1N0Z5RK6YSLSqyiBYUPCmhyVk41ESk2U5K89RZW2W5GmTnPCHLAQ59PZkiqCZGDQwgQ3BdCow4UVlmzfNAH0c+6J3lxgSRmGpgCDNEtW3gmrdXKgXsTDr0MDmTzBVUVRgPm9x9Fjh6IxJUEzxTqpjPqYE9KSyhmXq4gSNccAuwk1FUyGfSjC1y1QDotckCxIWWrzqkZP62M1TS4Dy9L8iZz7w1wDint9xQ9qbN2rpu4wkMT2iLAjgUm4oK/VJFHTDhqOSg8g4dsxZ27JBRq9Fdtuq0gN5m02lgQN2rU+lPP29i07GHQ8cei0maQrdL24TWRwMD9F0uOCQA9WvS9M3UEt4OjCHBA4XZ0Wnfxi2nkSr0XI1bzd624xxtzytrYOBRSjZigD8ShiHJwiW7p8x0p/EafDa5nxbrPkHAHS3+Vp3mI20ifritO7SxpKyBAZjK3avzGY0t2isYITS8Qvxo7urMZ/QmpO3Btetmj15pss0Wal0xoOvQXTEwdBoY6ixMCK3r77IQDRd6EwwPqZlt13VRVHSNsGcJjL+o+0A68WRRJKbOcqdmEz6wl2Q7BFfcvvM8rTbGc6croqGmXg+pFWt5iQZoYAA9OI1KcCN4asgWdO50yJIGhtaY3ghEmsdOdt3gdsrJ5dCgEasQD1o56mR1GhhKIL20B4fc69zb8fK1mo83Z2Tm03eyUXRhPOCBzlngRXIaLuHovN96Z8cwDMMwDMO8Gt54DayisgojNDokOxida1yPG+cETQkKjqNXF3Wua5+lpnuF34tIEq80yg72rvhAhaABGlhJSTktYxJOKF5WNLCkhxliXlW45u3tMJaAw/9GDUy9kDYtQk7WqyKiHnY2u02MMeStjSzxAjUwQGuSdA4jvby8IhKBjPvpRcem0DhQ51p0sDt/Qb8DiZEGaGCVlVW07aTOoTSiVBu3OTJSXlG5duMJGk4bXcuO81ERtKDVGDUwEHYvUbzMKDuMfo1b8yNhGCo3MgRGsh2W7dXN9lrXwEBiUjotiNS5Zm3nme6ysmvvJYpQdhOmuSUkptE8iKyBIam0nQ6c6QeNGKYBGlhRcdmiJXtQ4KlowTVrO9d1y+ny8sqjJ5WvAek0MHDVP2LUhA26ott7kPPps3eMs8MlJWUr1xyhr5UIh5K89+BV3YoQU7nL1FPQAA0M3A6MphltBCCH/0eMX3fXsPtZAzQwkJaeO332NlIK4bZsrxUgODR+3OSN8tW/bDZzlt2O+izufAUaGEBI182n6FP2wqFR9d532ZjPr1IDwyWWLD8gMhauSZs5a11PIMG+fspGZDoNDKAYo/hR/pBDcVqz4ThOmTprK37qNDCAQxu3nKYFXsJ17rV4555LpmbVzdv3YUvIDxSue79lx07e0pVwlARK/IBhLnVOCyLa8VNNooV1ISvHBAq521YfobGRg6nmtfuiaecbG/cYhhZF7qnuw2ZJAwPI0vWbTtJR4dAj40Rd5JY0MJCVXWA735PmoOFWb6iZoQ4OTejer1a/OXjk6oCgWOQ2aXXPqYEBnIXM19m6HXs47NjlZ5o/AXdiJk7fLJc0uK59lqA21dO0Zt5EsnOeLF1xgHoc4VBsvPdekjtNK5w9f7ebKpOQgyEHi+5RStbxU0pnatTAUJxg2cpXbNpmLsp2cXHZcdXYrqcGVlFRtXXHuVadtEraRwrg43tHbs0oSRivYTBCtVWngYHcvKJFS/dQBydclz5L0MXLAhhx5lyQ3PIg/vFT3aKiH2Vk5lNV1WlgAIOX5asP02e9hIOlcepMoLFxMwV2i4PTPupByMHGcPfwRb6RvK3TwABsk4tXwoaMWiM3qsh5+6V7kRVaoLrIzy/CI4BdIWKAw8Dw5OkAY8uAK2LUgGGd7orI27R0/RUbpoGh+UI7LJ6vEqBa8bKkgYEnhSXzFu38onohIByad4yPUGa2eSob5us0MJCYlDFpxhbRgOu2ysQYHwNA6rWF6zt4BWxIbjAZhmEYhmFeE14vDczL+4K7x1njPvIgIvIhLHsc1b3MSzx8lLnB7eTsBZ5jJ2+cs9Br45bTj1NrLd6qk/LyyvMXgmHWY1w0drLr4mX7MIqz8iJeRWWVr99dh2V7EX7S9M040e9SiKmZGxlVnXLDBCLw2q3csnH+67vvvgsMiqWj8rmR95OtxFbwpGTn7os2c7fjFmDcHzhynUQa5A/OolkeHZYuRGBogaEI3eZE9TbPXwzRzQVbIiraYlILi0rpkO4dQOLoyZs4dOFSre9agzvBcc6rDuERT56xxWXt0bvVQ8pjJ28hfHCofoQJkH481mUrD0yZ6Y48sV+6B4GN8qEpO/dcRLTyRkmC6JhHlH7jB3XAo8fZrltOz1nghaSiTG5wO5WcUrN1YX3Iyi44cTpg2cqDuFMke7rt1uWrDiHnTSdY9x++hpTILyQSKI0XLochkmm2W+nePXb66bYclHmUkr1txzkUGyR76iz3Te4+pu+EJial072LFy2N4NIY9OJhUbZjrHvk+A3Tr38TcQmpGNziZsdN2eTkctD/ZhSGzRh8YjiKCyUlZ2jhVO5HP0KBdN182koCmHcZtGmpabnoAkx39SkqKsWh9Iw84zIG1Ds0xWj5Q8ISRKtVUlKG8KafOgeo7Gg/T50JvHM39lFKljFOGcR5LzIJLSoaNzR9RqkMmCbe+h1l5zzBISRe+y2BFuNxWg5qvem1QGpaTsCdGKQffy1NgRUVKzmg5pg+Evggchx9YmEDJesBMrMK0Iz7XQoNu5eYX/t9AivUxCm9EGPqKSg2uwVxCoqE5mUArVBs3GP/m5HIn8SkDPl0GS1+C/ls5SjixyPAUdMOnZJnmjM5uU9gKZ09FxQcmiBawtLScoTPyMw3TQZuMyg4zsf3Dv6KW87JLcQpll5ogAmk3n7U7UDcfrpOzTKCqFARTp8NRKVIfpRpKbtoGeWseR6WAuiojvYOon2YbDFaAmmOi3/sf0tJ84N6pBlGAvK5sFDJEMRMeW7JSCivqIRFB2MP3THqsulUtRZJmsVIEACFwXgV9JswLfCArvlHPEhMF7eJcovY5DlcJQZ4Wk6nFXC/6HBReG4HRuMqdc62o+VBgUHmBwTFIPPrzE/m7QDlDf0ghjmXr4bDFKynKiNAMYOphmpy7Uak2LvbkgZGYBSG8n/hcmho+AN0OuRZjP43TWm65YKHcQ2aTXTKoo7oQADUDl0AJAl3hPqFko8aSp6odFTlLenxaFTRmLTqOH/EuHXRsSniS7pGLMVPld1S/Gj5I6IeXr1+D40bglmJ3xIwrQODYmC3YBAkroJ7T7XcPuAiuBYaVQxw0I7JbUv9KS2rwJPCdS9eCYuNf2y9ZcAV8ciUK15Triierw7xOEzN+/yCYhyy1MEBY4A6T0FGXfWPwF2E3XsgFC+YKzgrUzmLPGpBicTtmI7I8Agi7z9EnLAZUh5nc4PJMAzDMAzzWvF6aWAMwzAMwzDMW0lZWcX4qZu+aWlb53bEDMO8TVjXwF5Pnj79jvYa6T3Ied/Ba5X12M6BYRiGYRiGYZjXE9bAGIZhGIZhmJdLyuPsgeonOT28zlt6MZ9hmLeSN1EDq6p6+iAx3dcvePjYdY0az7hyzWRnCIZhGIZhGIZh3ghYA2MYhmEYhmFeLkkPMzr1XHzCJ+BZt1ZjGOZN503UwMQ+gfRlMu99l+knwzAMwzAMwzBvHKyBMQzDMAzDMC+dUv6OI8O8k7xxGlhhYWmX3o59h6wYMW7dV81mNm0792FypnaMYRiGYRiGYZg3DdbAGIZhGIZhGIZhmJfCw+TMkz4B5y4El5VVaF6vN6VlFUeO31jstHea7db1m04+SErXDjAMwzAMwzAM8wbCGhjDMAzDMAzDMAzDMAzDMAzDMAzztsEaGMMwDMMwDMMwDMMwDMMwDMMwDPO2wRoYwzAMwzAMwzAMwzAMwzAMwzAM87bBGhjDMAzDMAzDMAzDMAzDMAzDMAzztsEaGMMwDMMwDMMwDMMwDMMwDMMwDPO2wRoYwzAMwzAMwzAMwzAMwzAMwzAM87bBGhjDMAzDMAzDMAzDMAzDMAzDMAzztsEaGMMwDMMwDMMwDMMwDMMwDMMwDPO2wRoYwzAMwzAMwzAMwzAMwzAMwzAM87bBGhjDMAzDMAzDMAzDMAzDMAzDMAzztsEaGMMwDMMwry9JDzMcnfftPXj16dOnmhfzerDd67z9sj279l767rvvNK+//CUtLXfZyoNe3hcqq17d89qx089+6R6kp+olFBLc3Z3guHUbT4yfumnQiFXDx66bbLNlm+e52PjH0n1rVFU9RYY4uRxMfpSpeb0txCekIpPtl+598qRE82IYhmEYhnnzgbEXFBQ0e/bsfv36NW7cuFGjRt26dZs0adKJEycqKiq0QK8cXHrNmjXjx4+PjY3VvL4PkDn+/v4bN248d+4c5UZZWdm8efN27dpFAZhXRlVVFR7EmDFjIiIiNK9nJC4uDiVq5cqViErzenN4+vTpihUrhg0btn79es2LYZ4F1sAYhmEYhnl9GT9105+/nQ4XE5uieTGvByPGrcdzmTh989OnNVrQPPud9LyCQxM0r5fPqAkbcMUR49ZVVr7g4Vx+QdHUWVsbNZ5BNyW7L5ra2DnsKioq1YKqREY9/Kr5LBwdP9XtLVNtbwVE041nZuVrXgzDMAzDMG84169f/+KLL35ggd///vdeXl7y+16vjMDAQEpD165dNa/vA19f3x/+8IeUkv/3//7f3LlzFy9e/NFHH23fvl0LwbwqIiMj6UG0bNlS83oWqqqqevbsidPxQC9duqT5vjlUVla2atUK6e/WrZvmxTDPAmtgDMMwDPNyeZCYftIn4OLlMFkqeOFUVT318b1zyicwMSlD83pzQJpPnQm8cDnUKBts3namUeMZbbsuyssv0ryY1wNTDWzvgSufN5nRquP8V6mUvCQNrLyicuQE5R7hBo9avWvvpfMXQ1DLNm453bXPEvIfPXFDWXnNC8IZmXmtOy1AiXXbeub7mC15ibAGxjAMwzDM2wTGHTt27PjJT37ygx/84L333vv8888dHBx27ty5f/9+Z2fn7t27f/jhhzj0wQcf2NjYlJeXa6e9KlJSUn75y1++//77K1as0LxeOZWVlR07dvz9739/5syZ1atX/+u//isyBPzxj3/MysrSAjGvCuT53//936OsLliwQPN6Fr777jsnJyc8PpSrhw8far7qUz5w4ICnp2d4eLjm9VrCGhjznLAGxjAMwzAvlz0Hrvz52+nd+i6tqHiJew6UlJR/09IWFzp45Lrm9eaANCPlXXo7lktygiAtPVe32oZ5HTDVwACeV+GrfV4vSQO7fiPyi6Y2iNl51aGq2ls7oi7PXeiFQ3BnzgVpviqoiRmZ+d/L+8IvFdbAGIZhGIZ5m7h48eJHH330gx/84LPPPjt58qTReIuIiPif//kfBHj//fednZ0131dIfn5+cnKy9uP7oLKy8sSJEzdu3KCfT58+jY+P9/f3LyridxO/H548eSLLV88KCnlKSgoi0X6rFBcX//rXv0Y5X758ueb1WsIaGPOcsAbGMAzDMC8X1sDqxLoGxryeWNLAXj0vSQNb73YS0X7dfFZObqHmJZGVVdCs7VwEGDt548v4DtnrBmtgDMMwDMO8NRQUFPzxj3/8wQ9+8NOf/tTf31/zNZCenk7Bfvazn927d0/zZZi3CNbAmHcE1sAYhmGYt5Oi4rKg4LhTZwJ9/YKjopPrXJaRl190K+A+wvv43gkJS6ioqNQO1KaoqPRxWo66zkP5iWjjElJv3Iq6GxKfk1vrjSqQmpabmpqzeduZP387vVPPxQ+TMx+n5sAVFpZQACW21JzMrHxKXGlpeWTUw3uRSeovjfLyyvCIJCTspE9AwJ0YhNcOVFNSUg7PB4lp37RQNLBtnufoKukZeca7zlduM1q7zdCEcgu3SeD0+ITU6zcicWlkZnaO/gbrJC0995p/BE4/fzEkNPyBUaJAgNS0HKQZKe/YwyHpYQYl/skTLYuKi8vkeykvr0B4+JSVmatlIoBu4U5+QfGtQO3Gg3Hj5XXd+IM0/5vVN55doB2oN7m5hYFBsbgcbjzhQZrxQdRJbp4Sw2nEcMFiDPBEBuJmxbqrgoJiFMVLV8MTkzKe1j4Ft4xHcPnavcj7yaUWcs8SyG1Ee/rsHdxOyuNs8jTVwIpLylBB0tNzTROMAhAR+RDxIGduB8YkP3rmTVRwF8GhSkrOXQgWp9epgcXGPb54OYzKYUzc43o+jkVL9iDa1p0WPKmusDKIZI3rcfule922+lRUXxdZoT2RQpOVcCjMSDxKIJKBp1DnB8Pi4lOvXleqD+psXp6JDgfQhqDAK22IelN4UhFRD0PDE+moAJVXKU5nUZyCHySl15kDKHKXr4XjMaHMUFViDYxhGIZhmLcGT0/PH6jMnz9f87LAqVOn3nvvPYQcO3as5qWSkZGRmJj4+PFj7bcEbLxHjx7haG5uruZVm6SkpKNHjyINhw8fvnnzZkWFiWWOSJKTkxGJbtUOgZivXr26Z88exBASElJWVqYdqB95eXnXrl2j04ODg62fXl5efuPGjV27du3cufP8+fN1rkNCyhHn/v37cYPHjx+PiYnRDjwLSKGvry9iwEUvX75cXFysHTADV4yKijp9+jQC+/n5paTU6zPSIocpcpjH+HnlypWcnFrDbQQLCgo6dOiQl5cXbr+w0NwmFyA2RIKUHDlyhJbxIeb09HRcKDMzk8IQWVlZ8ERR0X5L4BTcBY5mZ2sjL0AphGd+vok1XlBQcP369b179x48ePDu3bulpSaDEZyI0/EEcVP4WVRUhJ/Iur/9279FCZ8zZw5+ApRPCiCDq4eGhtKuiSi9OEs7YAGUW5EeZKBpeqxQUlKCEu7t7Y0iiiTBp04NDClEwUO240mh8CBDtAMMo8IaGMMwDPO28eRJyWKnfY1bz6YZW3JtOi/ce/Cq6YIVCk+LqIRr1XH+1h2+xvB79lcv6qqsOn8xpEd/J/mshY67S0prNov/tnacwm3zPEcB9h64ip/9h66sqKjctfdSiw52+DlzrgcMOBwtK6vYvO1MkzZzxIlwnzexmW67LTauZrh15lyQHEA43LL8paLCwpIly/d/27JWtrTsOH/L9rOmq1iuXr+HhMmBv2hqY2u3o57fG4u6nzxy/PpGjWtOh2vXdZGn9wVZndLdnXCbt5+lALRErHXnBaVqxj5OzSGpb+OW0xRAB626w70XF2tjucKi0qUrDn7bqvaNd5iPvNXpZMT1G5EDhrnIKceNz5znkZCYpoWwSmZW/nyHXV82mylOh+szePnN2/e1EHWRlVUw38HbGMMNQwzIE1qK5L3vcn5+EYqffFbXPksi7yvjLhSkrTvOUeki17Tt3NNn71Axsw6qwO59l9t0WSjORW7gBotLykw1sOOnbsMT1Ue3fWVlZRUeffN280Q8cJ83mTFuyqYwg2BjClJ79MTN9t3sxelIydyFXvkFxVY0sNDwB8PHrWvUeIY4C27omLWBQbFaCMt47PRDYJx78UqY5lUXSEyL9so97tjlp3mpwH/ZSn0h7NRr8cEj/qaF0P9W1OCRq+Vk42an2LjHJ6RqIarZqxb4fkNWlJSUe++93KK98pQn22zRDisTNPnz7HfidBEVXO9BzpYKZFJy5vipm+RLo7kLuBPDGhjDMAzDMG8HlZWVbdu2/cEPfvDzn/88Pj5e87VAUVER7Yj4q1/9StYeunXrBs//+q//0n5L5OXl/b//9/9IVNC8qrl58+bXX3+NQzK//e1vly9frlPCsrOz/7//7//D0a1bt2peKkjDqFGjfvzjH9O5xO9+9ztXV9eqqrp3RMDpo0ePpq+gCXD6hg0bjKeXl5fb29t/+umnWjiVDz74oEOHDmFhJuYxzPVTp04hT7SgKu+//37Lli3v3r2rBaoLpHD8+PG6G/ybv/kbBwcHo1aHK548efJ///d/tXAqSGH37t2jo6O1QBYoKCj45S9/+d577x04cODBgwetW7fGuZ988kloaCgFePr0qaen5z/90z9RtMRHH300ZcoUU2ESGejs7IykakHVlIwcORLloX379vjZr18/LajKiBEj4PmP//iP2m+J4uLif/7nf8ZRZIXmpRZFWrC1cuVKzUsF/hMmTPjpT3+KQ4K/+7u/c3Fx0T1TFDMcQkhK/6FDhyiwDhGAQCb7+fn93//9n3ZYBfnWuHHjW7duaYEkkPhJkyb97Gc/04Kq/OY3v1mxYkV9iiiyfdWqVSTLEShCgwcPzs3NtaSBIYV79+4V36sjPvzww7Fjx8p1lnnHYQ2MYRiGeavIznnSa4CiSzVqPKPXQOc5Czxnz/fs2MOBZm8dnfbpZC2E7zdkBQ593sRm6iz3FWsOOzrvHzRyFYWfOtNdN0NNGliH7g6bt53BJb5uMQuBx0527dxrMZ2y0HE3jDAKjAR06eVI2sMXTWd27uVIbv+haxSANDAEW7/ppJh0Xrr8AGIAM+d6kM/wcevcPXxxafule3BF+LTqOD+renHSlWv3EGennosphpYd5tNVBo9aLZZ55eQ+6T9MEbRwm1Nmblm+WrlNBKD4J9ts0YkHtwKiv2quXKjv4BWuW065e5xduuIAzeAjZtOt4WSi7idT4KZt5+LEnXsubdrqM0BNANzq9cdEFvUZvBwRIs3w/6KpDbKREo+bpQA6DQxMn70NPn2HrDCu1cPD6tF/GY6Kp5CbVzhwhPI0ceO4Tdz4kuX7h4xe00hNycTpm3UbVAbcifla1dj6DFruulm78catFaEOOVzngrC09NyufZcg8DctbW3mbt+8/YzDsr1dejvCB/l5/kKIFs4yael53fourYlhW60Yzl0I1sKpCA1syfID3fspZ3Xts2TMJNeBw12oMLTqNP9hcubwsevwPzJ5zKQNoyZsoCeLAMGhCVpEllm1/hhFhQtNnO4232EXCjx8Rk1YP3ikUn7qo4HhWSxbeZDiQTl02+qz58CVxU77SCRu3m4eEqkFtcx2r/OfN1FiaNJ6zrgpmxYs9h46es3njWcgQtwv/I0a2IXLoaRtt+w4H0Vi7cYTOAtlCT5fN5917JTJmE0mNv4xnY6/G9xOZmfXvQ7SVAPDY0IuwROVws5+FwrVJnefIaNWN2qsPAXUDlEdCGQOSVaoPniaSPnI8evJB43JvYha60RJA+vRb5nLuqPIDfyPOBcs3k1HH6fmoAmiS8+a54HitGjJHpRk+BiLE0hMymij5s8XTWx6D3LG40Yb2LTNXDQ7a11PwB+ONTCGYRiGYd5osrKyfvnLX/7gBz/493//d+N6FyOTJk1C4I8++uj69Zo95xuggeH0n//85/D/9NNPR48evWbNGjs7O/HJMd2KNFMNrKSkpGXLlvD88Y9/PGjQIHt7+wULFnz++efw+eCDDxChFs4COJ1UhE8++USc/sUXX9Dpq1at0sKplJeXIwwOvffee19++SVCrly5ctiwYaSfIQMfPHigBVWBQbthwwb6xNpvfvOboUOHTp06tW/fviSh/fSnPz116pQW1DK4a8oQpKdNmzYTJ04cM2YMpRDJaNu2re5TZGfPnsW94NC//du/zZ07F3eE8HTFf/zHfzRdpScgDQwhnZyc/uEf/gH/gF/84he0wqmqqsrR0RExg//4j/+YMGECnmb79u0//PBDBGvcuLFuQRjCUzmhSFq3bj1gwADaSLNZs2YkfL4MDQyPqVOnTvD8+OOPET9yYOHChd988w18UKhwC1o4FZ0G5uPj87vf/Q73jtyG/2effYafAMkW+YzH6uHhQY/1b//2b4cMGTJt2rT+/fv/1V/9FXyQ+QcPHqSQREVFRdeuXXEI6cHTR3oWLVr07bffwgfpwf9aOAugPs6cOROBAdKD4jp48GDSOJGHyHb8o9PAkEIUXUSOQ//6r/+KHENJQJ788Ic/hM+f//xnXhDGEKyBMQzDMG8PMIBIIPmmpe1JnwAxs1xWVrF0xQH4N2o8Q150ggBzF3rBv2mbuWH3avkfO3nr8ybKpPPWHefkCWrSwMghzoxMbTq4vLxyxpzt8MSlhTpFWPkeGGlgXzWf2ejb6TZztkfefyhWbgUFx9Gs9zZPJKAmBfejH5EM5rL2qOalYuV7YDjdzmEXDjVpMyckrEb2gP/x07fpKpu3n5Vvc4AqKoyZ5CpLgCmPs1t1VMQqh2V75STpwCGciGAdezhkZOZpvqpFu2Cxt5KM1nN0m8shzfA3/R4YHZI1MP9bUXg0eJQxcfptLqKiH33ZbCYO0X6SSMlCx910xaDgmnc84X/qTOCX6o1vdPeR74V0nZET1stqyuPUHBJOZIHTCA7hISIYnnX8g5pFYyUlZQsdtV318vOtfUEaMZDw2a3vEnnFDx4u7cvXqtOCPCkGoYHBIfduBUSL5B09cZOeLB46Csyho/6i+CUkptFZUwwSrw5kGi0sGz52ba60F5/fJU1bgquPBhYTm6IV2nVH5YkG3CMeDfznO3hbyVgQHaMV+4HDXdIzagrVjVtRTatzQKeBpabl0qIolEZ5Z8Li4jKqqs3azUt+VIf25rHTj9oBOGTFhGluqM44y1JiTTWwwKBYRPJ5kxl3Q2oKITJt7cYTKKt4QLKqFB2bQtLg8LHrZH8Uabod+MstCWlgSBsuMWP2toiomjYEDxePGEe79qlVnIqKS+erDULLDvPlx1pRUTlyvLK2r3Hr2T6+QeKJ5OQ+IQ2PHGtgDMMwDMO80Tx+/Jjmx0ePHq15WWXfvn0IDI4dO6Z5PbsGVlZW1qxZM3j+/ve/l7cTLC8v79OnD/w/++wzeRM/Uw3s1KlT8PnRj37k6+ureanqy4wZM+D/6aefWl/W5uPjg2Aff/zx2bPalhsAp9vY2MD/Zz/7WVxcnOaLMZe//3vvvff+++87ODjIhnpQUBAtOZo7d67mpRIWFgZ/nILbkZWqtLQ0Uul+9atfme77J6isrBwyZAil5Pz585qvOorctm3bRx99hMgXLlyo+apZSqIIMrakpGZ0mZCQ8Jvf/Ab+uu0rdQgN7Cc/+cnf/M3frF69Ws7/u3fvIqM++OCD+fPnI2HkiXy4evXqX//1XyMldnZ25EmcO3cOgeHfsWPHrCxtw3ak/NChQ2Ih3cvQwC5fvgwflOcjR45oXup1kVHwR1GJjIzUfA0aGIFrWfkeWExMDKW/U6dO8lkon5T5KLe0VyFx/fp1eH744YeyNob0LF68GP7IUuvf1UP2kiD39ddfp6enkyey/eTJk6QfA50GhhvEbaKgohjLiykDAgJoTd7UqVM1L+bdhjUwhmEY5u0hJjaF5v3XbTqpeVVTWlpOM8j2S/doXggf95jCi1VHMgiJQy062MkfTyINrFHjGbv26ldvhN9LpNiu+UdoXip1amBwm9xP677e5LlL2YetYw8H4ye7ptluxaER49fLAoYVDSwuPpWUDKRZ85JwdNqHQ83b2yEGzesvfyFdwWVdLZkNwAf+A4e7GDedEzx5UkKLwLx2X9S8qiGNCoduB9baF56ErnpqYCWl5aRILV1xQKdEbHA7Cf8+g5dTpiU8SPtaXfPk6X2BAsgsU2XR5u3myWoN8gGey1cf1n5Xs8b1OPxp10rNy0B0bMpXzWd93mTGzQD9LnM5uYW01s3do2bAaQQFWIvBsE9dbm4hCZBbqneJBEID695vmW5xHsoGbRvYrN08/5v67dodnZWHjjIpctUUG1WQQwzGlX+XroTTo6yPBnbitPkGiYBE6H5DVsj7dhpxWLYXwZq0npOapv8enrJmUU2JTgNz3XwKnqi/xu/YFRQUt1V3d5xnv0tXi41cuxHZb+hK3a6evQY6u+/wFRK4wFQDo91Km7Wbi6Oal8qjlCySAC9ertlMZr6DohOjscrK0r+xePTELRz6uoWtLFyRBoYWaeOW0zpFMzpGkR6/bDoz4I7+MwxZ2QVUIMW+rCAi6uFXzZWcNG40igfXd/ByHIJjDYxhGIZhmDea8PBwmkyv82NgxNWrVym8m5ub5vXsGlh2djbNyG/btk3zqiYsLAz+P/zhDy9dqhmsmWpg69evh8/Pf/7zpKRaGwOkpqZ+/PHH77//vvW1Vq6urnS6LFqAtLQ0Ov3EiROaF4zS+fMRGGnWLb2qqqqihUeNGjXSvFSRo1+/fvD81a9+hZRrvtXgcqSj6JYl6YiPjyehS7fXH0D8EyZMoMQLaQQJo+3vpkyZQj6CsWPHwv/3v/+99tsMoYH9+te/1m2ciHvs0aMHDn399ddCACMwdnBwcMAhPB08aPJEGFr8hOwSAphg//79tErpZWhgnuqX7T755JPY2Fo7vSNtP/rRj5CZu3dr+0OAZ9XAcLOjR4/Goc8++0xkuwDFhlaD2draal5/+Yu3tzd8cGldluKKlB4vLy/Ny4AoRT/+8Y+Ncunx48cpG2UNDKeQbvq///u/xu/qrVq1CodQ9oxlknkHYQ2MYRiGeXvw9L7wZ2WOeJbprmWnzgS6e/ieOVezvsFLDf9l05mmSkBo+APStPwuaXuCA9LA2nZZaJSm0jPyaJe5fdVbHRJ1amBtEFu5PrbrNyPdPc4eO3lLt3kjIKWn39AV8oy/FQ3Me+9l+ONexCeyZMIjkug2ff1qNkYbMU7ZPa9jDwdaUCXIyMwPCo67F5FkRTl48qRku9d5JN64wV1mVj4l8uz5IM1L5Zk0MLB52xl4du2zRBZOSssqaBs3oRLtPahkL+6usPayMyIy6iGpOD6+NYkZPVH5slSH7g5h9xLlW0TKcePhEYnGxyHYvU/JZ2SaaXGaoa5QnDDNDZa65mWASpfFGNTVS+OnbhLfb0Mw0sBczb6ONnbyRhwaMa7WmjZin5ozLTrYGUUpQWFhKcnG8x1MhCL49FM/F1cfDQxZh/KAR1lp2AJ+m+c5hO/cy1GWYHWoT1aRrKbYuBu/XYeUDBm1BkdlDQwVCtloTJ6A1FyEKTKrFDpwibsh8SvWHOnSW9noUrhvWtgi/XL2mmpgwaEJVMVc1h6VvxeIE0PCEpA5mdVyl3K6unWqaZ6j9uFyyEl5LSBpYB262xsLOTUvqCam94iiiKMo8EI5o2fRpM1ceaWd4PLVcByFYw2MYRiGYZg3Gn9//x+oODs7a15WCQoKovAuLi6a17NrYIWFhY4qCQn63cjT09NJHjh+/LjmZUEDO3/+PHxoyYu8F19FRQVu6vLly5mZ1jY5uHDhAp0+Y8YM+fTKykrj6ceOHXNwcJBlP8GYMWMQz9/93d9pv2HE5ufT0quJEydqXhJVVVUkEf3hD38oL7do8y9btgxhfvrTn8bE6N/fAvfv30cWIfF79mivtCKq5s2b45Rf//rXSD95EomJibgdnacOoYEZ95B88uQJyUKbNm3SvCSQEhz66KOPrl3TRv2I6he/+AU8Z86cST4ypaWltBLuZWhgN2/ehA9yZty4cfKmf8jzGzduIBNSU2t2g3hWDaykpIR2iRwyZIjmJYFRLe2WiZIgPtUWEBBA6Rk9erT8LS4ERlKRHisbVOJy9Bmw/v37a14SKOS0paSsgSFvf/vb38LTdBFbUlISDn3wwQfnztW89se8s7AGxjAMw7w90FZ7XXovMU76mzJv0U6Eb9/d3qhOgSeFJbT92nppVZkVDaykpOwb9VNS271qtm4ADdPAZCoqqx6lZN0NifO/GXXqTCBtuFd/DYxWlrTrtsj0KoWFJbT32poNNYMuXIhm7Rs1njF87LqtO3yDQ+J1q0zqSW5e4f3oR0HBcWfOBe0/dI0WmjynBhafkEpy4527Nft1BAbFIs1ft7AVq3No/8C2XReZSkqFRaX0oa+Va2s2jrgVEP1lUyWFuPFhY9a6e/jeDYmvZ3Gys1f2l+veb+nxU7dP+gTIDk9tuq2igeGpGUuOgHaoq4nhTK1IaJ/PfkNWiOdoXQOj8INGrjKuXSM949tWs03VQQJFjtbzmS4fBCPGKfvm1UcDk0FmpjzORq7euKUUZloH1rGnQ3GJRS0qPSOvSRvlSa3bVPNqqsyoCYpyKWtgKANN1VOWLj9APjqu3YjEI/68yYw8aU1VfYh/kLZjl1/vgc5iZRjKj9A1TTUwPKaRE5S8gmvZYT6Kpc/ZO6Y6U0JiOuX5gcP6WmwJKxpYdXFaJgokMlwrVGcCJs3YgqN9Bi8XtWOO+izQUpmK5agaOArHGhjDMAzDMG808fHxP1CZPn265mUV2kIQyEtqnlUD05GRkREUFHTx4sU9e/aIz2jJ29mZamDFxcX0qSfw13/918OHD9+1a1dycrJ2uC5wOu1fBz777DOcvnPnzvqcXlVVlZCQcOXKlVOnTnl6etI3yf72b/9WO/yXvyASinb9+vWaV22cnJxw9Oc//7klCeS7774Te0LKWo4Ann//93+PAPPmzdO8/vKXkydPUta9//77f/7znx0dHa9evSr0GOsIDWzdunWaVzV0Ox988MHMmTNxv15eXvhL4P9NmzZ9+OGHuKLY7g83hfDvvfee0OdkysvLKdtfhgaGyFu3bg1PgOwdPHgwEqlbJih4Vg0sKytLjdjiAj5aWfjJJ5+IK1ZUVLRr147O+vTTTwcNGrRjxw7dukNLiMvpPk1HVFZW0tfsZA0sMzMTPngWU6ZMoQdE0CND3fnhD3+I54I0aCcw7zCsgTEMwzBvD6PURTxDR6+pp1pDH78ZPGq1pfDN2ynT2XYOu7Tfr1YDe1JY4uF1fsS49Y0az0Awnau/BjZmovJ1roEjVlnScmhXtDkLa+1LcCsguk/17mfkmradu3T5gUcp9dpJ4M7duEVLdrfrukiOQbjn1MAwRho2Zi385y7cKZbLkOI1bsom8TTxP3z6D7O4gWHrTsq6sVnzPOQlNwF3YvoNWQF/4Zq2mbPEeX/yI/2+FjomTFUW1lh3vQc5W9E7aWmOddd7oLNY/fZSNbDo2BTaSfLilZqd+mSeSQMrLi7z2n1xzCRX8Xkt2VnXwBIS06hsHz52Q/OqjVEDe5CYTsouah/56BBrs3CbmtezgFs+5xdMmY+0PU7Vdmg01cAA6vLKtUdIuBVu0IhVp84Eyo1P2L1EWpvof0u/faUlrGhgtJrTuuveb6nI+RFqe4gCY1pEWQNjGIZhGOb5efz48c6dO/fs2SOvEXnFpKWl/VT9olXPnj01L6ts3ryZ5tnPnDmjeTVIA3v69Om5c+cGDhxIi12M1KmBgZycnClTpnzyySd0CkDC/vSnP23fvl23a58pOH3q1Kny6e+9956l03Nzcx0dHb/++usPP/xQCy0ha2C0+gcpkXdTlMFDR4Cf/OQn8uepZCoqKtq2bYswf/jDHzSv2hQXFyO3EWD48OGalzoqRJb+3//9H/wFn3766YgRI0wXk8lY0cDu3LlDUVlHbOtHKwV/+MMfyp8xE7xUDQzgRmbNmoW8xSECz/S///u/3dzcdNsDPqsGdu/ePYpNVn9lUGIR4OOPPw4OrtlRBpHPnj1bl57//M//3Lhxoy49OuhyKEWmUqKpBobipF6hDjZs2KCdwLzDsAbGMAzDvD2QpjVywnor283JUPghljWz71EDi4h6SF+9+rrFrOmzt3l6Xzh7/u6d4Lig4LiZ6leanlUDGzTy2TQwIuxe4obNpwaOWCV0uCZt5hi/ViWDzLdfsofCd+2zxGXt0SMnbl6/GYmU+/rdfSHrwMCZc0G4BPxpzUp+QREtFYI/BQCkgQ0Y7mK6zg+YamBEeESS65bTg+Qbbz3n+g3zMRtBGlifwctPnK5ZvEVOWX+j/nP5ariVwkkaWE0MtdeBkUMM9dwL8UVpYOcu1AxpZOqvgSU8SKOdCb9sNnOyzRZUEB/fO3fuxqJIOLkchH89NTBj2SasaGD7Dl0lHx3PqYERfpdCP2+iFI+DR7SNVixpYMSTJyXIn1l2O2jDQ3Iz5mwX1T8sXNPAAoNqbehvhTo1sJ4DnE6cNlkHRj5Xrt0TrR9pYAOHuxirIWANjGEYhmGY58Tf3/+zzz6jWek//OEP9Vwd8sIpKCig70j95je/kbcENKWqqqpz584I/NOf/jQiouarz8+qgZWVlQ0ePPi9996D/7/8y79MmzZty5YtPj4+ly9fPnr06I9+9CP410cDI3JycrZv3967d++//uu/RhiAmJGkkhKLtr2M6eldu3aVT7958yYl4OOPP+7SpcvSpUt37dqF1AK6d6MG9sEHH5w8qf8sN1F/DQyPRvOqjakGRmB4devWLTs7uz/96U9IA8IAPC9ZszRiRQMLDQ2F/4cffjh//nyxqIiQ/4+L07YkERqY6Z57L1sDI/Lz85Gk/v3702fniDZt2uAsLURDNTBLohQw1cAIZC8e+oABA6gUES1btrRS4xqggcXExNAptra29FAI3SOLiqrv+4XMWwxrYAzDMMzbA+2F2H/oSkualo567oW41rXmdbZXo4GVlVX07L8Mh/oMWi6WmAiWrz6EQy98L8RV645pXmbk5Rft3H2RLtGxh4NpVMT5iyGfN5nRqPGM3fsu6z7F9Dg1m7L0+TWwvDxN9LpwWflam9+lEFyxbZdFspRSz70Ql68+rHmZgRvftfcS7VDXobu9aVTE0uX7EWbYmLWWtMY6WbriAGIYOnpNPWN4qRrYw+RMKhheuy9qXrWppwaGexk0YhU8u/dblpik/5byzj0XcaieeyFudDe5TfA8eyHm5Jh8OxAkJKb3HODUuZfj3oPmKhrA7VDBWLdRayKsa2ACNFDBIfFTZrrThor7qi8h9kI8ffYO+dSJFQ1soeNuHEIbYqXQytBeiJa+H8YaGMMwDMMwz0NpaelXX331AwmdJPAqGT9+PBLw0Ucf+flZs9lASkoKLdv605/+JL/KRjrQf/zHf2i/JUw1MA8PD7rixo0bdSuuMjIyfvzjH+No/TUwQVVV1aVLl2g3vPfff3/79u3agfpBp7dp04ZOF9cqKir6z//8T3jiro1S5YQJE3DoddgL0Qgyc+XKlSS14imYRkVY0cBSU1Ph/+GHH1pX0QT03SlL66Wsa2C/+93vtN8SDdDABCil169f79SpEyVJ/trZs2pgDdgL0QierL+/f5cuXRAS6bGS+LS0NPVqJl9oA6YaWG5uLnxQdA8dOqR5MYwFWANjGIZh3h48vS/8Wd2azHQ+feWaI517Odra7RCjF+99lxH+y6YzTZWA0PAHtFLE75KishAN1sA6dHcwShGWNLCEB2m0HCTgjskeDtY1MKNiQVfBvRQUFGteEuERSXSbvn7a21sPkzO37vDd5nnOqMT4+CqrrxD4QaJezBDYL1WUJ1MpyLoG1r6bfVlZfTUwQIrRFBv3p0+/oxVUDsv2iq0RwQH1XNxdXl7N62+CyKiHlMm4KfJJTsmiGzc+KWQO3Xh8Qs1XhXWc9Alo1Hh683bzTD+nFBgU6+5xdv+ha5WWBdqTPoGIoVm7eaYixJ27Sgz7EEN1xr5UDaywsJQin7uoZsNJmWFjle0o69TAUtNyG7dWdB2/iyHkI1MfDQy1AzUOwabN2qpTVQlS42QNrKKiCpUdnuOnbjI9ZcWaI8p1eziYZjVIS8sl4c3Ofpfp7QNlqZxansUn00w1sN37L+PBXbtR8+IwgcfXqediBJ44zY0ukZtX2Fw9HZWIwsgkJWf0GuiM+wq8W7NKzIoGduT4TRxChPn5JuUfbQtSdeDwdZFpnt5+CN+k9RzTb5XduHUfR+FYA2MYhmEYpgHk5OT8wz/8gzrFrfHP//zP2rFXTkBAwMcff4w0fPPNN1Y+H4Vh45QpUxDs/fff37x5s+arMmTIEPj/6le/Mp5u1MBg6fXs2ZMuZzQs66mBVVRUuLu729vbnz17lnwEhYWFf/zjHxG4e/fumpeByspKRGXp9P/4j//A6V27diWf5OTkDz74wNLCJqMGlp+f/5vf/AaesmYjqKqqQsw4+i//8i86/U9m2bJlCPPTn/40Ojpa85K4f//+e++9h1QdOKC94hYbG4vbwVnIK/IR7N69G1HhEd+8eVPzMmBFAysqKiIJauHChZqXRGlpKS7q4OAQFqbtGI+oaEWd6RfmUEK+/vprHNVpYFOnToXnz3/+c+PqvXpqYMjYHTt2IBOMW1Dion/6058QuFWrVpqXBQ0MV//d734H/yVLlmhe1eAQ1dlBgwZpXhKoHfDH0d/+9re0ySF8vLy8kJ5jx/Qv15aXlzdq1AiBmzdvrnkZwOVoEduIESM0LwmUnBYtWuCorIEhWir5M2bM0LwkcIqTkxOeVGBgoObFvMOwBsYwDMO8PcTEppCcs2W73rIvL6/s2EOZbp4931MMPOITUkkF2bxNHx6QltO60wJZmGmABnbmXBA8v2lpW1KiV3EsaWBio7bYOP2LcllZBV37LMEhnQYGmrRRFAsnF+3bvIKExLSv1Nvc5O6jeUk4Ou3DoVYd54vkhYRp4l9svP7qImHxD9I0LwNjJ29EgAnT3ITWKNi19xLtHafTwM5fDIHn1y1s5Q30CCsaWHiEsnFc0zZz78c8QvY2ajwD/2jHVBKTMkiiWO920ihiLFMltJYd7IQKEl79NaboGP3+eOJDTcYnIniYnEkFwGOnyfukU2y24NBwSacxosSgCpketYsQMWWmuxLD2JoYXqoGBmaoMaBsPDEEO37qFmVInRoYcoyegnELzbz8ov7DVuKQdQ0M2DnsQrCmbedmG5ZtRUQ+pEyTNTCwedsZeDZpPce4kjIru6B5e2U3wgWOuy3pWxUVVahiCNOivV3SwwzNVwInLl91GAFQ8ELDHpCnqQZG365Ta4T+WmMmK/uU4pBIhu18T/ighUFU5CM4d0ERYuHkT9NZ0cCUDSHVVWXe+y5rXhKTZigFUs40UcjdPXzJR1BaWjFmkpJUOJ0GlplVcPrsHdQdCxnJMAzDMAyjUFZW1qRJkx9IDB06VDv2yqmqqqKlYO+///7EiRNNP1OEsYybm9sPf/hDBGvUqFFxcS3bbMmSJfD/+c9/npCQoHmp4CxXV1fakU9oYOXl5c2aNYNP69atyUeA8E5OTu+peyRa18BEJEKpEiD9tBSsU6dOmpcBnE4SQufOnTWvaiorK2kpWIcOHcjn9u3b+PnRRx9dvarfESElJeVf/uVfcFTWwHAX/fr1g+cvf/nLzMxMzbcaZNGnn36Ko0aVRSY+Ph5XRFY4OztrXtUg/nHjxiGGzz77LD1dexeTNmD8+OOPb9zQfzM4LCyMDl2/br6VOrCigcEyHz16NA799re/NX64TuyU6Our2czIwHbt2sETj0wXHilfu3YtihmO6jSwDRs2wPOTTz7R7dSHq3t6elIRsq6B4bq0UWfLli3JR4AS3qNHDxxCmdG8LGhgpaWl//3f/w3/SZMmaV7ViHxAtqel6Yf/jx8//qu/+iscnT17Nvngot27d4dP06ZNyUeAfKB1ft9++63mZUCcjmqVlVXrU9xIiYeHB+WJrIHBf/r06fBEzufm5mq+1YidEuWaxbyzsAbGMAzDvD3ABpo5b8efVcHp/MUQ/CT/0tJy51WHaNuxWwG1Xiuj7RO/bTX7xq0a07Oq6qlQazy9L2i+Kg3QwEKqdaPDx/xFkghLGtjj1Jyv1E8xObsckk+5GxLfra8igMEZNTASn3oNcMrL0++yTbsC4jav3YgU8eE2d++/8nkTJW1Is/AvKiptoSoEk2ZskfU/pGTVumPwb9HBDjer+RpYtf4owjRvP0+eqS8uKVu9/hhlKZxOA1Mm39UsOnD4mi6LrGhgSH8PdcfIYWPWNlIyZKVR7FmsKnzftrS9cv2efOP7Dl6lh+Lu4SuuWFRc1qqj8mm0CdPc5MshwFrXE/BHthhVOpmVa5XVRc3bzQu4EyPfxzm/YFIXdu83USNkXNYpudes3bzbuhguaDHIesbL1sBuB8ZoQte0zWJxG3Lv+MlbpKoqh+rSwLKyC2hB1ZwFXjiXPEFE1MM+g5dTJHVqYCFhCfQluTGTXMWqJsR25lwQ8ooi0Wlg6Rl5rdTvvQ0ZvUZWzvLyiuhDcSjGKY/1L43KXPOPoELSobuD38WQomLtjlAeHiSmo2hReUbxE/XXVAPbe/AqGh/ktq7xefgok3JGFqej7ieTpDd+qlt2ds3mLfejH9FiuMEjV8vNhRUNDNBayaZt5qoVv+YxId8oPw8d1b5kBlCcBqiSZNM2c/xv1rSHSQ8zKMfIyRpYbm6h9qW3pjami1YZhmEYhmEEgYGBf6vuKwj++7//++HDh9qB74Pc3Fya+n/vvfdatmx54cIF2Vi6f//+sGHDSAD7xS9+ERKi38/Az8+PhKuRI0eKDfdw1vDhw8kfyOvABg8eDJ/PPvssJqbGZMrPz588eTLN7IM690JcvHgxfD755JPz52uNN8PCwiiwk5OT5mWGo6MjwvzoRz8S4g0RHh5Opy9btox8UlNT6RNlEydOFNmCfy5fvvyP//iP8AeyBgYiIiJ+/vOfw79Dhw45OTWvoMXHx9Mis7/7u79DtJqvGZWVlaNGjULIH//4x2KxF6iqqlq1ahVy6f3335dVNGQ77Y7Ypk0bWaFEPLTE6tNPPxWCmRErGhhAsnE7eJQ9evSQZS0UG9rYEJeW/Y8fP47AoFevXqI8VFRUCEEU6DSwW7dukTbWt29fod8kJCSMHz+e/IF1DQysXbsWPiioSIDmpRIbG0uB5Q05TTUwZC9t7Ik7Mu5UiXygJW7NmzeX1c3k5GRaZ/Y3f/M3+F/zrd4d8cMPP9TJToiHVgrOnDlT8zIDJZPuvV27diJ7nz59ilpACzeBrIGBR48e0daX7du3l2Uw3CMJw6byGPMOwhoYwzAM81aRk/uk7xBl9QZcn8HL7ZfusZm7vX03e/JxdNqnW4qRm1c4eNRqOjp09BqEn7toZ7e+S8ln9nxPedYeNEADKyur6DXQmSJs2WF+516O+w9do0OWNDBA3+aBGz5u3RrX4yvXHhk+dl2jxtMHDHNx26oscDFqYOcvKB/iwqEvmtrgKrgvkci8/KKhY9ZQhEPU25y3aGf3ftptzpq3Q7dB3+mzd0gbQ9a5rD3q7nHWbavPkFGrkYBGjWccPnZDlmd0xMWnUj40bTt30dI9m9x95jvsat5uHlLltfvit62UQzoNrLy8om+1HNKigx0Sj3ymQ1Y0MICcbKSeBbfN02SnjvyCohHj1lEApH/REuXGe/RTlDM4lA1dHp49F0SyR7uui5DndOMoGLT+5sDh6/LY2Ajymb5NhcDjp25ate7o6vXHxk3ZiJ/wHD3R1bjZo478/KLRE7UYxk0RMWyqjmGDHMPL1sBwswsWK9+UgsOFJs3YPGPOdqodIyesp+VNdWpggDYehENicDsu646OmeSKO+o5wMnD6zz869TAkJKVa45QJjRpPQcpmTXPA6dTnKTQ6DQwcP1G5LctlYVQOGWyzRYU+ykz3fE/fL5taXvmXK1CaAQX9djpR+WBXNuuiwaOWIV8Ez49+i/LyKwZ/ZpqYHhMKAzwRFRIwOZtZ9w9fBc77SMBDO3Vkye1nsKBI9dJemzcejbCL3TcjbpP9RG14350rcWO1jUwtG9U/pF1yHOXtUdWrT86drJWIJEqXYGMiHxI+fNFExu0MHb2O0eOX49k45Y3bjlNWSFrYPdjHtEiPzhLX2tjGIZhGIYRZGVlHTly5OzZs7plVd8LeXl5HTt2VOfVFT766KN/+qd/+s///E/Scog//vGP9+/rNzMAJSUl4vNmP/vZz373u9/94he/wP8ffPDBxIkT//3f/x3/y/LD3bt3f/KTn8ATkQ8dOnTBggX9+/f/9NNPcdGlS5f+6le/wqE6NbD8/Pz/+q//oqu0b99+4cKF9vb2w4cPp1VW//u//2tcgyVTUFBAsp98+ogRI+h+/+d//kecXllZOXDgQHi+995733zzja2tLW6K7rdRo0bGvRABLOft27eTcoYIu3btitts1aqV8NHpdqbk5ubStoG4Lm5n0KBBffv2/cMf/kA+PXr00BUbLy8vUph+/etfT5kyBbeDjKV0fvjhhxs2bNDCmWFdA8Pt7Nq1i3QXPNkhQ4bMnz8fd0QPBU9Nt91fRUUFrYSj8ChX4Le//S1+tm7d+s9//jP+0WlgYvUeQNlAEaLI33///ZEjR9IpdWpgyJDPP/+czkJsuH1kwpgxY0gW+td//VdZdzTVwMDp06dJecJfJAOlNyND2wYD+bB3717aqxMndu7cediwYW3bthU+J0+epJAE6sWXX35JUbVs2ZLSM3bsWBLS/vmf/9nSB+GIqqoqZDJCAtxCmzZtunTpQrLrtyr4R6eBgcOHD1Mx+6u/+iuUGTwpVAqqUygeSL8Wjnm3YQ2MYRiGedsoLilbseZwU1UbEK5N54X7Dl0z7kUGSkrK1m48QQuAhOvWd8m+g1eN4RuggYHUtNxptltp3hlOqDVWNLDi4jL7pXvFKXC4ow2bT5WVV5w4rcgMRg0MFuqBw9fpC0NwuGUE1o4pyStfv+kkrYwRrmufJXsOXDHNlms3IkdP3CAnAK7XQKdTZwJxIS2QBW4HxohkkBs+dm1o+IPKqqc0w67TwEB6et6M2dvEQrHN1btZWtfAkLG0aObblrbZ2fpd8oiS0vINbqda177xLr0dd++7XGXYrRH434wihUYO33OAE7LdNKN04MGt23iCttoTrlm7ees2nbQu8wgoBlqKVyuGjSd0Xxp72RoYQBnb4HaysfrUyOGsNRuOI1fnLFBk2vpoYEjnijVHZDGpcavZK9ceRZir1+/hZ50aGEBKNm45LVZ9waG6Oa86hHpHq/2MGhiIiU2ZNmsrCUjkkIzJNlvCI/Qf97ZERNTDKTPdSZSSHYrQjl0XkA9aOBVTDQwUPClG7aNvfQn3dQtb+yV7srJMvtQdcCdWWd0oFUJFP7NxT0jUb0JiXQMDRcWlKHv64tRWLU5meX43JL7/0JW0apbckFGrw8IT70drcpesgaFADh2tiOuIPy7e2ou9DMMwDMMwryGVlZVHjx5t0aIFaQAy//7v/+7q6irW9Bh5/Pgxbd0m+Ld/+7dDhw4VFxfTEhlZAwMnTpyg74QRuOI333zj7++fl5dHX12qUwMDOTk5s2bNoj3oBD/+8Y+HDRsmL8exBE63tbXVnf7JJ58MHTpUd3pRURHi/PDDD7VAqo41d+7cwsLCNWvW4KdOAwMYJF68eLFp06bvVa+EAx999FHv3r112/1ZAfEj30hQFPzhD39YvXo1HpYWqBpc0dfXt3nz5lo4FVwdD2LLli1aIAtY18AAIj937pwx8i+//PLKFe19TZnS0tIZM2aQ0kn87Gc/w73gQrR0TKeBgaysrP79+1Ng4p/+6Z+8vb3Ly8tp49A6NTCA+O3s7HQ59vHHHw8YMEC3UaclDezp06fbt28Xn+tDcdIpVSilrVq1kuvID3/4w27duoWG1nw3XYDIFyxYQF/2EiA9uP24uDgtkGWqqqqQaUikdqZaPpGxuE3aTdGogQE8ESEoEnhSqIb1UV6ZdwTWwBiGYZi3k7KyinsRSecuBF+4HBp5P7lO2aa8vDImNuX6jciAOzFJDzMshS8qKn2clpOekWc8jlNS03Ifp+ZYmow2BlBiS6XYzC+XlV1w/Wbk2fN3Q8ISxIqNkpJynJWZlW/pnoqKLUZbXlGv2xSkPM4ODIo9dSbwzt3YRylZdYYXVFU9jbqffPpsINIvf04pLV3JAeOn0QjETwHEypji4v+fvesAq+Lo2tGoicbElC/Jn/ZFE9Prl2iiRsXee++9994QQey994K9d5EuCIrSewfpAqIUAekm/3vvWYZhd+8FO5p5n3l4uGdmZ6ecOTM775Rc/UV0OzlNf2kQ8vMLwsJvITHIeFR0GTKekIIsI/34Gxv3EBknQJ2QffsrfjaXvf0CopTcTKmQYnD0s7HTGYOyuHikpGbC686de8q05+RoVAja+KBs+UJ9eXiFX7Jyd/cMZ+RWWnoWIpFd0HU/O1fTQJJSlSWG8Nddgi1tPLx8IpgC5OTmIxI99SsDwnt6R5hbukMt7xXdmEUpQWPRFUVqWiZeetnBF+1IeaNYWZCbl+/jF+l41d/cwg2v1qUSDx5INZKZWUwBMqAJB4XEIhJoha9/lPKWNRnQ+lzcQtD63DxCkQVJWhKojgStRdJflVCnwKCYy1d8bey88GrZ9lYZkIuIyEQHJz/7K77hNxMop9BAMl+yZxGzplR1MNACAgICAgICAi8EkpKS3N3dz507t2LFikqVKlWtWvXSJZWrlJVISEhwdHREYH9//8JCzYgdY6dbt25FRUUpT2BDABcXl8OHD1tYWDB+4sGDB3FxcQjPb3KCMDY2FkIZXUFASFdX1zNnzpw6derGjRuqYfQAj7u5uZ09e7bUxxMTEy9evIgEX716NSdHGt/eu3cPCdNFuVH2r1y5cv78+evXr6elpUkeD4Pc3Fxvb2+Uqo2NTUhICBWsLuCN8fHxly9fPnToEIVXHajLwEoY2ZFEamCRHzhwAJGXeoBneno68n7w4EF7e3uKOS8vTxcHRrh9+zaKF+Xs4+PDVAglj7TdvVt8cjuElGD+DEYG1I6HhwcU+MSJE87OzqphIMTjyALyLolKggJER0erFjiSBFXHKxB/qacLUnqgA3rSowfQSbwLZY6SZ8/euXMHyWN71JRAY0Sx4ylra2uElKQCAloIDkxAQEBAQEBAQEBAQEBAQEBAQEDg3468vDw6IPGNN94wNTWNiIiQPAQEHgmlcmACAgLPAIIDExAQEBAQEBAQEBAQEBAQEBAQEBDQ7Hf55ptvNOepaVGjRo2aNWuuWLFC8hYQeBgIDkxAoDxAcGACAgICAgICAgICAgICAgICAgICAhrExcUNHDiwatWqRIMBc+bMkfwEBB4GggMTECgPEByYgICAgICAgICAgICAgICAgICAgEAx0tLSrly5sm/fPjMzMw8PD0kqIPAwEByYgEB5gODABAQEBAQEBAQEBAQEBAQEBAQEBAQEBJ4kHjx4YGFhYWZmduXKFUkkICDwzCE4MAEBAQEBAQEBAQEBAQEBAQEBAQEBAQEBAYGXDYIDExAQEBAQEBAQEBAQEBAQEBAQEBAQEBAQEHjZIDgwAQEBAQEBAQEBAQEBAQEBAQEBAQEBAQEBgZcNggMTEBAQEBAQEBAQEBAQEBAQEBAQEBAQEBAQeNkgODABAQEBAQEBAQEBAQEBAQEBAQEBAQEBAQGBlw2CAxMQEBAQEBAQEBAQEBAQEBAQEBAQEBAQEBB42SA4MAEBAQEBAQEBAQEBAQEBAQEBAQEBAQEBAYGXDYIDExAQEBAQEBAQEBAQEBAQEBAQEBAQEBAQEHjZIDgwAQEBAQEBAQEBAQEBAQEBAQEBAQEBAQEBgZcNggMTEBAQEBAQEBAQEBAQEBAQEBAQEBAQEBAQeNkgOLDSkZOT4+XldebMmbVr15qZmTk4OCQkJEh+zw8REREZGRnSj3KD3NzcqKgo/JV+C7xcQM0GBgZKP8oGPz8/NBkfHx/p95MGWgHiB9LT0yWRgMBzhZtHmMmSIyaLj1hYe0iiFx+FhQ/OXLixdtO5qJjbkuhJIzQsHuVmvPhwXl6+JCr3OHP+OhK8c68VykcSPUMEBMYcO+l07UZQQUEhfv7999+r1p85ddaZfJ8ZIiITFy7VVFx29r+669+ywxyFcOiYg/RbQOBJIDMzx9zCzXTZsdETN/cZtHLo6PXjp2zbsdsyICgGTV4KxMHmsvfI8ZsQ7PS56w8eqAR4CVBQ8GD95vNobnAr153OzMqRPATKE1zcQqmOjBcfwbhIkgoIPH1gUOTg6Ldo+bHxU7d177e039DV46Zs3bjtoodXOI2XZMgvKNy2y6JIXQ/TGB56i/+XrDyBMR7G80m306TQHPDg9t2W7MHI6CTJQ+a15PDyNadSUzMlPzWcvXgDIU00gY9oAqfpCyzwBOHr6ztt2rQDBw48ePAcRvL/Hty7d8/MzGzPnj3R0dEkcXJyGj16dGJiIv0U+Jfg/v37+/fv37lzZ0REBEnc3d1HjBgRFxdHP58N0N5Xrlw5ePDg9evXS6Knj/DwcLxx2LBh+EcSPWmgVPGKoUOHhoU903HXrVu31q5d27lzZwMDgyZNmvTq1WvXrl13796VvMsZBAemD7DRs2fPfu+9915RoHnz5qdOnZLCPXOsXr0aaXjttdf8/Pwk0fPAsWPH3nzzzcqVKzdr1uzo0aO5ubmrVq1CwpKSioeAAi8NMjMzP/roI9Rv165dVWdeVNGhQwdqL2V/5KHg5uZWsWJFvOLatWuSSEDguWLo6PW//zUFrs/glaof2y8ifPwi/2g8DZkaN2XbU5pXdXIOqNNwKl5x//4LQ6UYLTqEBA8cvib/mVe0u2f4nwbTSdNadjBau+nc9t2WkJgdtJNCPCu4uIXUbaSpuPR79yXRvxI9ByxHIUyasUP6LSDweMCg6eSZa03azKVmLnOwlmMmbZEtSrhz917zdoYUoH7TGQkJKZLHy4W8vIJOPRZRNlt0mH83pdytCBQAjp50pDqCO3H6qiQVEHiaKCx8AGVr09mY6Z7M9Rq4wvlGkOyTNCc3v++QVbKQMofx1fyFB9PSs6RntMjNze/HPejuWTznqPEaupp5wa3bdE7yU+BWQkqztpLphmvaZl78rXI6dfiSIT8/38DA4JVXXqlWrZqnp6ckFXjSyM3Nbd68OcoZePXVV9u0abN+/fq6det+/PHH9+//q78d/m0oKCjo1KkTaULFihWhFevWrWvUqNE777yTmflMiX+kpEWLFkhGx44dJdHTh7OzM95YqVKl69evS6InDRcXF7wCreyZTY3+/fffaM5vvvmmplJL4t133z127JgUrjxBcGA6YW1tXaNGDaq/KlWqfPvtt+gj//jjj/fff5+EQO/evXNynsPywzFjxlACkEhJ9MyRnZ0Ntf7qq6+6d+9etWpVSg/QrFkzKYTAy4X4+PjKlSujiuvUqVP2pVKCAxP4VyEqOokxE3UaTg0Ni5c8XgRERidduORqbedVqGjgSbfTOvYw/aPxtO17LJ9OUxYc2MNh+tw97bstvOoceOiYQ4/+y0jlOvdafO+ZE1GCAyMIDkzgyeLM+eusN9HlWnY0Cr9ZfDRFYlJq0zbzyAvPxsbdkTxeLjxfDiw3N3/dpnPa7R1H1mw8+wJ1WM8Y5YoDuxmVRNtx8PeSlbskfQxEUoRaZ27pJklfNCTfSdcWi2bD094DtpL0hUV2Tp7JkiM0ktTjMJTdaWb9gBvLloUDIzdk1Lp7GcVDnYfiwBq3nBNxU2XLS2HhgzlG+/iQggN7Znjw4MGMGTMqVar0ww8/vMRruHNzc48ePWpmZhYSEiKJni18fX1RyIaGhhcvXuzbt+/rr7/+ipYJ2LRpkxRC4JmgoKDg+PHj0AR/f39J9GwRHh7+6quvTp061cLCYvDgwdWqVYMmVKxYcdmyZVKIZwXBgT0pbNmyBW8E/vvf/65ZswY1i2a+cuVKIk2QEisrKylouYHgwNRx5swZaCeqrUaNGqampqmpqZKHFra2to0aNdLW9Sv459lvnb59+/bcuXO3bt0q/X4eQGdWs2bNGzdu4P+0tLTdu3ePGDFi0qRJYkfzS4zz589PmzbtoQ42FByYwL8Ke/bb4PO1e79lXfsswT9LVpx4SozR08Cxk05Ic8sORvh0l0Qc0NPxX/5PHIIDeyjY2vvwp0vFxt3x9YvMeh5FJzgwguDABJ4g0tIyW3VaAI0i16LD/PVbzp83dzl2ymnq7N20K5fc2Mlb+Q3HJ89c69J7Sedei/fst30uZ7Q+AzxfDiwrK6d9t4X09rZdjFFTkodASZQrDszVPZQlZvmaJ3COC/pfFuGy1Scl6YuGm5GJLBcjx7/Yk9EYo6IiWHbg6jWZPmLcRiPTQwsWHR4wbE1djhuDCYU5lZ5UcGD4f9SETaMmbB42ZgPaOJOT4088figODG7clG3K8yG8fG7WazKDDyY4sGeM1NTUZz+b9yyRkpJC89Hbt2+XRM8WkZGRhw4dYvdW4B8XF5fnRcj9m5GVlUWnOq1YsUISPVvExcUdOHAACkk/MzIyXF1dH/amlScCwYE9EaAt066hevXqybYGxcfHv/POO/Bq2LChJCo3EByYCpKSkuj8Q1Sbu7v6YjE0m969eyMM8LyMiIBA+YfgwAT+PcjPL2zbxQSfr5u2mR8/dRX/tOlsnJ9fIHmXe+jnwJ42BAf2gkJwYATBgQk8QfgHRjOiq2nbedElzzw8efYa823UcnbynX/XfaiCA3shIDiw8o+XiQO7ctW/HrdxdtSEzbKNsF4+ER26m7IAGK6zxivjwDy8im9qwderq3tYyw7zme+AYWskv4fnwP40mG7vWOIai5ycvEEj18mCCQ5M4MniuXNgAuUEz50DKz8QHNgTwalTp/C6ihUrOjk5SSIOo0ePJt/ncnKeHggOTAXDhw9HbQF79+6VRGrIy8urWbMmglWrVi05OVmSCggIcBAcmMC/B/hsrtto2h+Np99KSMHna70mmq9xp2sBkndpyMrKwYO3k9OpreQXFHp6R1y0cLvi5Ae5NohOJN1Ow4suXHK1uezt4xepuvwfbTAhMTUhMSU7O48kSKSLW0h2Tl5iUuqtxJQde6yQ4ObtDKNibuONcBmZ2RQSzyYmpvISQCPEgwkqEdJPPYiMSrri5I8EI7V0wVipHBhKxulaIMvjw961lpmVg/I0t3SztfcOConTv0MCviGh8fZX/FD+qNbMTPWhW6kcWGpqpptHGCKxsfO+GZlYqhlESXp4IZHuVjaegUEx+sOjBPwDYxAYZeLiHhoXX8q5Z4gtODQOpYfwDo5+sln1MgK6ceWqpuK8fW/SmZmlcmCpaZpCQMlb23lFlKEQCMgd1BXapaoPObn58EIA/na6+9m5EKIt0CvgFX4zwdklGElVXi+P4kLKr7sEs/BlR25uPrQCJY/CxBtJqJ8Dy8jIdnUPhSbgKegh0i95qAHpiYxOcr4RhHJ28wz7tzEcAoC9ox/UiVy3vkuh25KHFndTMvoNWdWhh2nHHqYdupuytgzD5esfBeWE81UzktB0tMEbrsFQRdvL3qphZMjJyfPyuWlh7QHVRbSqu4H59wYGx1CrTEvLQhODnMIwQO7uGXbJyh0RevlElNpfIIUw+AgPq3gzKgmto+wcWF5+AZ6lhIWG3yIhOsFrN4Ji4uQfbpDDkCJVyKx/YHSBoo9AH414rl0PbNnRSHp7+/nooCGEkUGqpHBFQDmgr7G29aJuKyQsnrdXDPl8IovOT4ZxgwWIjtUkkg8QHCJdGo++GD8trT1gT/h+WQmUGDLr4OSHZFjZenr73Ey+c0/y44C3QB/oLUEhsSTMpLfYaN+Soe8tUdG3L1/xhZ1HSFr6UxYODL0GGUY4/KM01KUCuQuLuAU7f9HCFQmAvslUOiz8FrJw6KgDS8z0uXsom6HhKqdV5+blo7ShAygu5xvBqEHZSia8Ds8ePnaFRThtzm4pwqLqi427QxI4Wc/I62SAWi8PCXou9E1IAOUoP//hRjsA6QyqGzXi6qFSsFHRSUgACo3los/glSxVFIZqn1xysqYbevD33yg06JJ+ZSCkpWfhQTQopAGmIDIqUf+4C7h79x5l/JKlO6wEWpzkURrQ+gYOX8vyMnDEWiRe8uOAcd1fzWdRGAw4YQdIrocDI+w7dJn5dui+EFaR5GXkwPAufB3Q/116L+ZL79xFFxr68mEEB/YskZKSEhUVFRsbyzdGJqSfhYWFHh4eFy9edHZ2ZpuZCJoGGx5uo8WtW1Ivw+PBgweIB7Gx647w/5kzZw4cOHD16tX8/FIWHSIlVlZW+/btQ/grV65kZ6s3vdTUVEQbHy+ZoPv377u4uHh5eeGlkHt7e7/77ruvvPLKkiVL8BOQ5ZcQExNz9uxZMzOzU6dOXb9+vdS0IQY/Pz88guQhkaUeJsniP3nyJEoyL6+U3h+ZQrQIv3//fgcHh0e4OQyFj4rD65BCVNAj3DilP4aCggIqz3v35L0qCicxMRFeCQnSgdVME1hg/Dx37hxy5+joWGppQPGsra2pNOzt7bOyStxNyIBgeEVcnDRUgMK4ubm5u7sjPORBQUEffPABNGH27Nn4CaBSlJsgoUhIGLJ84sSJa9eulZo2FAsq6ODBg4cPH8brStUctJTz589T/GgFubmlLH5FiaHwER55v3z58iPUI8rByckJKYRuI9eQlMqBQf1Qzijwo0ePQs8l6cMgLCzswoULSDbioTIplQODzuARvPT48eNIcKklA+NDr0Cx0CtK5cBQera2tngFnrKzs8vIKGUZGXJhaWmJwGiM0dHRkrQIW7durVmz5pdffqmqkAsWLEBiKlasyFpBOYHgwORAI6cNfV9//bXSIsiAhoSQwJYtWySRlmBv0qSJgYGBubm5JOIAjSdfZTcJ5YA9+t///vfOO+9AV6BPrVu3PnbsmNLuwGpQJDKtRTvZs2dPy5Yt//vf/yJVX3zxRfv27U+fPi15lwY8vnfvXv7xdu3a6Xkc/XfXrl2JCESaf/jhh6lTp4aGhkreCsDsjhs3DuHR8itXroz4x44dGxBQ1gliAJ3rnDlzUEToyKmIWrVqdeTIEVUDoZod9GGSt1506tQJxQs7i/99fX1Hjx79888/43V169adOHFiWloaBZMBNmXTpk2NGzf+6KOPkDyYg969e8OyS94KwFRBhZCFzz77DClE/LDCeClGWlKIkkAHNnTo0O+++65q1apvv/02EoOhjLLTJaC0J02ahGQj5FtvvfXrr79OnjyZ9Yg8UFCwa0jG559/jmTUqlWrbdu26JOUY6POnTujWJYuXSr95nD79m0jI6Mff/yxevXqqJ2mTZtaWFhArocDgxp3796d9AeJ/P7775FgJFvyVuDSpUuI7ZNPPoH+fPXVV7NmzcK4UD8H5unpOWzYMMRcrVo1tGuU2KJFi2SDV4bg4GAU0S+//AJlfvPNN/EP0oORgeRdGtDw0Q2gfD7++GOq/Z49e2K0KnkL/AtgvPgwvl2HjF5P3/mjJm7Gzykzd6lOeylx5Lhmwqhzr0X5+QUW1h6tuYOw/mg8fY7RvvSSd3ETAoNih45eX6ehFJJcm87GZgfsZF1YdnbeX81mwtfa1jM2/s6oCZvpwzshMbVhC2lSQOZ27JFOcNY8q504YBKACa1sPOMQ4UQpQsYKqCIq+vbI8ZsoJLlOPRe5e4Y7XdPJgQWFxA4bs0GWR5RPGQ/7ysjMXrLiOJv4INeuq8nRk07Km8+AcxdduvTWHGXJXP2mM5avOaVMmB4OLPlOuqHJAdl1Pj0HLL/qHKiwhRog8pVrTzduNYcP37y94f7D9so85uUV7DKzNigZuG6jqROn72CzVzJcdwnuN2Q1X4Yo7RHjNvoHyoezuhATlzxm0ha+4jr2ML3hFgKniwO7c/eekelB2SE/Pfovc7waoFoIPKJjbv/VXKOu5y5qjlyWAdoCLwTg7z+7cEkznYeaRWFevuLbve9SeiMcUrhm4zmaGw0MimHKT27clG1IKkWiH2jLB47YN2tXfHc9qhgNH2/UxYHBa8Xa041azmaPwDVpPXfj1ouyqVXCDdeQAcPW8Mn7o/G0KTN3shl8gX8DvHxuUrOCg47BKJWlH8nMzGYdR6uORvzE94O//z574UavgSt41YJr0X7++s3nVeeate33UMMWJVQXiZk6e3dkVImprszMnDZFJ4b17L8cXRWsGTV802XFt2EnJqUamsgNAqwr7LMqgw4rYXPZu3OvxSwwEo/Wejclo4wcWNLttOZFrRUdJfqCmfP20kQzb1iCQuImTNvOJqDJwcBu22XJJrsBv4BoPgDvYLrRk0rhtKTg8VNX+ZSTg1FCLchM+u3kdNQCBRikmbvPmTXfjPb5nT7njADJCFC0DQXdTXZO3oYtF/geDf+bHbRTMiV40Znz19muNeagWiPGbZJ1FuizWnaQuL0Bw1Yj4xu3XmjIv6XZzL0HbJVWCz3++KklSq9N5wW29j5HT+jjwOJvpcwyNJMrQ5MZyLv+IQQDRjiItteAFXwMcMjFhq0XWH89fuo2WQDmxk4ucadASmqGyZIjsiTBNW45Z+3Gc4yHnjhtuywAc2MmSrMBazacZULnIqKFcBs62V7SyW59l/LliRydOuvce6A8R6h9XY1UCbS+xSuOG7Sey8cAdULDYQQqYLz4CB+Ad2jCFAZWiAkPHLYPi7iFvgn/Q99U77ViCA6NGz9lG3/2IDkYJQx0VXn38IhbGMDIhkyNWsyGASkLM4rxCWsR9ZpMd/NQn4tAi8Cwh8W/ZcclkpfKgdnaezNfjA9ZEy4jBwYVWrrqBAuG8RuFSUnNxIiFhDPm7cWYiv4XHNizxPTp01955ZX/+7//4ykWEuKLPi8vb//+/bVq1cJPQuXKlefPn0+zc/b29n/88Yfk8corFSpU6Ny58507JVak4ed//vMf+O7evTspKalLly6VtPetEBDz0aNHpaAlkZqaOnLkSP7SfeCDDz5YvHixcm5wzpw58K1du3ZBQcHKlSvffvtt/Bw6dOiePXu0z8nx/vvv83PWLi4uf/31l+RXhE8//XTpUtgoFT7j77//trS0/N///icF1aJixYpt2rRRPdfOzc2tYcOGUrgifPLJJ0uWLFHmBUhPTx8zZgxdFsWAYjQxMVGd9FMC5nTv3r1ffvml9LAWr7322qRJk3RNncmAGMzMzGQxVKlSZeLEiWwqCYmh+3Hq1q0royc9PDxQdyiTjRs3kiQjIwNqhsBr1qy5e/du79696aJ9Akobr6OQMuDBCRMmvPHGG1JQLd59913ooXJ7zbJly+AL1S0sLNy0aROdbdajR48TJ05on5OjevXq/Hyyj49P06ZNJb8iINnGxsaqNYVcT5kyhSbPGd555x1ojmpN+fr6NmvWTApXhA8//NDIyEg1PLR08uTJSKQUVAuoNxS+jFuLUI9r167FK6SHtYrav39/tC9dHFhycvKgQYOgLRSe8PXXX1+4cEEKURqioqJatmxJU5QEaDse18OBBQUF4REKzIB2OnfuXNWSiY6ObtWqFf+Kjz766Ny5c3o4MJTYjBkz3nzzTQpPeOutt2DuVMl1R0fHevXqSeG0gInDS728vKQQegEr0bx5czwFfVBVnucIwYHJYWVlRXU8e/ZsSaQbaDykeWjMkkhrtSmGXbt2SSIO5ubm5Hvz5k1JpAVaAjMfUJSaNWvCyNLP+vXry/Ry27Zt5JVSdJoqABuBkCSHlUQMrNds0qSJqmbzwOMNGjSg8KU+jv4VtoN8UQIIzCwLWvXx48elcBz27dvHG3oGCDdv3iwF0gs0aerRASoiZpsw/pCtDUF2WF8ry07jxo1LXUhCHcbUqVPXr1+vTDZ6KeVSF1ii7777jgKgEGjLOQFmXckAJSYmKkcDBNSjkqdZvnw57A4FQLfHUoWsKXnH8+fPw/ZRANhc2vUMoBBkIy0UhYGBAfliqMEXFJLHD48AyhR6Bel3Eby9vfEWeooBimFqatq+fXv8L+PA0CtjWMaC4aU0JgCQ7IMHD0rhioDw6PtZ9hkwcDx16hS1QaWhX7VqlWqJff7558HBwVKgIqBhsiEp8oKhA/3/+uuvHzp0SAqkG7GxsT/99BM9gizQEhsCOmll7Qu8fEhPz6Iv8MPHJeLTytarTsOpDVvMVp3dU4I4sJYdjfbst63bcGqL9vOnzto1d8H+zr0WE3XRZ9BK2UrzgKAYorUatpi1cOnR/Yft8UmPYJDArVx3mtc9xoFt323JJtTwYHJy+sTp20dN2EzETz0DzQ0K2rsQNl245Fr8rDZ3qhzY9t0WbO6sYfNZt7XrhVUREZnYpI1maqZuo2k9+i+bZ3xg8sydjVrOrt905poNZ2lylk1dEYJCYmkaDn8XLjmy//DlrTsv9R0s5XHZ6lP8xeZK5OXlT5i+AyGRdxTmjj2WeHz42I1UpChqWfNEBmnquf/Q1SvWnt683XzanD00u6edFizxKaiLA0tMSu3USzNFi9qfY7QPBb501Qm6Iu5Pg+msVBnS0jL7aHOEEkCwWYZms432sUN7kGx+zggJhoS8+g5etXWnBVRu4dIjDbSVi+KNVWwIO3vhBs2otu60YMGiQ+u3nJ9nvL+RdmobNWh/xVcKpxtR0bdpKhmF073fUjw+ZeZOg1Zz6jedsWbjWSoxmZ7fvp1GGoWKmz1/37ZdFktXneym5aVQCEiSFE4HHpkDQwtCK0B+GzSdOWjEWqhx07bzIIdbt+kcYqvXZDp8e/ZfDp2n9MANGbW+1LX2KPlV68+QljZuNWfs5K2GJgeIrxo5flNnbY3LODCUyZDR6yFHESH8stUnF684jndRJHhKplHevjeJckDCNmy9AHVdvuZU0zaa9LfpbAy9ksIJvOy4lZDShJvFhsLAaplbuuvffqGLA4OR27zD/I+SHA/vYPN5sgcIDo1jxIzSGbSe48dt8OI5sC69F88zOcBCMg7M1z+qWVFLVDo8xXNIhENHHchwydzA4WsZs1V2Dgy9xuiJW+h/OGZYLG082ey50g0ds4GVeRk5sNzc/PkLD1IbVzrI0VnzXTnPgfUeuAKGggVWcmCdei4aM6k4F8wh2pNnSwyDUenoemTEHu8MWs8N45h1ngPr2MOUTwZz6DePl2SzYuPu8Ot1mEPXMG5KMfkk48CgDHq0C16e3hFSUB0oLHywfvN56npU3YRp22m7bRk5sLT0rF4K8ol3E6btoFp7ShwYcrRpm7meHCG1skaqRHRMcruucsqTOfTF112kz5+H5cCQI1bRaC96ODCYDj0tHYq6cetF2agNg5DGJZeJ8K59t4UYOkpBdeAIR7gifKZuvhBjdVjXBO1RB6h0EpbKgS1dWcxgzZxXfEpQ2TmwwKCYAcM1DCIcxmkxsckYUaxef4YkaHpojGjd9FNwYM8Sejiw//znP9OmTatQocIbb7xRr169xo0b02QdJGvXrl21alWVKlXw1f/rr78aGBjQgmagffv2/JcF48AWLVr05ZdfVqxYsW7duv369UNsNOVSuXLlffv2SaGLcPv27R9//BG+iL9Vq1bjxo0bMWLE77//DgnejlfI5rKIA/vggw9mzZqFfwC8aMqUKRYWFkjbX3/9RdMgX3/9NX4CnTt3ZhSCs7MzzbC9+eabeAuyZmhoiExBgnehKCgYA3K3Zs0amjZ59913GzZsOGjQoEaNGpEEmfXw8JCCanHjxo13tNcCIf7hw4dT/MSfIX4kUgpXhLt37/7yyy/wRd5btmyJvI8cOZK4RoRHacimp5QoLCw0MTFBYAAZmThx4ty5czt16kQprF+/fqkbiRCDqamprhigDCyGoKAglB5KG2VCEiA3N5emVZF+RiIyDmzevHnfffcdHvntt9+gCU2bNiV+C/nlt1UQ0tLSEAy+CN+8efOxY8eiNBgzgWdleSEODEWN9FMYZAHF7uDggHpHNdEM8xdffEGa0LZtW6ZL3t7eNAVarVq1IUOGIEdGRkZQV200r+C9FIwBaWN68tVXX3XXgpbUQ9KnTx8Zgerr60ttQTV+JFIKVwSUGPkiNuQUeR81ahSbr4bi8eydKh48eDBjxgwKDyVs1qzZgAEDSPdQhjQTK+PAEhISvv32W8hfe+21Hj16oLLw3m+++QYSVIH+U+IIkZGRNPWKZH///fe9e/dGg0VLQf1SYqBFMg4MWkSTh6+//jpa0+rVqxcsWMBquX///lK4IkRFRfGv6NWrV4cOHfAKpJBegXfJpkazs7Op6PAIjM+YMWNGjx5NDC6AcpZNPru5uZFa1qxZE1bF2Nh4woQJNBWMvzIiQxWHDx/Wxv0KHpdE5QaCA5MDdplqy8bGRhLpBbV8aKH0+5E4MJhyUimYD/RDJETPtHDhQgqMf0hIUOXA0ElDgr750qVLaPCQ5OXlbd68GY0BchhuCqYL1NnLHochpsfRs1Iwwrp16yAkObM+fn5+RAKhJ5CZY1tbWwoPKwPzR0LYWdokBBw7VrxQVBUoIqLZateuzZo0OhiMJygG2FASEmgE8NZbb6HAKTuwwlu3boVFgHzmzJkUTBeoA/j000/xF/bi+PHjsE3A1KlTIQFkAwJETnmHmbC0tKQ3JiYmwlhQeNnKDvSssD6Qo3gxDkBRoLrDwsJQTZRCDE348RMSAIOFwLDCRL/hjVZWVrQ4Ba/ml0IkJycTO9izZ0+2KR6RN2nSBEKUCb9ACW8n4YULF5AqSBDz9u3bKRnILwUjqHJgUADaaYdHli9fHhgYCCOLHKHbQILpERkHhviRHchRjMzg4sGff/4ZQiihzApD4Sk8Oi07O7vU1FT0T+iE0I+iPyMvmaE/ffo0lRg6S1QEJMgXGjWaGAKjJ+PHjigQdDmQd+vWLbbo3IPw8HBavIBhhP7d/YiZUo7h78WLF6kY8cjkyZMpbTt2iBtinhFycvK69lnaobvmeChyHbn/4eYZH1Bdgvr4sLD2wLf9X81nsUn5tDSJFTt6UuWIZCWIA6MZK3wYs8kO2JON2y7ShNqmbeasJaFNDdcuaMUHf9Lt4s2pCD9/4UHI8Xb2hQ8wDqx+kxnN2xkeO+kkO2NNz31g+jkwihDZlEUoQ2Hhg8GjNNceIBmW1h7MJqSmZvKTZTwHhjCjJmi207XrasLPkCKPC7S77hBVSqq+Lxl3z7A/Gk9D6bl7lpjU2LrTAsL6TWfwG4ACAmNoGfLeA7ZkxglePjf/aqbJ6ap1ZzhLps6BIc1TZu6CvHOvxfx5g6jQBYs0aTZoPZevF4Sfo+W0kJiTZ51ZseTlFTDGhZ9E8/WPokRu3o7erTg14TcTaD/fgkWHWCTAzchEIhGnzt7Nz6ClpmWOHL8JctS4/l1Q2qXTmpANms28cMmVRY5cTJqxE3JyPAeGMNPn7IGwY49FkdHF9hMJMFlyFHKDVnNS9N7i88gcGBwKbdmqk4wAyMzMpqmoek2mwwtKyCbUkLXVGvJVs0yeXyOvCqgBHXA6dPR6lnjk1P6KL5UwHM+BwWuJduIMzeS6SzCrE8itbL1Q3fDC21l5ArREfcDwNfwUOWqnrXap+Ix5e/UzvgIvE9ZuOkfNn3do+7CWp89fV90boYsDi4lNZlPMLTvMP3z8iqtHqL2j35BRGoKWnIOTPwUGYFTZjgQ4mKwJ07bPNd6POJmw54Dl6AIoPM+BoSmxeXykdsMWzbJZpAT9LwuAjthce4grVJoFHj52I9/1oJHyuyfRzZksOYKuTbb/tewcGPpWVp7os6ztNOtYUTK0LEMjbDoTdgNd+dmLN0aO1/Q75OYY7YOhQODIqCT0R0gnNV7NI01mDBuzYdSETWj4ZBPQQDfvuMReRPVlvPjw6IlbGJ8HX/SkrOHzHBhKgxVIvSYzLG08EYDnwMghTO9BKwaNWEd9ATlUGX9SZWJSKtuxikI7dNTBwyvc2SV4ysxioz1t9m5mUXgOjJzmLQNXDBpZ4i0dui9kVhdmiifkUCyTZ+xcuuqE8hokngNDftneFzj8j2qFIytHrnXnBfopf20HIVld6PyxU05uHqE2l71poxIcEn/DNQQh128+jwpi62bgoKvaVT6b0cQoNuDgEXsWAP2dg6PmiMsz569zVTMNXQBCQqW1ERYzH206U4Sb1mw8S7E9AgcWF3+H9SOoCAyoXN1Dbe29B42QjvhDjq5eLxGVDGj+vYuWQME1ajF77OStKFi+LaMZUk9tdtAOCWaRw6GZo0zgoK4UIc+BUXdMDvlFw6EwMqClYKRBweo2nIq2g74Pw7AdeyxZfTVrO4/f6oehS7O2UoHAde2zxMj0kKHJAZ5I69F/GT9qUmLF2tMsMM9RlRF6ODDkCMaK1gzBYRTkF1BM/5edA4P1cPMIY7sMYfrCI25Bjv9hEA4dc0DjFRzYcwHNgKlyYEDlypXnzZvH5iXwdf/DDz9ATuxXy5Yt2YReXl4eLRCvVq2ap6fGdBMYB4aoPv/8c/58IH9/fyIMPvroI/6ssPz8/N69e0P+9ttv29vbS1Ltt8/WrVsRT8WKFRctWiRJtSAODPKqVat26NDBzc2NnxpK0X0fGJJN+3KQEjojjoA09OvXD/IaNWrIjhFydXWlHVoGBgY0x0KAnObx//zzz4ICybIhHtpt89///jcyMpKEAOQDBgyA/K233mJzLwAeHDhwIMn5yVjkfdeuXSj2ChUqyCb9lLh+/TpVEEKylKDPvXLlCk0czZ8/n4S64OLiQjEgJB+Do6Pju+++ixigFUy4fv16JPjNN98MC9NYAEhoPhkh+flexoFVqlQJNX758mXJQztNRzNUeIQ/gqiwsJDu6HnjjTfogCUCXrF//34qDRnBQBwY5NAE6CeKgt/JkKX7PjC8q1OnTvBCIikjBMhHjRoFOSLkswP5oEGDIEcyNmzYIEm1NTtlyhTIUXr8vgiE79q1K+Qffvghv3wf8jFjxkD++uuvR0QUL39BjY8bN47ey2/AQt6PHDny2muvIY9KAlUGJycnJAOR1KtXj+kqYjA3Nyc+G+A5MLy0b9++EH7yySdsyhrIzc2lQqhevTqvxkogO7QBAO1027ZtklTbBnv16qV5n4IDw0v79OkD+XvvvRfEHYiFdE6ePJnC8yWG8EgzyXnSNDU1leIBkGt+ahRREVOAyjp1qsSVqGfOnKF5Y2RQEmnDkzL89NNPPOWMV9SuXRvyzp07SyI14HE0CiQPIX/55RfeFpUTCA5MDupCAOVOEVVAAxAYdSz9fiQODMpHQuXWQuqWoD3Sby1UOTDitNFtSL+LMH78eMi//PJL6bcO0BID9EbS7yIQi4PHoc2S6J9/aMYfLVz6XQT065ADJ06ckETahkodfIMGDWAWJakW6FRatWoFL3SZqts8GWD7tBG/IltaAtC+UTRRPoV16tSBEFZM+l0EMiVffPEFH1gJ4sAAExMTSVSEdu3aQf7NN9/wMezYsQNC9E98n0EYMmQIvNDxsx4U2Ldvnyb2V17ZuXOnJCoCemvIMYhhFhYlQ7usEJUs2SEhIbBl8GL7rAFra2v0ChDyOgbA9CNayPkBEIYpkPTs2VMWMw3+atasieqTRDo4sFWrVkEIyHg+PEi6B8g4MFrHhCGR7KUYcFAKD3JbwTIzMzGqgBCDTtnCn8DAQEoSwBt6lBitxoI+y16BCiJDz6/WwSiE3iurPox0yXxv2qTvpmiMQlDgGA4qt//TVZCovvK2Bfhlxf3s3MEj19F0lRIXLdzwbTl7/j5eq58Uhmp3e0yctoOnJeYZa5bD60kSD+LA4FasOSXTW/ykmZ0O3U3ZjAk+mGnrz4EjxR9IhMDgWJq0cnIuPmyWcWBtu5jEKq5CAR6ZA2vbReeECA+/gOg/G2tStWnbRUlUBFQcHSUHx3NgGRnZ9Aqzg3aSqAjBoXF0//kVbupWCTt7H4RBQcnWBSckplLp2dp7SyLYvbka2mbYmA1KonTfQbs6DTXTyjyNpMqBhYTF12syo26jqddd5aOI1LRMmpTcscdSEmnnVWlGddnqkyWrXTOHQjPaMw3NmBetd27d2ZhNQDMgGLz6DC6xX9BkiWa5d5vOxsqTlOLi71Dxrlyr78zkoJBYmrhZs/GsLIVIA5s54jmw8IgEZEo7Zye3imnpWTSfy44hUsUjc2B1Gk7VUJglE3rlqj/NSk+dtYuvQSA2Tpp5PHrCURLpwLQ5mqm9pm3m3b0rn3O3d/SjFsdzYDFxycRKbt1V/OHKgMKEV+NWc3gyA9UEIeyG9LsI23ZZQN6979KyXLYn8HIgP78QDZMRJzKH9jXf5KDM8OriwHz9otAYST5j3l7Wv2i5MYlSWrqqeNx+7JSmLyDXZ9BKtsaC0clwaFBsYQHPgcFBq/cfvsxTU0eOS5cn4akDh4s7LCRkdRFbULfRNFf34o/8VeukHRJw/YetZjPgiJbWUpArOwcGh67q1Dln/vas+aaa9SJwMHE8C4jCZ1P5jVrMhpWQPDRTSDnsdEFEmFaSjETPwjaeovnzObp2I4ijAQzZhmmeA4ODETh51pnf8CfjwDp0WxgQKM2RabZWF+0XRI/Gp/OGawh75Mz54tmWlNQMpiSdeixiL5JxYMijf4B0Uu7NqETajQqHt9AtZQDeTt0oXKOWs5m1Rwe6btN52mxNjufA1m8+z+QTpm5nBhn/TJ2tWT5CbsnKYoVUws0zjIU0Mi0+rSEq+jZjktZvOS9J//kHFcHCL19TYgIIQItgfHCrTgv4RSFWtl7sQX784+ZRnAD03ZK0CI/AgfGEE98FYLTGCBhEK0nVYGnjyWLo0nsxMw45ufmTtLvh4VApxP4SbkYmskdGjpd/6fBJghs2ZqOTc6D+ZWQYBjDKbeDwtfxQZNHyYywqFzepXaDkYZGYHMMVViCIatjYDczr0FEHkquCX46jfzyjChkHBuOpWT+nvW2xflNJw+Gg7Wcv3ODH5w/FgeFDYLbRPpLAgDMz0qP/MhglwYE9L+jhwCpXrqycqCHCAx/+/fv3l81LhIaGVqxYEV78TSKMA8Pf8HD5FkNLS0uKjd9fEhwcjFdDiHdJoiLgA3bYsGF45L333ktOLh4AMA5s3rx5vIoS9HBgzIufrycEBQVBjpTY2tpKIu0Uf7du3SB/5513lFdsEPdTvXp1No+alpZGxJhyh1NISAjklSpVsrIqNq0RERFE7axcuVISFQF5J7KkRo0aelYnI4U0ff/XX3/xk28ASsbExAReSJKum00AxNClSxcEq1+/vjIG2l+FQmMx5Obm0oRtmzZt8GxUVBRt+tmzZw8FIDAO7K233lLeBUOTqMj4unXrJBEGaTExVBp4qSQqAlJCVNMbb7zBE6iMA5s0aZJyukMPBwb9J6/ly6WtwAzR0dGQI0e8YiNt0A3IJ0yYIImKkJOTQxun+vTpI4k0H4zZdMzSkiVLJFERYmNjIYf28nfW3Lp1i4guQ0NDSVQE5H327Nl45PXXX2fL/ZVA9onQqlq1Ks+zEi5cuECzfzwHhrqDEFCeapaZmUkT2gsWLJBEaoACU7TKYsnLy6N9V9B5ngPLz8+neUslNQs9hxyFwE+NRkZG0ivGjh0riYqAqGiXhYwDu3v3Ls1/Tps2TRJxoEaBRxj/iqKj2dpevXqRhIG26Lz99tvSbwVQO2w3Ktogb6bKDwQHJgc7oq2MFTZixAgKn5oqLVh7BA4MIWvWrPnTTz9JvznQNh30c9JvLVQ5MNre+MMPP8h4Jnt7+yFDhii3r8pAj3///feyxx0cHJSPw64hwcrODIYVrRTx8P2Ws7MzCS9elM97Asz3zJkzkkgN+/btoyJCu5JERTA2Nsbj6Gx4L9rc+t1338my4+joSNlRxsODOLDu3btLvzkga/BCf8P3K7TFSkYOEQIDAymDbIcfQD0lndosiYqAQUOtWrWQWbb4BWmmGPgejoEW0fAk05UrVyi8rOsFYI4HDx7MM5QG2oMQUaEykgZ2kwqKz6YqB0Ys2tdq9+dhTECrWmQcGNQMGeRZKAJ6X9hfhOc3PmLgRdlR3X185MgR8uUNPf6nvkG1X0S+4IWMswRj2EHhlRu2MIBAiek6qptALCw6CaVSYTRMORIXgz0blIUDw8ct+8Z+UoiKTqIZcEvr4qV/gPONoLqaZd3TykIREQfWpPVc2Rw9gfaZIQA7ggYfzLv3We/YY8lPexGSk9OJVuFnvhgHtnNv8ccGj0fmwHhGRw/2HrBFYKThjtqF/HYOPpRBGQe2e58N4meTbgyIhLJz8kyJPaAyePvepEnkFWtP8aQRmr+Xz00Pr/DbRdO7KM/G2h0GqlMtGh5IW8URN4vtsCoHRnfvt++2UHbMHWHqLM0c39jJW5n9oenmek1mJKkte7e08UT2L1oU77664RoCyalzzko9hxxRdeqxiKlQVlZOE+3c5ZwFmustlZilpc2691umrHQGylGDZjOVh5UB7CI3ngM7qtWldl1N2B0qPGbM1cx5jZqwSQ83/MgcWLN2hpmKy/ADgmKIxnP3kK9TQRHR9O6q9foGIVBFCqYl0eWmHhI6+JHnwM5euAEJ1E/JmQE3IxNJgU+fK26kE6ZqTtlq0WG+h2c436HcTcmArvr6R5WFTRd4mYBKnzZ7ty4mrGGL2Zes3KWgujmwkND4+kX7D9CQN269CDsGBYMVSrqdlpCoORaMbaiFNWOHwqFpu7hpNtMwUNMjd7Bo+QXPgaFTkB1kV1BQyE7obdvFRLafIyrmNpviN10mjbVgjth0MDpQD68SEaLLY8RP2TmwVp0WyDpipIRYZzhkWWYDffwiybLB8QS5fg7svLkLecHNXbCfJ+Pxr6F2iza5U2eljwKeA2vZ0YjfPUzgOTB00HElT7udNL149t+viLUC0GehR4BDj5/K7ZaGsWIrTtp0XpCSKpUez4HhdbJxBW1uJoeSIeEuM2smnG1UwjBm5+TxFy8xDizrfi67Jq1h81nhXH8K4KUGrSVSFoWsegcqISQsntG6iGf7bsvIqCSm0tBnOL5L0s+Bwa4ihVRc+IfPCAw1a3081/XEObDwiASWI3QNW3da3IxKLG6klCPdBYIs0MZuuDoNNbe0Sh5a+PlHMWVet7mYGiw7BzZ87MZstd5cBozfDhyxp5J0cPSTpFqcOH2NxWZu6UZCNF5mstB3y8YY0GG2B7FH/2U8oyYDHRhAbj2XwTJCxoEpHXTAePFhaJ30QBE0RFeZOTAIUYn8pjc4ZNDxqoZ9FxzY84IeDkwmJBBr9frrr9+4IR+dMrqL3xbDhErWAcjIyKCThDp06CCJ/vlnwYIFkNSoUYPfFsPg5+dXoUKFV199ld/PQRzY+++/LzuKiaCHA8vKyjI1NV24cKGSn0PKq1atinfxL0pPT6eV2cOGDZNEHBISEoyNjRctWsQoBxQgxa9cJn737t1q1aohfp5vWLJkCSKvXr268qYPIDg4GOErVqx4+LC0XVWJe/fuEdWkZPUAIt5ee+01fuJIBlQKsUHKqU4ACYNXlSpVnJyKT3lB6b377ruVKlUyMzMjBq5z587sQ4/AODAlqQPk5OTQfoamTZtKon/+Wb16NSSoBeUya4DoFoCfImNnIapee6aHA8vLy0PFoaaU/ByUio7F2717tyT6559NmzZBgpLkdz0S0HOdOHECmsAnjOI3MTHx95cvXYWS0I1f/EQcxY9yhsJLIg4xMTHIOJRBtZYJKFLiX3v37i2JOBQUFNDsN8+Bbdy4ERKopbLhI1ODBw+Gb/369SWRGqjKoAmql2ZZW1uTL8+BFRYWUsl4exevyiWg0GgnAM+M0nlssADKnSEAnb4GX17D6V5ACJWVBSQlJaEwEYDNzSKzPXr0gARWSHY23q1btxwcHPRMbFLFAd27d1cWYzmB4MDkmDRpElVbdHSZLoqnbcIA28b0CByYHpAhg/5Jv7VQ5cDYKY7ffvstejg9rLgq2PGG33zzzSM8zgBjhEiWLl0q/f7nH/wPCUykajOAAXrrrbcQYPTo0ZLoIYHmiscRCZqrJCoyYcDXX3+N4lIuVNEP4sCU59ICR44coZgZ65mdnQ1bBolyrRCQn59PW7XYeAiqQuHHjRtHEv0gHahVq5asKyVQvX/88cfMF+VM3VvlypWHDh0KI8WUU4mtW7ciJPDVV1/hf+UqCR5KDgwxE8czZswYSVQSdNyljAPTAyoZfh0E9SUwzbLFVgQ3Nzey2ryhJ5X4/PPP0alIIg5kmjEKYb4oMRrPocTQvcGyl33TLkLSwgp+Kx4Dah8DF/iqDnwFnjieFwe2Z78NYsYHvIz2yM7OpSXh67gjd3SB3Qem+p2v2dqlnYi5rOP2ptS0zOCQOFf3UGTz6EknmjhgE0/Ac+fADE00038deyxSzaCTs0SlyO4D48HnEaklVkP/9h3UNZuJa9pm3oJFh/Cs6iFL4REJFKHJ4iM0g6N1VvTPmo1nqUhtLhePUFU5MNr8166rybZdFlw8UlTDxmjWNfcetCKvSAkXrzgOiZYzU+E+9aOgoDAu/q6nd4S9o9+FS66z5msIrfbdi6OKjrlN6/SRGJLIQI2iYYtZmZk6jR6dXogU8iQig4tbCM3c8ROORqaakmnbxVhRCBpHNdJzwHKlpjE8WQ4sNPwWscIoKEnEgSag2QFQqoiJTabtBXsPFK+H5UHTyjwHtnTVSUgQOb+lgwGaWfTeI5Lon39QlZROtIUBw9eg9Nw9w0q9qEzgpcfdlIxTZ50nzdhJ6sG7hi1mMyJBFweWmZXDZleZa9VpgaHJAQcnv9y8Es0wLT0Lz0phuEj0gOfA0IMwWoWgibAoVTA1aP50cJz24LVNQ0evZ9PcsKXUfSO/LYtYH+SIp3AA9CCdekjZKTsHhhYqs7EwMuy4xSZt5rIk0d9BI9YyToLfl6OfAzNdprGW5Pg1KARzrb0lN3+htHuJ58C691um3OvJc2Dd+8k3g/I3FfFnuDFgWOLlcxOmfvc+m/Wbz8PQseMfdXFg3foulVn7Zas11oycW9FKAiPt6b7krGzlEytHT0pb2+HYUCQhMYUWE8DxxyoS0Pt36V3EkLWYHaO2YZ2QkZnNuDTmWndeYLLkyFXnQOUYTz8HxgMpvHY9EAnevtsSvfP0uXuYGjxVDgyNFD/ZU+TQcFBf6O9KHbVCLenOUbiyMyhl58AWLS/lzgIZHjz4OyIy0c7B5+AR+627LNAuaPBD7txFFwoWHZtct+jKOqRfNnpPSc3kDMt8NATJQwE6AJwcu4Ow7CiVA4Nr3GrO2k3nZMt6HpYDAzAUZOHhxk3ZRlvrBAf2vPCwHJivry+8VEmU1NRUuh6CXwvOODCeP2AoKCigmxe++uorkjwoOujs/fffz1C77ghvof00/GFFjANTnW3Tw4HJkJyc7OHhYWdnZ2ZmtmnTJpri4Dmq+Ph4mutTrrQuC/j4N2/eTPEfOSINg9nM+zvvvKNK4UBIN5XoueSFNi1VrFhx4MCBxiWBEps9e3alSpXgy29pkiEmJoZiGDBgAB6RHtaCj4HftISU05QasYYffvihcu6RcWDKVeAA23z2ySefkARx0kr3N998k53GyQN1TTuT+M09jANTVR49HJgMd+/e9fLyunz5MmoKakOXhvD6w84GLPukGQ+K397eHvHv2LGD4mekI/JOh0CiPNmMK4/c3NwvvvgCAcaPHy+JFIDaIwCg3FMIoOnRKZ2MA8NLR44cCQkaCypaVvUAbbFC5VJ4VYwdOxZhoNiqs6/Ozs7whf7wHJgMSLaPjw+VDIwGTSSuXr1a8v7nn4kTJ0JSuXJl1Ve4uLjAV8aBEcGB96LYJREH6B5tWhg6dKgk0h4oSpUC/Pjjj0ZGRra2tvy5mqqAgqHx4pEOHTood3qUHwgOTA4ibABXV/mt9apo2rQpAqOypd+PwYFBKY8ePTpu3LhWrVp99913NWvWJD4AKAsHBj2jg9cYvvzyS5gnR8dSjvchPOzj6KHd3d2XLFnSq1evevXqIbXUuRJ4DoyOH4SNhmWRRCVB917qP1eUgPyiiGDsWBHRJlxAxoEhO2SDGGAokZ0ybsfRw4Ghw6MIMaYhya1bt2g0oB9sbxM7k1DVIitBBagfyD7PkKFqatWqJflp+w8MsNDjKnc3wuqhPPn040F0AA4OKjshqIp5Dozlha9xHro4MKTW09MT/XTv3r3r16+PqqSVGgSeA5s5cyYkGD6qElqqHBi7/VIPMDjgTTMSQ5erEWD0mzVrhv7m9m35glwZUAKsneoBxqbSAwJPE8+FA8Pr2nbR3GOBmI0XHyZnsvgI/dNW+wHfudeiUiey9XNg0TG36S4itnic4OYRZmR6iM17yly54sBooe7A4WtUz9LRw4G5e4YvWKQzj6UeYZeZlbNq/RnZ3DGScd7clTebPn6RdFSjfsfvulDlwPj1yLocv6J57OStkPQdsqrsapmVlWN20G742I1sbo53PAcWEBhD29d46o7HVedAKnY9V4KNn6q5ra1vySMWGVQ5sHHaTOl33fouzXlxOLDgkDiKwcZOvSSVHNhk7b07qGtd7CZNeKF4+f7R0zui/9DV/DFiDVvMMl58hN1hJvBvRnZO3iUrD9l07YJFkurq4sCAyKikrtqtikrXtO28cxdd2N6XWwkpjCPp3Gsx7CfJ9UA/B8ZHqN+xzVgl07BI1qKfFAcWEhbP6Df9DlZdeqY0Doy/29JLe30UD19uO86IcRLl8PQ4MHRqMC968viYHBifWf6SJIIqBwY9bFB0uFyvActl4yJYwgHDiy/0Cou4JXmoITA4ll0yJ3PICPp33q6WyoGh/z1ywrFbn6WsgpTuqXJgQHBovJKrJgcNkZ3CJ0NKSgbb1AgjoKdR8HgaHFhGZvbajecY7a3qGAfmyhUj1ImEDBgNogMl38at5mBUIHkosGHrBRYPVEjPxZnp6VkwL7Svjim/jANDh6tdr2O1ev0Z7coDSWPhtPsdi8eNj8CBwaL26CdlqmGL2cGh0kS54MCeF54vBwbQFT54F51dlJeXR8cL/fjjjxRAhszMTNo6xi8ffxwODIbF1ta2f//+dPW+EjwH5u7uDsmrr7566ZK+88x5IH47O7sBAwboip9xYCgBuiTlm2++IYkMyN1PP/2EAPxkvQxubm7aWEvBgQPyU8cZKI+lYt++fdIDWuTk5NBVLBUqVFDdQKafAwPYSY90OFNhYSFNo9WqVYsCyIA30taxfv36SaLH48BQU46OjoMGDSKSVQmmP0gbHYlZs2ZNkpQFiN/JyWnw4MG64mflBjPbvXt3SD799FOSyABVqVu3LgKontpFCAwMRICKFSvyBwkyFCg4MLyUKFj9eP311ym8EoiBLv367LPPJFFJ6OHAIIFWE8WrBOPAUIbsxjKSyKDkwPAIkakwAiSRAcn+66+/EKBdu3aSSAskqX79+pAzVK1aFfbKx8dHCqEAbXRDmSt3+5UrlCMODBVGt0zVrl0bhlKSPnPs379fW8UlthzqAhoP7U/kjzF8BA4Mlm7+/PlE8wKwjwYGBj179oSNoLM4y8KBEWC1R44cKetjmjdvfuuWvg8JBjw+atQoMtAMzZo1kz2OYHQCHoBBACquZcuWSC1AQp4RoQtCv//+e7RASVQSZMKQZV0BAFg6IyMjVkTIIMLDTuGN9LiMAyN4eHgos9O0adNSd7k9FAcWEhJCHBLKAakiYPgi/VcE1lOGhoZSeNXD/ZSgs/uQQSkiDuwtsFn8oBzACGnnzp2NGjWifVqE6tWrQ3mUBeXp6Yl+lzpFBkQr2xam5MDCwsKIglLVdkCVA/P29iZTC0B/0HzQCZH+UMnwHBgtA/nyyy/LzoGN0J5QirZJhaOKtm3byiLEsAC5aNy4MV9ib7zxBvpjPZoZERFB4TFUlaJWANWkukdQ4InjuXBgXj43/yhax6rHyY6HUkI/BxYVnURkBltajiZvaHKQ5ms691q8Yu1peF29HujhFW5l61kO94EROdR/2Oqyc2DIo5HpIZJ36rloxZpTp5FHZ00erW09y7IPjCEzK+fCJdf5Cw+y2Ua4sZO3stL2D4imQtu73xYhyUFn2P/k+HOoVDkwmhbsOWD5efMSD/JROTj6MYtNHNiAYWvKuN0nODSOprmR/YnTtyO1FtYe7p5hKJM52qsmVDkwp2vyoy0IZefA+gx6CA6Mbh/p3m/ZeXMXluuLRf+Qs3f009VUgXLLgSm3OxB0cWAoN2WDIqhyYITA4Nide6yGjd3AaM76TWfy97gI/JsBjeIPmoNRpU5NDwcG5OTmnzxzbfTELcoO64/G044XdRY8/9S1z5Is3RtzGfRzYIncFVmNWsweOZ42gbFNV8XOZMkR2iCruVWraLdQxx6msp2UT4oDC4uQzAIc7IY2DcX7wHjHHx/3onBgDk5+1EWSQ5pnz9+3ZOXxrTstWJk8JgcGc8eEMvoNeNocGICigEqjvpSHhf7ZeDo7cA/Qz4Gh+fCHPSK2QSPWYuyxcevFpauKi/dpc2AAGumps86aRqrIESSMOlKC58DwDzvaVD+eOAeGHhk6zJ5q0Gwmms/CpUe37Lg0bkrxyhiWES+fCCZ8HA7MkTujFW1Z9dxm4MGDv/kWumKtpAkyDkymzNddgmmsC4c25e0rnQUKPAIHBiBCMizbdxcPngUH9rzw3Dmwnj170rtobS7jwOrWrUsBZHiyHBhex6Zfvvrqq0mTJm3bts3c3NzBweHcuXO0EUTJgVWqVMna2loS6QXiHzp0KMVfu3ZtPv7z589T/EoO7NdffyWJDGXhwLy8vBCgcuXK8+fPNyuJfVrQ/6rnTBK8vb0RA/JoaGjIwhP4n7IYbty4Aa3Ag8DPP/+sPJSyVA6M5q9q1KhBbCjjwL7//nsKIMOT5cBo/wDNqtWqVWvChAlbt269cOECasrCwqJatWqQKzkwXWylEnhk/PjxFH/NmjXxP4vf0tKS4ldyYGx/pAxPiQMjQhov1WqKetWrxkZADI/AgeGpqVOnUsngwXHjxqEc0DpQMra2tnQK5RPhwGCdSCIDEqDKgRHQHExNTRs2bMgW/aNx7d+vfsMCSgkBoH7S7/KK8sKBse6BgGagxzA9VbADMdu2bSuJdMPJyYkSPG/ePEn0SBwY9Vt47+TJkyMji4dWABmysnNgDB4eHrBuRCsCf/zxh+RRNnh6evKP893wrVu33n33XQhhIM6ePSvbhkmdHM+BoVVDgoaqi0iAZUcAPSYMQDeGMCiiiRMnyrbQ0cF3qhwYA2WHNpwBderU0RMYeCgO7O7du6QzemwiDxae39aqB6Qe3377LSyUJHoYQCFPnTqFvFDvglfzxzrLgHEDxm3UoQL4h3+pkgNj+8CMjIwkUUkoOTA0MYrniy++QEpkG6jJvCr3gcGYlp0DQ2Ig+frrr1UfKRUosdOnT48cOZJ6HcR/7JjObz+0QUqzrqGtwLPEc+HA6KJvg1ZzFiw6RHu/4Ng+MDgD7c0lc4z26zc7+jkwH79ImhOhmwMAuiEM7vCxK7KY8fFMk1/ligObPV/D0HTptVg1g6ocmLWdV91GmjwePGLPX9EB3EpIoam0MnJgDLBp3j43J8/cSVtt9h2U1txEx9ym+dDrrtJNzqVClQNbrNWHgSPWqlJ9StBZiN37LZWdSKYKFB1CInzXPkuV98Ct23QOXqpnIeq6NY0aRaOWs/Xs9jAypUMsTZWTs4AqB0YTpmxq/hFQ3jiwKE16NNrO7kCSQcmB0VmIKDfl1kYAJUPvXbhU332T9zLuQ8Npzhq2K0ORNYGXDw/+/nvUhM0dupuSM7cs3nvKcPqcM1SCXI/+EnGinwNjuJuSccnKY57xATIO5GBY6JivdO4sxLZdjGVXEEEDLaw8iMZmCzv0c2CwDCxVnXrKN3WpIi0tiz2CPjGlJMv1pDiwuFt3qXeG6zdUfXGGEi/EWYiwG7A8JIThOn3uOutAYXm6FZ2595gcGJ9Z6AMJGZ7qWYgyQAfQl80x2sdITTgUJqtx/RzY1euBbLVB3yGr+JUuYeG32IOPxoFddS5xj4t+DowB9YKGP3fBfr6Rdu2zRFYvDFn3i89CbNJ6blx8CQYFT1naeNJCHGeX4hHOE+fA1moHIeSmz9mTnl5cv/sPXWZejAOLiU1mbN/jnIUIW0fnMZDTdfgzgrXrWhwMZpDk+jkwADrDfE2WFB9f/GgcmCoEB/a88Hw5sPz8fDpTiu36wgcdXSj1xRdfqM5jPNmzEJEqyCtXrrxhwwYi4RiQcpoJkZ2FCElFvWcJ8ti7dy/Fv379eln8SBXFz5+FSIzgZ599ppr3spyFmJiYiACVKlWysFC3A6UiKSmJYjA3N5dEpSEzM/P777+vUKHCwIEDP//8c/yjTKF+Dgz5pTMwUe8kQWkgNkjwlGppoK6f4FmIqGXIX331VcRAJBwDcocI4cvrDzF2H374YRnnJ0+dOkXxL1myRBY/MkLxMw4MeadjCd977z3VvJflLESqR0B1xlXJgQGIDRJdxFupQLJHaY+IhH2Q5ZGgyoFdvHgRQrQptGjZU3l5eW9p7wziOTA66qxKlSqqr1A9C3HKlCkQopBlbZCAEkaWEUAPtQykpaWhgminTY0aNVSPVXxRUF44MJhRlCYP/jLJZ4zG2rM+oYju7iqfnTzat29PqeW3+6EZk1D1pDslBwZdpFUD0E6S8CgjBwZDEKWF0gxRLw7oyY6ex9mxcuzxVatW4Sc6LfQxJOGh5MDQ50GC8mSkEQ/YYjrPEOmURAqgiGidyIQJEyQRByUHpic7s2bNQmBA/1mXD8WBAXTyKU+F8oiJiUFieMKSNrQNU7tNFGmmhQbsBki6xrBatWoyupGAbokyK/3WWnz8VJZ2dHQ0nTcIi09lxQpK2bsgLwgJ8DZayYHl5ORQ9fFCHkoODNYTEmRH9ZI2JQcGow8JoHosoSoHduDAAUjwChnBRoDKUa5ZkhAzfioPioyNjaXBSpMmTfR08FQsU6dOlX6XBCJB5C90P/EC4dlzYPfu3af7/Ocu0Elx0WwIvmlVp8IZiANr0WG+KkV05vyNOg2n1Gk4lX0Y05VLQ0avV+b3cTiw5u0MnxIHtn23JQIjDaozs45XVTgw48VHIBk0cp1ydrKMHNixU05Is+xudiAvL59uExk3ZRu1buSaZktXrT9DYXhk3c/ds98GOQ0KKd4du2Slhr7qP3Q1v5j9wiVX1FTjVnNUb9hy8whDJCjqgqJaQwoRCepLdSfWhi0XOnQ3nTBtOyltdGwyzYjJptUISg4MhUmZmm96UFU9ZxlqrhDr3m+ZstIZ9u63RRi8N/mOygzUDVcVDuySlYagbdxyjmyKk+DhFY5CQMXpmXTGu+iqnt37SlzGS3j2HFhaelYT7XS5rpZO3CTPgZEmoGZvJ6dJIg43IxOpPZ4+J3WyCYmpO/da7zKzVk6CO14LoInCgKAYSSTwUoM2EZIbO3mrsqVAT1gA1uvp4sCCQ+KgjXAW1h48DxQZncQICTQcIpNgD9l0MLTO1694eAnAgjG2YN0maXeUfg4MESKF5AszAiMmeWiRlpa1fPVJzXqRJYdhq8kaI79s/wcsiYtbCAUmREUnGbSaQ76Pw4HxbBbKTZZstEfTZUfRB5ksPnKSO4IYkTB6CYUse7u5pTt5wcFW8GeyoY6mz93DfBkN8DQ4sOiY2w21IxM42aAoNy+fkSWPyYEdPn6FCSfP3MWvU0GHRbuBybGhCLqkrn0kBq5h81nsKjtCSFg8u6ENHd+9DJXug+AfGE0qbWXrySc1LPwWU2nUKasdX/8oEsLNM5EfgUVdJzm2zIiAHp958VyXX0A0k881li+IptEOuYNHS5wtf90lmNFaPAcG205bpS1tPPlRUMTNhGZF2yihb6q9MIDCpz3lcGgyaOmShxYoFnbUMzs6FYiJTa5ftFkQIxlJWoSH5cAKHzwYMmo9hUflys7vpXtzyTHlh/qx7WvK/VsYXbCTPHsNXKE6Nmag5WjkMCznqT4CWgEtOSJn0Housk9epXJgMKHM7rXtasLGGIIDewnwzDgw1SNh0tLSatasCd8+ffpIon/+WbBgASRvv/12dHS0JOLg5+dXoUKFV1999dy54qum9XNgeAvRZps3F5/rC2A0S4e//fnnn8qRrSoHlp6eTneoq3IPCQkJX2pBl48gzt69eyNw3bp1lfErOTBgyZIlkLz55pvKW2OA4OBgyjufJBkyMzNr166NSFTXZ+fk5OAVJiYmbJ5NiaysLIrB0NBQEnFgMUATSIJxC3EMX3zxBTKFekEioSFXrxZ/gwOMA1OdIkbFff311/Dt0KGDJCqaBKtWrVpYWLFtYYiIiKioBX+uo34ODG8hfVu8eLEk0gK1Qwcv/fjjjzQM46HKgdH9+sim8tQ7xDZv3jy8qEmTJkxC5ND333+vjB+pknFgAIsflS6JOMTExCDjKGddJ1EBqClqegMHDpREHAoKpKv4eA7s4MGDkFSpUkV2FBYBWm1sbKzr/hcCKhcxVK5cWfUwQKgEfGUcGN16A5VTloySAwNo6huRqOowYoavjAOjyWQIVVNFW4BQmIx/iY+PR04XLlyonO23sbFBVAhcdoa4HKK8cGCWlpYoTR6PdtHiEwH0G3qANNSpU0fVfBBorx/QrVs3SVQEItjHjRsn/eZgampKTzHLjn9Icv588VEbDIgEXqVyYD4+PiRRUjswmuTF95QyUHcOqD4OLYfX2bNnSUIm8rffflN2ZreKbsbirQMaGwlV65TRn8qRBENUVBTFcOaMytQk3fLHc2A0OIDwxg35+vHw8HDy0r965WE5sEGDBkHyyy+/KMsE3QbxOnyHR+dD1qpVC6ZNEhUhMjKS1O/QIWmJaGhoKElOnDhBEh6LFi2CFwY9zG7269cPkmbNmikTQ0sqfv75ZwocEBBAMSsLH2pJXvwgQ8mBAS1btoQQ4yHlYgQUEYZB8OU5sAkTJkDy008/KQ09TDCsM3x5DszZ2ZlSorqIY+PGjVShfBZQyxQPP6hiWL58ObzQKbKlEFR9BgYGyiRRA8SAQHURCoE69R9++EEZBqMoYrjR8CWRwNPEs+fArO28iLlxcQuVRApoDkvUzl9fUCyU5kEcGJxy8Xh+QSF9G3frs5TRLXQW1tjJW2UbpID9hy5TqtjEE1AqB2Zt6wXf+k1mKCmEJ8KBsXLgIyGkpmaylen87M9o7fGJoyduUdbpwaMONCWhnwPDswgzZtIWZeueqJ2h0xag5EVzKG27mNB+CB4BQTE0F8NPjtDEWedei3kCKSY2mci5PfttJRGHidO2w2vI6PVsUptt1Vqz8ZzMaCPaLtorfFj6/QOlAxv9AuQfxikpGVSGPAcG0L60Zu0M09JK7OcA4uLvUA2u3ahzeADgXfTSTdvk49209KxeAzX7n+B4DozFrKpsdOrUoBFr9Rz/mJdXQOenzTM+ICuW9PSswSPXwutZcmAAnaHUvJ0hn1PC2Qs3SLd5Diwu/i4R5CvWnlZ2x2s2aqjxJq3nsnoJCY2nRPr4lTgPAAiPSCAlUda7wEuJ8+YuZMPh8M+MuXthKMgI3Llzb9dea36/y7JV0tS8Lg4MHQEJERXfVaFn6dBdIoHadDZGcyb56XPXSQjXZ/DK20XbL+6mZPQauILkiMqx6IRV/RwYcO6iC/nCIS953J5X9MvUduBmGZpJ0n/+2bTtInuk/7DVLG1R0UlsqxDc43BgAH/S3ebt5qyjQXvlaQzemKPDZfxc3UbT7BxK3IuQlFT8RtjAa9w5eOyMYriWHeazRQ9PgwOLiExkGjKAO38YdnXVujNsNv8xOTC8hdE5DVvMcnKW9AE916p1p5kCw0EDyQtAOTP52ElbWG+Lf9ApMC/9vRJqhILVazKDp2mz7ud00a5ugWvX1YSpzc3IRFb4HXsskvWGC5cWb2jj785MvnNv4PDiJPEcWGRUEouwQ3dT2coeW3tv9hR8o6I1a/gw8sTojnGTcDwHxrZJIVr+6GyMiNjoCI0UgyXJQ4HLV3xZmSPv9FIAHRY7OrVOwynnzYsHoolJqbS2Aw5dp4yneVgODHnpX8T6QPnDwouPsrzqHMhfCsg4MPSMcxfsZ3Ij00OM6EIDofEPuZNndc4SEFJSMxk5DQf9R335B0RDfishBcaKRoPMaZezSM+WyoGhftsWbSDDIBkjMZJriC7Bgb3geGYc2Pfff5+WJl8RRct2K1asePRo8ZEAwcHBlStXrlChwtq1ayVREQoLC4cOHYpH3n//fX7xrn4OLCMjg/gV2XLt/Pz8Zs2aQd60aVNJVASMN1asWEFzLPxcEOR02tuHH354S3HTCu0qq1atmpeX5uxuxE/TRAYGBhSAAfGsXr2a4uenayIiIqpUqQL58uXLJVER8Mjo0aMR/p133klK0tmgEGzYsGEIhrq4d0++uJDOOUTx2tioLLAjwC7RJqfPPvssPV2+7IAmXStVqmRlJX3g2NvbI82I09JS8zlcUFBAc3HfffcdnwDGgdWqVYufRSScPXsWXsj4jh3F3xExMTFUGvyePwKyyaZAExKKV5Po58BycnLolC/ZvgLoVefOnSFXnsCJ0tiyZQvNxfEcWHx8PKVNuY0hNzeXzpRix6ohfjo78ffffycJA+JHtBQ/z4FBu9DKEL9yRx0eoWOioGl6LrhBEXXt2hXBqlevLltJjxjMzMxotpDnwO7evYs48VIl0YXY6KREXUdTEugARmDWrFmSqAiwD3/88Qe8eA4M0dLZhvzNSgRKpHIWNCQkRPMCtQ0ksDB0XZGMA0O+aEJy8uTJkogDke5QYOgbSdAMIUE5XLhwgSQMCENeqsxCVlYWTJmzc4mr68shygsHlpeXR6e7EmBxlDbrWWLixImUkgYNGkDPJGkRkFr0SaSRsMK83SHQpmb0DbwXDCJpGIFxYFBKksgIeTQJ9D3kVSoHBoWjrUXKrUjE1gJ6dj6xx5VWxtbWlh53cZEGrLQz7N13380sedBtZGTkjz/+SIFlhoPOGP38889lBgg/aevlDz/8gHYuSRVANtHSEEzWAaCIaFMawHNgyA7sF4RK63P58mWKSkmP8XhYDgxNnaJV7l+EWafwrAABlCqFV6aQum2YIX7tT+vWrSHE8EVWgGgmtFAFIwyWfSoTZEHZK2AIAi9Gj2GchF4BEqUNvXLlCqWQN6CqHNiuXbsoJDpdvhIxaPjtt98gB3gOjFoBGo6sjcOk/vrrrxSe58DQj9LaJYwYZIOtQ4cO0asB2UiU9miicGSDJDYKRCOF/pCQtipCpZWLPmiFiCo9xsD2oqHk+RIA9u7dSyl0cnKSRAJPE/ezc3sOWO7mEYovWKWjObUny4GNGLcJcbbraqInzvz8QlroOmrCJj2KxDgwfLqfOufM1o/jQ9pw4UE6uO/QMc3COsLKdachadxqDlvKCty/n7tqffEMFz/xVCoHxo5bPHDYXqbJT4QDy82TZhkatZjNX08VHZvcd/BKyMnxHBhtoUMeo6KLGzJqec3GsyyP+jmwE2eu1dHepXTteok7OeJv3aWpH/6il7hbdxtqczTHaB9Pg2VkZg8dswHyDt1NUR2SVHscJYRIyfWSK45XrjsDOeJ3dQ/lC9La1otmzQ4dK14YjqKm7W6od3NLd8Zo5uTkrVh7iqa0bO2lWbnEpDQq8/kLDxZyuoS6Y9NkMg4M6kGTbmMmbeWnzxISU+nmldaaDRA6p9WAvLwCmpps2GKW/RVp2SMQG3eH3d0CJ2OG1m7UEIQGreZcdw3hC8HW3oeuKNt36LIk0gG6bKZxyznXbgSRQqIpWdt5d+61mIrlGXNgqGWqvrGTtmYVHR1ZUFB47KQTmwzlOTBg5VpNI4X6Wdl4spotLHxw+pwzFcKGrRdYW0ODaqslEoaP3cjiBxBg+25LZBmFqWcCVOBlQmZWDu0s5B3s81/NNM2fd83bz2cclS4OLCz8Fhl/uBYd5u87aOfqEXrDLWTJyhPsbrBREzYzBigtPYvZEzg8O3zcxhHjNrLdV3B9Bq1kNEmpHBiy07uIPIPr2X/5lh2X0HHMXbCfGgIcGhHP/sJw8a9DduYa758wbTttcWbuMTmwhMQURi+hiQ0dvWHbLgs0t4nTd7AupkmbubHc4XgALDN5kUOZ9xq4gh3UZnbQrm4RFYEqGzl+04JFh4eOWc8ixIv4rvxpcGB37txjhBbSYLrsGMzjyTPXBo9cR2MJco/JgaFrgNowOapmzKQt80wOsJ09zPFDEaglbcIm17LDfKjBnAX78Q8Toqu9e1dntQKaFQNFmtCyo9HBow4Y+N1wLaHSqERmdWE5ybqS+7Px9PbdFmJkRb6nzhafLIpCQO2guDZsucDusSPHc2DIBQZ+zAuFjAjZDjNoL9vQBocax9t59oscz4GFRyQw2hL6cOCIPcYPLm4heCkNzOC029a53rQkMHZi27DgUB3DxmxAs23WVmoCcJ16LuJ7augS2gXzxYvadV3I7uV6hLMQ5xofYI/0GrgcKnfe3GXh0qMsa+QYBwbExd9ligenKUbjA9Pm7DZoVcyZ9Ru6StmtK+HqEcYXux7Xtc+S5DvFH6GlcmCwjaPGa0b75Pbsl2bPBQf2EuCZcWBA48aN+ekdOzs7mnGi/UOSVDtnSIfgVa9enV//DfnSpUtfffXVihUrys6y08+BMa6rdu3aPHOG4SXdOl+jRo1gbrfNvXv3Jk2aRAwBINt05eXlRdNHBgYGbKoTUV29epUOHPrzzz9pnTGEtHT+rbfeCgoq/grLyMiYPHkyi5/nwPAgPVKtWjX+vZCjVCnvixYtkqQ6EBYWhjdWqFChW7du/HQTKojmJFXJLR7h4eEoE8TQtWtXPiRiaNiwIWL49NNPSY6/33zzDST8tGFSUtInn3yCx1GMkojjwIA//viDv/fH2dmZjpj7+OOP+QoqLCykg+9ef/31w4eLP1IgX79+PUoDr+AnzQD9HBgepJM2kX7ZDDbtRkKx+/gUr+zJysqaPXs2qymeA0NUtAq8UqVK27Ztw0+S5+Tk0EQ6nuJrcNq0aRBWrVrV27t4oQnUFarL4uc5sAdFu+uqVKmyb98+SaqVIxjlXTmPKoONjQ3N0TVv3pzVI2LYtWsXcUIAz4FBY2miGwXO3x0D+aVLl4iZXrJkiSRVA8qBiADEz2c/NjaWpmEBngMDDA0NIUQ2+TPbUIxGRka0jwLgOTC8guYn8QqeO4+Li6NXAygf3kAh/WQiECG/IRXy3bt301t4WhSvoCn633//nVckhF+4cCHFzwgzBhRs/fr14YtS4hNWDlFeODAAph9mokmTJrAgqjt/nyXy8vKI/wfQctq3bw/t3LFjx/Lly8eNG0fbvAD8o3rAIKNJvv76azxobGwMraKNw2R5AX6HLwlhFDZv3oweAp0Q9KZBgwZ4daNGjeBVKgcGUPvBIzBhiATtHKoJc0n8geomFR76H//+++/Z45cvX4YEQG965cqVqKgoNGPYIFhb9AHU+ck4MOSIOLbPP/98w4YNDlrAdtMhtmjAbm7FFxerAoMGhEQkGzduRPJCQkKOHTuGcmNFxHNgABEt8IVSIXxaWhqygy6WauG7777TXxoPy4EB1EXhjXjKyckJxeLi4gJzA3MJOVSITx5AYw6gbdu2Z8+eRYGg0smiAVOnTuXDh4aGQgcgr1Wr1p49e/z9/VECGBXRIgsUIL/bOj4+nrIJ9Ttx4gQynpmZif5s5MiRMEmQm5kVr7QlQ4ZkQ0UDAwNRULDRKFsMDiBHhdIghqDKgWFcRVezAsg7ysfS0hKWGjEgYUTR8RwYkorXQYiKs7e3R0HduHFj7ty5yOCXX35JgwNZd444KeXIPmKGBqKsevXqBSEeIS/ZSBRjl7fffhvymjVrwrhTiaGc69SpAyEShgKXgmpXmlB+kVrkHfYHJYYx7ujRoyly1eMLeNC4AflCtTo6OiJTrq6uaFPozyBv1aqVHuZD4AkiP7+QXyGu6p4gBxYTm0xz30tWnijZvuVYv+UCgtVrMj3ptsqpaATiwJq1NRyjXazasYfp9Dl7xk7e2qxoCm/CtO38dig2Y9K41RzjxYe37Lg0z+SAQeu5fzSeduCwPW1FeigOLDcvv0d/aTYEX+wdupsiSeTF0V2PzoEBgUEx9EjdRtN6DVxhaHJg+NgNdRtNrd905vrNFyCEF8+BsWXmyOMCbR7xSBNtHvcdtKOo9HNgmVk5/YdppiEQOQpw+25LpHbR8mOIEMLufZfKDuu7aOFGRwa1aD/fZMmRrTsvGZkeoiqo12TGlZKnJCXfSWfHLjVvb8imddLSs4aP1Sy7rtNw6phJW1avP7Nmw9nRE7fgJ4Qjxm3iiTQA4QcMk8ikrn2WzDI0mzxzJ5tfW7DoMF/vSBXJB41cu2bj2VXrzwwbswEx9xywnI5Hk3FggIW1Bylqo5azUQjQlhHjNtK0GsrBSe1YRRlCwuIba6eWUFl4kbbiNDFAA1FxFJWMA8NPmh5F2kZP2Ix0IrUoDSoEpFk5Hy2Df2AMm+9u28W4Q/eFNIncprPxkROO+P8Zc2APHmjYSppBhhJOmLpt2uzdNJmL0qAalHFgGZnZoydKc8S9NOV2cI7RPrZNYcK0HTJNsL/iCysBr5Yd5i9fcwq6unWnxdDR61FocPsPX5YNJAReYtxKSOlYNCWqy8Hg33AtXqiniwN78Pffsn05Mtexu2l8yQuEIm4m8PfryBysUyx3V1OpHBhwMzKR2TSlQ9pgbHlDBxw86kC2ReZGjN3I0vaYHBhw7XoQT7bJHCznca4bJcTEJTPLTw6GlB3jhgGG6dKjjAaTORiuZatP8oOQp8GBAdt2WajWOMZIT+osRCAyKomVMO9oWMJ+8kMRICgklimq0sGr1A2vUBX04zyfJ3M9+i+7zR0bCMO5e5+NLDzGV+Sbnp6Fkue9yKEAp83ZzfhjngNDhHv228pKGIM38kVngREL70UO45AVa06xEzh5Dgw5WrrqpJ5GisB6BpCE+Ft3+b1TMofhZWCwfKkf+k0aejHXs7+0/eIRODCMS1VbE/rfWfM1By+T4zkwQLNLrGg7mtIhR/xKL/0ICIop9Sug39DVvPkCSuXAAOgPC4AY6LNOcGAvAZ4ZB9a7d+9q1aq9/vrrBgYGffv2/f7772nq+Y033lDuScJTtGWkQoUKP//8M8J37dqVIoekV69e2dklBrr6OTDg6NGjNKdRsWLFzz777JdffqFrGry9vYnQeuuttwYOHGhkZIR31ahRo0qVKosWLaJpQBkHhoHo1q1baYKratWqTZo06devH1JLTAYy6+FRfBYriks1fjzO4pcd24NiZDPpP/74Y58+fbp160Yn+EGCctCVRwakcP/+/agjSg/ea2hoOGjQIKoIZE3P4VgExHDgwAGK4b333mMx0FQYYqDzsQoLC2lrGopUtk4dmUJRI6SdnXTtNOPAkB2UCbwaNWqEovvpp5+oMPE6ZcLS09NpqhN5h86gNLp3716rVi2StG/fPiurxLZm/RwYYG5uThNxeBzJ/u677yjloaGhqCPIoZD9+/dfsGAB/r777ruoVhMTE5qz5Tkw4N69e7TrCPjqq6+QL6SHJiEROZLKnxFFtCK80AqQaz5+Y2Njip/nwIDMzExoF8WGdKIFIe90xBTQqlUr2X4MJVBBtLsAeOedd1q0aNGxY0e6SKxBgwZEZ/IcGIDyJMIYL0WYiRMnTpkyhXYjANBz2SJ+JaDzyBfFgCpDsvEiVC5qmQg2GQcWHR1Nk5YwDmgdKI0BAwZAV1FNaC+UWp4DA/z9/WWvgJLgFYiZXiHjwABYDJQYvICvv/4aNqRnz560MQCAUZIpzKVLl8hA4UVjx45FqgBWHag+KRwHvEIbmQZ67mkrDyhHHFg5xI4dO6hBKgGdgN7o2n2JgRGdrssDlm7NmjVOTk70k+fAwsLC6IJHHmiox44dQ6+D/2EypKBaqHJgeOnw4cPJqMnw7bffKnezyYDHR4wYofr4N998I3t89uzZkh+HDh06oMPGu/C/cgMpuliy1zKghPVvySLAbhJLwQP2Ah0MnaYo48CQnZEjR6pmB609WO1gWR6PwIEVFBSw7YMytGvXTmkuc3Nz6d5FGWCzJk+erKTofHx8lEoCQE+UTLunpyeNk2SA8UXdyQpqzJgxNGqRAZ1ZQEDxXg1AlQMDIiMjmQ1lgO2+cOECjQx4DgyAQYf1pGAMbdq0QR9M+0FlHBhgamqqfAQdIfoASrxyJOrn56daCFAbds4kA/STRlcyUHfFJ14VqK9p06YpUwig18RgTgon8PSRmJTKPiNV3RPkwPYdlM6uCQ5VudyOh69/FM3l7ditky4iDqxlRyPN/ShrTtXnVrs3ajl77aZzyoPjXNxC23UrMas4ZPR6vKug8AHxQw/FgQEovSkzdxHTAMcYryfFgQH+AdH85iG4QSPWBgbFsAP3eA4McPMIY6d1kRs8ap23byTySAt+9XNgQPq9rE3bzPlzeODqNZmxYNEh1RklT++IkeM38VNR+H/IqPXuXuFKSxAcEjdi3EYKfPh48dL+7OzcTdsuyuZJDVrPXb/lAr/DjCEnJ2/NxrNNSoZv29Xk2Ekn2bwwin3pyhOsjuBQDus2nUcMVtrTLJUcGODjFzlm0hZ+WhalPW3OnoiS17HoQVBwrGwPwYBha6BsQSFxxFTJODAgOydvy45L7C4Tcgat5qzbdC7rvsplaUrYX/Fls8Nw9ZpMn7/wUPKde3Su5jPmwIC8/IKtOy0atyye40MTWLvxXG5u/vQ5mpt+ZBwYAK9tuyxkE77tuy00O2invOQJcHELGTt5q2wmtHOvxafOOss0QeClB2zFvoN2XfssUc6Mt+q0YM2Gs8klLwfSxYEBUJ6zF27AjvGmA65xqzmLlx+D5ZfCcUCLXrXujEx1m7U1XLHmVHrREXOEsnBgwJ2795asPA4zyGIj173fMgsrD6V6Y+gFtUdOWcgGTWeuWn8GfcTICdKejMfnwIDomNuz5+9jx/qRQ5kPHL726vVA1RFgZFTSbKN9LC88BwbgEQtrD/R0vMlFyaPzsrX34S8JA54SB5aXVwDLQ6thyNUzmG6y5AhqB5afJI/PgQEoiuFjpU4QDv8MGbUuICjG8arm1kZyMg4MwHuXrTop6yLxc8nKE6pXYyoB+3n6/PWBw9fIWge6GIyglFoBBUMfgbQxYpVxYEBMbPKIcSX6fag0mkzcrbtsNxjPgQGI8KKFGx8h48AAVBNaKPNC19l38Co7Bx80KzZG5TkwADnCGzEikuUI2oWyKmOxZGXlbNx6kdFs5KCoC5cekZkLAnT1qnPgqAmbaQAG9zgcGAAlZCQruT6DV7m6hwYGF9+sJuPAgNj4O4YmB2lIyRyMGIa+ZdkBxgMlAH1j/BNzaIBokkdPOqEfl4IWoSwcGH8lGFSCOCrBgb0EeGYc2K5duy5fvkwTZYQKFSrUq1dP17lhGRkZM2bMoJluhq+//nrDhg38AmVCqRxYYWHhpk2biJ8AEC3bb2Rtbc3P0VGqnJyc7t27R3MjMg4MgN2ws7P7888/+amPV199tUuXLsqbq2xtbWken4BH8KCjoyMySO+VcWBAZmbm7NmzaTqOoXbt2mvWrFHmXRVIoZWVFdt5Q6Cs4dVSIL1ADCgZmvRnoMTTbWcAAlSqVKly5crK61ry8/PpID4kmyZsGQe2evVqVDp/BBqi/e2336Ae9KwMqFNDQ0OahWNAka5YsYInmQilcmAPtLug2BRZtWrV2IYwVDo/oUepQvXl5OTQXjcZBwZkZ2fPmjWLNJzh448/Rh6Vabt69SrFQ0D8//vf/2xsbHJzc6ldyDgwAK9esGABbbFggFouXYreUx6/KqD5RkZGRL8RqlatOmXKFKg3XVYn48AAvHTevHmyAkeRTp48WXmcqSp8fHzYvhfCDz/84ODgQGcMyjgwwMXF5fvvv6eQhJ9//tnCwgLajgfxU8aBAX5+fsThMSAGqFBUVBT+V3JgQF5enqmpKSkhw6effrpw4ULl7TwAYmjbtq0UrggofGViCGgydFzk66+/bm9vL0nLJQQHVgpgJi5evIh+ZcCAATCCtE21bt26es4eZUCHMWnSpDZt2vTt2xetlx6JiYkxMTExNjaWTYvjJwxZp06dYKzRIDdv3kyrM9CRIDzMGQUjuLu7UySyNSBAeHg42nm/fv2QWsQ2fvx4pF/yKwPK/jg0e+zYsQjWunVrZJN1Jzt37kTCYEPpJw+YqlOnTo0ZMwa2BpGPGzfu9OnTZbRfAIwOhhSdO3emIkJHTiwU0kxFhIZHIRlgaFDyLDt4o/JUU1WgLpAL1RvaAgMDqfBVBxmRkZF4I2ocb+zQocPMmTOVBogH6hcF3rNnT4Tv1q3bokWLQkN13iqEsjp58uTo0aNhj1AIgwcPRh9GeqIEAkMDEbh9+/YUGEUUF6c+U3/z5k0ku3///kgGagcFhbwryxPlj4yzm+F4oLfYsWMHZRxd/qpVqyhhlpaWeGT//v2y2KAweAsCt2rVauLEiegVKMCePXsQXtVu+vv7Q9OQ9+bNmyNfNP5ABw/DjUfQsigYDxQCdIyV2KBBg6CfMvKSgRUvKo5KDP2r6pWYuhAdHQ3doEJAsWMAjYagLEaBp4372bm3ElLIJSRK/zCXdDvtSdXJ3ZQMRJiYlFpqLaMrSUhMRWA9s3WMA6PrEPAZ7+oeesnKw9v3Jn8wmgyFhQ8Cg2PNLd2uXg+M5pbKIlV4XRbHJyGRSAMKJKO0CQWETNSmloVUSgCNUPuWUiNUIuJm4hUn/8tXfMMjEqjw8vMLqLKUhYk8BlEenQOjY4rX2Ul51F04PHJy84ND45yuBdhc9vb1j7qn+7J9AvLr5hF20cINtaA6QcyjoKAQZatMCaoSKbe/4mdj5+0XEKXKefBAeKStS6/FPfotCwiKURYFQ0pqhvONIEtrDy+fm2xKNCcnDwVyW6Ph6g/euXvP0zvC1t4Hb1FeD1YW3IxKvHLV/7KDT1j4LXpLfr4m73ivrjOaNIUQEmvv6Gdt5+XnX3ohyIDwUdFJeClSzk4CRJzQFryXfyk1fFSWbIoZoETiEdVJcNgEPMhujikViMTDK/ySlbu7ZxibnkPaEImu2f/8gkKoOqrMxS0kMipJV1kxIBfI7yVLd4SPir5daniBlxtQUeiDla2nhbUH7FJs3B3VNg7NJ2WGwz+qakOqhXgcr/qjYcIwSh46APOL10Hh4cIjbuGn5MFBei8MeCK9Vx9ZC1MP4+bkHGBu6Q7riqRKHjoAC4BOkDLOiHY0NC6bOl+H1FI3AZd8J12PRQXu38/Fi+wcfLVNO1xPZ82DmR3VkrmdnA4TDZOLv7eT1adO8GBSksY6aRKZrJJITYCiakWEsgDp6VnkhcKnwQOPzKwcN49QFDWMVUZGkbFK0xgrOL70SnvLffKCU74FYWNikx2c/NCto4+gR3Nz89kj/FCEBypXaxiDnV2CQ8PilQt9ygLYdtQXNASjoOCQOLxX8tCNO3fuIVWyKkayYWzt7H3QVaFpUIXiL1MhFAKFVAJ9qzJCAEqF3hYtDr5UpGiV0AT8RI1ry5kClgDeiOaG/h1jHqSkLDmSAdUan3AX70U8KJMyFmxKaiZSxagyVDRlHK7s/SNQ+OABXmpp44l+/2akpA+oaxab6kogICc3D0Mm1OMNbcf3sKMFHihtFC8KH7WJZKBp6znzGYGRaySMmiF/YSED04QEbTAi0tiD5HK5B3kvPFhqXkgxEDkasi57IvA0kJKSEhUVhe99aqEEVSEhLy8PXvjkz82VqzHaXVxcHHzZqWsA48B2796Nnwjj7e19/PjxixcvBnHHA+pCTk6Ol5eXubm5ra1tWFiYcpE0ITU1VVeCZaCQMTExfFT438XF5fDhwxYWFuyMPpYd2U4jBrwL5bBw4cJKlSqtXr1aNrfJA/G7uroi/kuXLoWHSxxzqfGjhFFWeMTGxiYkJERX3vUAKYyPj798+fKBAwcQyUPN6hBkMcimm27fvk2FqVrsyBd8UUQ0Ycs4sDVr1uAnHvHz8zt58uT58+f9/UucMqIKKJ6Pjw9Kw9raOjg4WFdpQPcoSSheSaQDFBLJ46PCU+7u7keOHIHKsS0QVAgIrItXQ9qI1fvyyy/d3Nz0vBpRPVr8vr6+UE7kHa3mETQBMTs6OqISUZWseaJt4qWyDXwMUD9PT8+zZ8+itSJ3yvauH8gUquncuXOnT59mx0si5XgjoIwN4fG6o0ePyiwDlYyuzWfsFWgpJNHzCkJ+fj4Uz9LS0srKKiAgoFRSOSkpycHB4dChQxS+VL1CLvRc11dOIDiwhwPtAapYsSIZLwEBAQEBgScCGQcm8O8EnfLXutOCLTsuPc4EkICAgICAgICAgIDA84KMA3vJkJSUVKtWrUqVKrVr1071ghgBBhkH9jLh77//3rJlC7L23//+d968ebo2IwoIlBMIDuzh8ODBg549e6KFA7D4AwcONNZCdqmggICAgIDAQ0FwYAJA/K27112Cp8zaBWXYrvvkTAEBAQEBAQEBAQGBcouXmwPLzMx0d3dfvXp1jRo1Pv74Y12nEwkALzcHFh8fb2lp2bFjxwoVKhgbG0seAgLlEoIDe2jk5OR069ZNy4IVw9PTU/IWEBAQEBB4eAgOTICdS+bmEfZH42nTZu8u7VATAQEBAQEBAQEBAYFyh5eYA3vw4AGdt5adnV23bt3q1auX5XTHfy1eYg6MnWZpZ2eHDPbq1Yt+CgiUTwgO7BFx/fr1OXPm0L1BgJ47nAQEBAQEBEqF4MAEBo5Y263v0uFjNzRuObtekxlXrpZ+QLyAgICAgICAgICAQHnDS8yBWVtb16hRo379+t9++y0y2Lhx45ycMt3Q/O/Ey8qBFRQUtGrV6ssvv4QCvPnmm1WqVDl69KjkJyBQLiE4MAEBAQEBgeePyKikC5dcbey8Sr1uVOClxIMHf9vYeS9efnz63D0r1pzy9YuUPAQEBAQEBAQEBAQEXijk5uYePXp03759YWFhkuhlAXK0YMGCgQMH9unTZ/Xq1eIWKP3Iz88/fvy4mZlZQECAJHop8ODBg1OnTo0ZM6ZLly6TJ092dHSUPAQEyisEByYgICAgICAgICAgICAgICAgICAgICAgICDwskFwYAICAgICAgICAgICAgICAgICAgICAgICAgIvGwQHJiAgICAgICAgICAgICAgICAgICAgICAgIPCyQXBgAgICAgICAgICAgICAgICAgICAgICAgICAi8bBAcmICAgICAgICAgICAgICAgICAgICAgICAg8LJBcGACAgICAgICAgICAgICAgICAgICAgICAgICLxsEByYgICAgICAgICAgICAgICAgICAgICAgICDwskFwYAICAgICAgICAgICAgICAgICAgICAgICAgIvGwQHJiAgICAgICAgICAgICAgICAgICAgICAgIPCyQXBgAgICAgICAgICAgICAgICAgICAgICAgICAi8bBAcm8Czg5eUVExMj/Xhh4evr6+DggL/SbwEdiIiIaNq0qYGBwYoVK/7++29JWjb4+PhERUVJP54h/P39T506ZWZmdvbs2eDgYEkqICAgUF4RFZ1kuuzYgcP2hYUPJNFj4GZUotlBu0XLjxkvPhwbf0eS/usRHnHr+OmrV6765+Tmk2TnXusDR+wftmsTECjngIav3nDWeMlhk8WHYQS07ojm75IjRRLNz737baUHBJ4cfPwiTZYcXrn2dEZGtiR6ceAfGI2e6Mz56w8ePIGe6Aki/d798+au5hZud+7cI8l1l+BV6551IeflF2zafhFtBymRRAL/SmRm5UAHoJOJSWkk8fSOWL7mZEpqJv0UeL64ceNGkyZN5syZI/3+55+goKDBpWHYsGEBAQHSAwK6kZyc3KZNmx49euTk5EiisiE/P3/SpEktWrR4Uabg/P39oRgjR44st5OfhYWFGzZsQAr9/PwkkcDTwe7du2FVDh48KP0WKB8QHJjAU8fq1atfeeWVypUrv+jsEXpuZKRVq1Zi8ksPMLL57bffUFDt2rXLy8uTpGXD5s2bK1SoAFXx8PCQRE8fR48e/eqrr5BgHj/88MPJkydFRQsICJRbTJi6/fe/psAFBcdKokfF6XPO9ZvMoNjgfP2fw0KEcoiQ0Pi/ms+iMmnadt7SVSf2HbrcoOnM9VsuSCEEBF4WZGZmt+lszIyALjd87EbpAYEnB3NLN5Rt8/aGyXfSJdELgoKCwl4DVyDxjVvOib91V5KWA9zPzh04fA0pbb0m06fO3nXkhGP3fsv6Dl6Vl1cgBXomyM7O695vKZKBHkQSCfz7kJubP2rCZlLIPxtPnzh9x+HjV/oNWdWl95KcnIf7WBZ4GsjOzv7rr79ee+01Ozs7SfTPP/b29tK8gG68+uqrNjY20gMCulFYWNinTx8U165duyRR2YAaqVSpUt26dQsKnqnpfmRYWVlBMV5//XVvb29JVM4QFBRE2tu0aVNJJPB0EBcX98Ybb3z44YcpKSmSSKAcQHBgAk8d48aNIztraWkpiV5MCA6sLJg4cSJK6REIMGDatGlaTXnl3LlzkugpY9asWRUqVMAbq1WrVq9evQEDBjRo0ACjFkrGsmXLRF0LPBFERiVduOR62cH3wYOnqFGFhQ8uWblfvOQWFX1bEr3UQH4trD1QsCheSfRvwt4DtnUaTm3T2Tj18RYRp6ZlGrSe+/tfU3oPWnH2wg13z7DMrIdbpPmyYvnqky07zHe+EYRiGTJ6PUobpdS2i8ljFrgAofDBAxs7b7Tf0LB4SSTw/MA4sObtDBcsEvvAnileXA4MY+TFy4/XaTil54Dl6ffuS1LNhHKula0nWvethOcz7+Pte7NekxlHTzpdueo/x2gfLfJo0HQmfkohnhX+VRxYTm6+tZ0X6j02LlkSPR0EhcThLbb2PvkFhZKofCMkLL5ek+kYtl11Dpy/8NBfzWZCJSDBIFYKIfBccfHixQoVKjRu3JgnWhgH1qxZM9r1pcSj7QPLzc09evSomZlZWFiYJPoXIDAw8PXXX69Zs+a9e9Le3FKBgjIwMKhcuTIqSBKVe5R/Duzu3buohYoVK86fP18S/ctQWFh44sQJNEAfHx9J9HTw999/T5gwAbZl0aJFkkigHEBwYP9qvPvuu7DRs2bNkn4/BiiqmTNnSr853LlzZ8OGDejppd8vLAQHVipOnToFK/9oBBiQkpKyadOmw4cPP5sSxhgF3T/qtG3btgkJCZL0n3+ioqJ+//13yDHkegnO8BQoDzh8/Ao+dzv3Wpyf/xQ/17Oz8xpov6tPnL4qiV5qZOfkNWwxG/k9esJREv3LkJiUej87V/rxqHDzCKvbaFrdRlOf9qTVC4erzoHON4JZf5SQmOLjF3nvBTysrHwiNze/VUcjtN+de60kkcDzA+PABo1YW/AkjlcVKDteXA4MKHzwIOl2moyKgLVs2nYeMmVj5yWJni1uRiZa23mxHTYZGdmw3s+FkPtXcWB37txr2WE+Mnve3EUSPR1s2nYRb2nX1QSGSxKVb8TEJlvaeGbdlxYYZWbl+AVExcaJc6fLBbKzs//8889KlSqZm5tLIi0YB3b+/HlJ9IRw9+7d//znP4j5YTdFvdAoKCjo0qVLxYoVt2/fLolKg62tbYUKFb7++usXZRMYUP45MCArKysuLk768e9Dbm7uJ598gmoyMTGRRE8NMTExlStXfu+998RWsPIDwYH9q/FsOLCXBoIDKxXu7u4ODg75+dK9KeUcbdu2RYV+9tlnmZnyRf0YtRA9tnDhQkkkIPAYEBzY04DgwJ4IbO29UYZN28zLEtu/BJ4hBAdWriA4sOeIF5oDU8Vz58DKDwQH9jTwwnFgAuUZ1tbWFSpUeP/99+/cKcFKCg7siePs2bPIda1atXJzS1/Al5eX17x5c4R/sWZjXggO7Kni77//Njc3b9as2TvvvHPo0CFJWp7wLDmwwsJCqDEszNq1ayWRwPOG4MD+1RAc2ENBcGAvGUhp+/btq6xQdFeVKlWC77BhwySRwAuIrPu5Hl7hFy3czC3d/AKiC0ub10tLz7rhGozwl6zcvX1v5uerLzrLysq5lZhyOzmdFAf6E34zwflGkKd3REpqhjZIMRISUxMSUrbtssDnevtuC2Nik28lpMCx73ZNbAkpyXfSSQuzs/MQD5Kt/SUhL68A6UfCLlxydXUPVa5lxlMQRkYlNmiq4cB2mVnTW5JupynVO12TzRApmz4383Rkk4DHI24mXHUOxKuRqrsp8gw+LFApUn616crO0eTX3VN+GEhKaqabRxgSaXPZOzIqSZYLPKXNbxJd17R9t6We/EISFBKLeJAFByc/VIHkURIIlpiUikiyi3ZWRUUnXbseeP++5ifzZUQR/kHKHZz8w8Jv6VctKJJ/YDSUkKovLl790hS8CPEna/RKk4WcnDwvnwgUgiJDEih8UlIqn2US3i4qB/y9GZl43SVYU3d35WePUI72HbRDGbbpbIzyxE+4nNwS6xgQSXBoHBWgvaNfdIz6SZsIRhFSiQEIee16EJ2syHzZQYv3Mu6jABEhyll2Rmhubr6PXyTKNjA4VpYYGfLzCwMCY8wt3ZE2F7fQsqyqRjZJn+0cfBISS1mUh2SHhMbZSnn3jYq+ras6GGBGoM9IkrWdF9oOYpA8FIBXZHQSTMcFC1c88gjT3ygolCHeZWPnxS7jSU3NRL5SuKZaUFgoaW9R1fBAJPCCpXrwQF2NoZOoR5SAta0XDKPqbTrIC1ofDGNGkWW7n53r5XMTLS40LF62R4TeGBVzu0V7zWzpmg1n8RMOiVSeFpuZmYNWg+aDbEKN0fYlD4EnikfgwKDqqLU7RYaloKAwICjG6VqAf0C0bH8qVAttwflGsKdXxCN0ItAK2HA0WCghVDE1rZTDSGPiku0cfLVt1g9J0qXYBMQGvUJviMDhEQn6jTl8ff2j6Axe5BTZlzzKDLSU0PBblx188UZt2jQKXyoHhvGGi5um10YhoKWXaoVkwEthw23tvfFS/0CpQKgZotHxWUZThfWAXPWIuYyMbHihpfNFmn7vftGISJOsrPs5iMHHN5KO2D1+ygmPwLEAPNAbXr7ii3zhL9Sm1EHavXv30SfCFFhYeQQGxZQaHmWFmFFZZYz/7t0MZ5dghL9k5QHz9Qg3h2Fg4O4ZjhRecfLHMAaSUjkwpAojBEsbz4uXXB2vBsTGP8reIFQNOhHUr0avAmP0N2F6o5WN5rBKx6v+uvpNBNNYdW5IkJqWhR4HiYT1RnsnIQFNHiHx6ubtDJHZ/YcvS/UObSmqd3T6kKBDoZ8YDCA2pIR+EqB46GWQC5QhdB5qI3loARWCBJEsW3USb2ndeUF4xC3SWDbw4IHe8LprMHpYRIh3Qeclj9JAqn47WRpKoSgwEsDIwds3El0ShSEgAIY6GFSjn0JxSVIdSEhKRZ+IYkdD9vWPlJWhEvimYCNhvEXZggQeH7Bmffr0wSd///79JVERHooDS0pKioqKio2NVVbT/fv34RUdHZ2Tk5ORkYH/vby8aBZi+fLl+AmoPog47ezszMzMTpw4ERISIklLIjU1FY/Hx0tnSt+7d8/R0dHV1ZV+ki8ip5/IrL+/v6Wlpa2tLSInoS7gWSsrK7z9wIEDV65cyc7Wxzcj5sDAwIsXL+7fvx+Rs/TIgOT997//fe21165eLX2xZkxMTLVq1apWreru7i6JFEhOTr58+TISefz48aCgIElahNu3byP7iEdZtsgOvFApfL6QCwQuLCzrclVEGxwcfO7cOeQaRUTHIJXKgaWnp1tbWyPNeAo6lpWVJXnoAN4SEBCAt+CRs2fPRkZGSh5qQAmjbI8cOQKd8fT0hMpJHhwQIVQC2UdKJBEnhIqSJC0tDVHhvb6+vqrxMGRmZnp4eDg4OPj5+UHbjx079uqrr6IQKlas+DgcGJKEV9OhhWfOnIGCSR4lgWBINqBc1A5ACC9UNK3Rp8YYGhr6f//3f0jhlClTtI9qArCBDcoQEtZq8Mi1a9eUGouCsrGx2acFlFD17QSkH+/6/fffpd8CzxuCA9MJFxeXQYMGffvttzBh77zzzp9//oleihkFoKCgoG/fvgYGBrNnz5ZERYAF7NKlC7wYtwzz0aRJE0jwPyzdihUrfvjhhzfeeOP9999v3rw5zBkFUwJv3LBhQ6NGjT766CPYkdq1a6OfdnZ2lrwVwKthT1u2bPnpp5+isdWsWbNTp04HDx5krRpA1igxNMv/2Wef4X8Cn0EA5qZr166IBMFQCEjz1KlTYTUkby6qypUry6JiR/2iO6QwJFm/fj3+b926ta7dQiNHjkQAWamiiJQp0TUaQD8xceLEn3766e23337rrbd+/fVXGDhdnbESGBMYGhpSBb333nuoIHRmkOvhwJAXWLf69eujQhEGf6Ewe/fu1bXIBUYcKfz555/5FJZlSzLegsLp0aOHMg3AuHHj4GtkZCT9LgKSAeuMlH/++edIXq1atdq2bYseRRYJTHzTpk0Rw6lTpyQRB/RtVI+sS2DACGPevHmw7CguaCmqCRqIPk/ZX6LLRyTt2rWDQiYkJMydO7devXpQUdJP8sUr0OlSeAaUMBS7QYMGH3zwAbLwn//8548//ti9e7euLhkjksmTJ//yyy/QljfffBP/TJo0iU85xjcYrKC3Dg8vQTYQEhMTqfMWp/e+oMDn68KlRxu20BAkzDVpM9fsoJ3qjVwUnjZRMYcv+Z17rZThDx8r2tRVUIjv0q59NLMbzBmZHuJnaenQf6XbZWZNAY4cd8TPPoNW5uUV7Nlv26ilZmPT9Dl7qHnii33bLgsSMle30bQpM3eFhBbbNAtrDz4Acy07GOXmFVvazMzsRcuP/dWsRLE0a2e4fbdlIddHMDhe9UfC+MB/NJ42c97ex7lv7Pjpq4in18DlyBqqo3HLOfiJ7DBzdDs5fZ7x/j8NprOXasOvuOFWbPBR7Lwvcy3az5fdLn7telCfwavqcGFje4LGAAD/9ElEQVTqNJw6cvymwGC5HUOtUTlfsnKPjbszYtxGuv+JKCvme/j4lfR7902WHK3fVHO/CDmoitO1AKVVRp3u3Gtt0EqTR+bqNpo6afqOwCD5Oaunz12Hb4/+y/CuA4ft6akJ07araixw5rwmfPP2hvzUDwnbd1uIcnBw9OvZfzl+MjfHaD/j8ICmbTTr9JXO8Vrx3QbXXUL6DVldp2GxL4oFheMfUGLeCsAbm2gnPc+bu8TfujtqwmYqQOLMNL5tNL77D19GAS5YdKie9oIWch17mAYEagqEFL6ZdgMBOWjIRQs3ZZdH7YXeyBzKFiXmp0gbwcUtdMDwNZQq5oaN3UCvVgLh+w8rER7/I7yvX5QUoiRSUjIWLDrM5wuue79lqrpxwzVkQMnI0bjQEELDb0kh9KKw8MHeA7Y028gen2O0D/U7ddYu/EQ5SEE1E813SHtPnr0miThcdw2GF6wfzdjyCL+ZMGbSFlmJoZXBYshmh1FxRZu6rGFnlq46Sfw0OVQT2iyrRBQs8+IdFJKnN7Kzc1evP9u4ZPMxaD13/ebzjzA3LaAfj8CBmSw5gvADh69B7cMwttQqADnU/vFTV6GlqPMrTv69B61gXnUbTjVefFiVjlUCOmNu6YZGxB6Hg6pPn7tHdeIeqsW/i1yX3othGJEYKVARbienzTM+IOtr8C50AUqDA8m5iy5dei3mA2tSMmcPo59LBUzHwOFr+QbVe+AKX/8oPRwY7CdaNF7EHoEbOnq90gLrgrfvzX5DS9jwXgNW+PhFOrtoGj5syG1u4j48IqGetkDwjyTiQKt5WndewFPsy9do2IiufZbQ8pGjJzRDGqVjAQgeXuFIlSxMp56LTpy5VqA2/5iamgm1kQ3SYHOgZqrb6z28Ivor4u/YY9GJ01dViYeU1AxDk4N8tw6HFnHoqEOpRAUBRmnzdnO+S0JfsGLNKdhVXRwYlMrS2qN7X7l6T5qxMyq6rLecpqVnYfgqG2q27DAfY0vlCie80crWs4eiQU2cvkN5ryq0sYV2U5fj1YC7KRloLHzv1q6riQs3Kjt74Qbz4h1GI5lFo44NWy9A0q3PUliMrTsv0RDddJl0VwKEW3Ze4jsOOGpiLG2IqlufJXwA5s5euE5hCOnpWaoKg2FnWc5j2LLDHOExMsnOzrtwybVDd1MWCQoBnwYUCdR48Mh1rEXjn6mzd6veGIphyZBR61kk5FCGB486qK63S0xKnbtAPhLuO3iVq/u/6PqoZ4OUlJTPPvsMX/0XLlyQREV4KA7s+PHjFStWfO211ywsLCSRFrm5ue3atUMk33//fXp6+q5duyhOGT744IP794uvVIyOju7RowdNrzH873//c3BwkEIUYc6cOfCqXbt2fn7+0qVL33zzTfwcOnQo+c6dOxc/P/zww7y8vBMnTnz11VeaiLRAagcNGsSzIAxpaWmjR4+uWrWqFFSL999/39TUVDm1pekcz5375ZdfpHBaoDy7deumvO3swYMHPXv2RABDQ0NJpBvr169HyFq1aqkehBgXF9e7d+8qVapoXyjhp59+srUtvrUUdYqUoBjPnDkjibRAWXXv3h3hv/zyy9TUVBLeuXPnhx9+gPCPP/4oy7F1gYGBTZo0qaC9V57w6aefmpub6+HAMjIyxo8f/8Ybb1B4wrvvvmtkZKRrRsvOzq5OnTpSUC3wxvr167u5uUkhipCVlTV27Njq1atL4bT45JNPVq1aJWP1EPKjjz6C7/LlyyWRdhqQhJs2bUKZjBw5ElnQxqHBe++9pzpfnZycPGLEiGrVqknhXnkFGlijRo0///wThX/z5k1d8736AaW6fPnyb7/9JkWqBTL+119/KafBkXLy3b9/vyTisG/fPvhCT4giRVvWRiYHMsvmrknxkGWo6+bNm9955x387NChA/kCeOPUqVNlRY1cz5o1S5UqhmpVqlQJeogCkUQCzxWCA1MHTLykztoGQFwR8MUXX/DW/OLFiyQnjoTBxMQEQpiAqChpomTLli0UEl0aukD6n8e4ceN4moqAdvL1119TAKSB+BWC6h2Gt27dgk2UQpREw4YNGb916dIlSaoAs/jobPr3709CYjXQfdJPpIRR+ujmSagEi2rHjh28xNHRkX7KeiNCZGQk9SV79+4lCVIyYMAAekSZkgMHDlAwBkRL7AUAu0/WHEBHjr5fCqQbnp6e7BEGvHfRokW6ODBY/8aNG1NIGdBpKS+UwkBBVwqPHTsmBdIBY2NjhEQXq9QWoF69evDFmINPIcw0Sx66KBQgG9NAK/i1JzD9lDCYfknEAX0wVY2MevTw8KClTMDbb7+N+DH+o5+//vqrjFVFfUGOPgP90H//+18KVrduXcoO+QK3b5eYYUfP0axZM/KSAcNB1soY0DBZm+VLGN1bGVejoH3RI1BXSSTw4gDf6t37amYc8Dnao/8yfEbONtqHT036hjRdelRGKiB874GaWbO6jaZNmrFjxdpTpsuO9R8mzZ5Mmr5DNndGHFjrTgvWbjqHV9RvOgOBR03Y1KH7QnrEyPQQa4MTpm0fNWFzl96aiTN8jY8cvwkh4cwtpUVtxIF177eMYqMYFi8/jhgAfPyTZMjo9Tv2WOHV+KqnaZpmbQ1vJ0tTV67uoYhzxLiNdRtpYujaZwm9ZfrcPexrPyU1o89gDaGFbE6cvn35Gk02BwxfQ/EjnbKJnhuuITTf0WvAik3bL+7YY7l01QmirDp0N1VOl5cRxIF167Nk3ebzLL8Llx6lEktITO3YQzPX0KjF7DlG+7fvtlyy8kSX3popjz8NptvYSZ8T7p7hRfnVzAyieKX8ztnDT46fPudMU4dtOhsvWHR4/ebzUAaadmnYfJZjybvxGcu1deelVp0W4B+4v5rPSkzSfB0xX5Q/padNF2PU5rAxGygNqJTomBI7zJCjOUb7KJ5BI9chL4ePXzFZcoQmZZq0mXer5B4C4sCQlw1bL7CS4XVJBj0cWIsO8zdsuYCEoQb7DV2FkunUcxFFOHPeXtZ9TJ21C17dtI0F6Ud5UjH6+klrDM9dvPFnY80UDLR9waJD67ecn2e8H1UDCUrm8hVfCkZgHNjm7eZtu2gm0ykYTRAzDmz+woNUgEgSChDJo8w2b2cYHXMb5Yn/odtIzPCxG0kDEcCj5M5IlAniIWpz4PA1VLamy47S9JlB67nK+XFNXrTTSQ1bzB49cQvqEW8n9Wjcao6Pr3xZ5YVLrhS+VUcj1II27wdI/1GDNpflX7bJd9KpJJGGWYZm23ZZLFt1kubuEc95c2lNLsHL5ybpIR5BdaNxoT0SJQldJZXTA2R/2eqTrNxgo1A7KAdIUG6DR62D/PE5sMioJKpQJBV6u+/QZWRq0Ii1NJmOBsUbRsaBQed7ac0pGpG2EjdQMaIqg0OlhT5BwbFQM/jWa6LxQpMnxZsyaxfbIHsv4z4CwBc2bcykLTA+i1cch3pQrvHP49+EJ8DjkTkw6PCs+ftQL9AWVDdqjZohJOjmoN5oZdCB/sPWoIqZaYX+6LJsDAiAboIMbMsORuOnbkdLHDJqHXVzsMCyPbVXnQOJCUCjQAM5dOzKpm0XO/XQmD4kZv+hy1I4LdLSs/oNWQUv2CWYDrRBGC7qIqGrl6xKrDrHmAEW9Q9tSpBfdFir1p+ZabiX+uLm7ecHBskXVSjh4hZKJYPS6Dd0NSzYmIlbEAPKbfWGM9p45BxYWPgtZBxesGnI+9adFihzWGNIYMdkVlEVGBvQS+sZTB82ZiMMBSxDg6YzEeGaDWc1L33SHBj6BVQ0qomsa88ByzEEgmS+6UFYCXrExS2E+hEYvaUrTxw65oDCp2ESzIvycFQMDDpr2UfECfNiaHIQHRmduYfwqzeclQ3SkGuyeE3bzMUQguLvqu13EB79hRSuCOiLqVdC3qfO3r1y3WmoRF+teiA8aiqPW0ukCgw8kCSEh4MlRCEbmhxA3vFz8oydpIQyDgxKhUEdlRJyh5qFGsyev4/qCyMEdBNSUN1Iup3WTbsMC/HgdXgp1JJMMVKOboVvy3jjLjNr6tPR/2rfeBbDYwyHNG9sPdfTK0IKqgXjwDB2oj69fbeF6DdZ5Rq0msM21l+9HohaHjp6PRl8DMLxEw49Qna2tDKJODAYfLQg/AOHhrlm4zl4oYTnLNhPEkSCOkKDRZ9LTQytQBqJZeehISBapARy+MLm0IvQ/LUv0eB2cjoG/wiAxEyeuXPF2tOLlhcPd9FBY0AiBdUB4sBQkngQBgfqikE48k67G+H2H7584Ig9ujAUBeyGJklFnwCwVLKPdF+/KBr/YAiBgfehow5oy2yJ0pqN8plldNk0EoYyoBC27LiEZJAEWbYvOfQSeEzcuHED3/tvvvmmchfRQ3Fg+fn5/fr1Q+Cvv/6aX8t75MiRChUqVKtW7fp1DU1rbm5uYGDw119/Eb/1zTff4CfQpUsXxoKEhobSJMkbb7zRp08fQ0PDkSNH0jrm1157TZYY4sA++OCD6dOn4x+gYsWKU6ZMIV/iwN59991Zs2YRG/T777/jdXQQHID4KSTDnTt3fvrpJ3ghfKtWrcaNGzdixAiiYZCRtm3byvYtIUevv/46vL7//nu8ztjYGOFr1KiB8LVr1+YvXCds2LCBvGjXlC4UFBTQpRXKFAI3b96sVasWfFGwvXv3RhGNHj36iy++gAR5PHnyJAVDJMOHD4cQpXf3bvGA4dy5c0gwChNVLImKyBIAGVcSojJ4e3u/9957CIzSRnEhkW3atEGuq1SpMm3aNMiVHBi0gkgdPNK8efOxY8eiWv/8809IkJhmzZrJNhJhCLR161bSk7fffrtJkyaDBw9GMJJUr14dqisF1ZjQvPbt20OOTKFAUAtGRkYNGzak15mamkrhtNDPgU2YMIEmq6FUjRs3ZrqKrMn4JxQpFBhe//nPf5BrpBbPEguLp/RvHdMDZBx1QdOJ77///sCBAydPnty3b1/iolCwR49KKycID8WBIQvQf+SL4q9Zsyatv2/ZsiXioUeIA8OLVqxYgX8ARM72iaL0WK3hwTFjxowaNYqKGqhfvz7j0highz/++CPCb9y4URIJPFcIDkwFaD/QYNiLSZMmJSdrxnYYyly6dIn6Hmgwb7LRLCGEzWWsb3BwMC1J4E/4ZRwY+kXYl+3btycmJiIeNzc32Ajy2r17txRaC/gSAYbIra2taTiF9MBiUngZ/YPW1aBBA8iRchMTEz8/PwgjIiLQ50ECeY8ePSgkDJaDFmSkYLXpJ4BIKMy6des073jlFfSsjMZAnLQ+AjaIzHRKSgo9+NZbb0EOm0s/AUb7yzgwZIS6qK5du1IAHqtXr4YXDD0zQ9RTArNnz2Y2xd/fHxVBIfkOA+VDhY+U3LolLaaOjIwkBgWJ5Ps/JRA/7Z+DrV+1alVgYCCq1cvLC0lFGdLBzTIODNmB6aSUoMYphUgSapPKBP0irzAshb169WJb06Kiolq0aAEhHpEdRS3DI3Bg8+bNo5jRndMyEPw1MzMjlmjq1KkUDHgEDgzV9PHHH0OIgQiji3Jzc9GnUmDZfj7Gcv36668o0u7du6Oc2fhDlQNDTukwaAws0HBovRJKeO/evShzyKGT/KIkFCA6LchRDmzjV3R0dOvWrSGEzssINiXQWinxSB5fkgIvBFBlU7TbIBo0m3nhkiurwdzc/MUrjkOOD2x+GwcCEFGBT1Nf/xLysxdu0Ozbzr3WvCIQB0ZRLV9zip0ElZdXMGrCZsjxaiYk6LkPjDiwP7SzEtNm7w4MjmE7tzy8wmmiYZcZElCcgpDQ+PraMw9XrSuxkiBb931geHyeyQF4NWo529u3eGIF8nPmLvSWbbst+WzSBBC++fnZpcSk1ObarScmS47wSSo7iAOjN6KmAoJi2LwYIpw0fQfkXXoviY0r5pOyc/IMFx6EvEWH+fcyihdYQa7nPrDwiAQqjRlz97JXACmpmcPGaoiWVh2N+El/xnLVbzqjWdt5qBftsYRyX7i2XUycnAMZk+rmEUaTPvOMD/Bl4uMXSfKtOy3YWUAAEkaTXFBISaQFcWAomToNNbNm/gHRfLKV0MOBwUE5Fy0/llTEkkLxJk7TlC1yJ+PeaPl2+24LkUdJpMXNqEQq3qmzdvFeqWmZ0ArIW3YwSr5TrOeMA8MrmraZd+iog/YcIc5XOwcE17HHIlf3UFZWFy3cSB9QwngWGsKaSWR0UrO2Gn0bP3U7r4cBgTFEj23cepGntG9GJTXS0lQa/ZRkGkTcTKTJ8QHD1/CnFbEp5oEj1vJL5qOibxPdNWnGTn7vQlp61phJWyBv0X4+Hw/yMsvQDPIO3U1vRiZKUq3ZWbRcY3aQC94mDB+rYXeQGJ6yRYC2Wqp+xry9+hsXmjBlH8VyL0MaLOERB0c/qjK4x+TAENvUWbshb9nRiD8+FKW9cu1pyKHD/ClVyClNvNIjdg4+rL78/KOo8NHe+aELe0Q55Y23r6C3NJuJtsYKA3I7ex9q17C9fNW/ZFiz8Sx0iXcdexT938MUxjmCU7MnAsaB9Rm8MjbuDqyE5BJTErT/JHDn3RHQyhAeDs12/6HL7MC0+Ft3YSQhR79Wt9HU+QsPMVW5n507aORaeBm0msPrjypQ9aTnaBFsKwnef/V6IOnz1Nm7mJpBnWg/Ta+BK0rsJszJGzFOY69QdPfuFa+yp61XjVvNibhZPEOH2BZqM9W60wJ+M4e7ZxjyCKO6duM5frFI3K27XbW7Unr2X87oW1WgnRLH07z9/BuuxaNoFHUvLVOi9SrBgcFmDtTO2vcfujopqdjapKdnjZ6oGWlgRMF3iEpkZGRT8vBSnjBDbdK6H43Xk+bACNAWXfeBwej1HawZXXTvu5S3iqjBcVO2Qd6mizFviyAfO3kr5Kh0K1svpoDo+AxNNAMDVI1fQPHgDfHTDrNufZfI4ofB1MTf2ZhPP7ob2HnIYdUZTw/AWB086oBOHDp8/FQpx3ZdsnJHMPTdtBmXhFCnE6evUXnCyTgwv4BoWFE8snTlCX4nUGJSGu1lRP2mpek7Iws5nagdMjVsMUu7eVGSoyKMFx+GHM3Hy7uY1kK/2VD7Row9+P4OfRmxv516LuLbDuPA4Lr2WYpem5nca9eDqK9BiyAJQf99YMSBoaCQsGlzMNyNZRn39I7AeBteew/Y8uMltl4E4yhJpIWe+8DQQqk7hgbyioHEnzhzrV6T6WjI+w+XYMSVIA4MDgqwcdtF9pa7KRm9BmhqB4MWJHjyzJ1ssIrqYF8fIZwiIT00ZOrQfSHahSTVKF7BTG06m7Uz5Be+QI7uG3KUOb+yCgo/fa5mVRz6TRlZLvA4oKmVDz/8ULZsF2Ac2M6dO6N0gN9HlZiYSNwVu2cEks8++6xChQqyQ3r03AeWm5vbsmVLeH3zzTf8WTWZmZm0g+r//u//eGKJOLCKFStWrVq1Q4cObm5uPPdAHBjw6quvjh07Fukh+f3792n+qnr16gEBxWc/FBQUEJNXo0YNOzs7Saq1hzt27KhcuTLywl+hhHfR+vumTZvy742OjqYJonHjxkmiIgQFBSGSatWq+frqY3PvaU9NRAyrV6+WREXIz88nvufLL7/kZ6WysrIo8ShbNsmGoqaJxwkTJjBJrVq1kIbp06eThODh4UFzdEibv3+JVZIyoI4aNWqEkG+88cbBgwclqfYoqY4dO0IOyDiwwsLCYcOGQY4Ct7QsXoeBgt23bx/ei/SgKiWpFj4+PrRjDCXMHxbl5eVFZNWvv/7KplsdHBwgQQWdPn2aJAAiX7RoESWGP0hQPwcG4J9Tp06x3WNXr14lGqx79+4kARD56NGjIYSGM70CUL9QHmRn8+bNkughAbVHDIi5bdu2fKtMSUlprF3W//bbb/MHQiLlEOKNZeHACKhBooFV7wMjDgwRok1BsZF9Ni+NXE+aNAm+KFJ+YxzGxidOnCBejWkaA3yJi23Tpo0kEniuEByYHDDftN1qzJgxkqgIsIZkGfnuCj0fNSEyo2gYZBNlKs44sE8//VS2CxJmqHbt2vCCoZdEWhD3A9un3DVJxFvNmjX5na3onjUv4HZQMbDeER2SJNKCtu+o3gf2888/wwsdjPS7CNeuXdO845VXZHuqKCrV+8BkHBhApDqyxtNXBFp3wF/CRHur27VrJ/0uwvXr12Gb4HX8ePE0orm5OSQABiWSSAv0SRRYOdTgsXTpUnr88OHDkkgLVCv0gbxkHBhCkvzixYuSqAiwmPTSJUuWSCLtzjkSyg7zRQqJqkRxSSI1PAIHRit3MGzihQAqC3JoEYvqETgw9OIkdHGRf+1gHAY5KpRPKmO5MDBSbuJW5cCgafQK5RZs6AAVGopFEv3zj42NDYWXHXKYnJxMudPTJSOp06ZNo8dRmMojGQXKP0LD4mk+ff0W+RqunJw82mlhvLi4gYeG36Lwh49dkUQcaB4BH9L8pUTEgeEr+sARe1mz8vWLpNicuNPkgFI5MDh8cvNf/oDZAVvI8ZGvPNAGH97wGjpmA08M6OHAwiMSiI9BmiURB1Ptmtwmbeax5brIFx1Btmq9fMMuJJD3G7KqjAcEyUAcGNzGbSXYCyA4JE473zTN1b34xF1Camom1R07QxLI1suBzV94CF5tu5iwTDHExCbX1y4upgXIBMZytelsHKW48or5duq5SHnlw6QZmnmoPoNX8jNZpCeITbnieIZ2wfjA4Wv5O1eIA4Nbt/m8qoWXQQ8HBuVEQSmLlyaUbS6XmJTUxYHRBDfSz2afGeLi7xKNt2Jt8bcW48Bad1rA80AExoGhFcguBIIOd9AeNGTQao7TNflp70tXnYAXip2vR2g4hK06LuCPdiTM1a4lh37y9NKi5ccgRA3KyGnA2tYLxVW30VR+InixlrhCRpRTzLcSUkgTlqwsHgUhv381m4lIrpTcXAik37tP+zY2bpUsEhoXSYwXHyEJA00xd++3VFYXMsyYq9Gflh2M0tPlM6QOTv7U0h+TA8u6n0uXdW3aZi6JihAVnUSTknYOPpJIO79MhBbsFU9gE2iBf7e+S/nNW+wRJQcWf+su2Z+NW+UjK4AmUjW1yVGwLxmMTA9B06QfJZGQmIKmhIYZf0s9wKOBcWB6XNc+S/gzDMlENGg687KDfCZr83bNDHLdhlOh0nwnBbDFAX7cohMl8BQsJIJ17GGaoWiGazZq9jC16rSAKW1s3B06P1bZBm+4hkD+Z+Pp/PZQqJZq5Ogrie4KC5cW0sGQ0v7UXgNXKI15cGgcUbwwpJJIDUgVwsCxLeAMkVFJzbVtTcaBuXuGoTds3HKO8nzUuLg7MLZIpK29fEMqD4xD6jTUdAdWtnIiKipauo3v2XNgCYmp5GWt8PLyuQk5BlHhHDEZEBRDCqPkLZLv3KMTONdtKu7KE5NSaeWElY2nJCqCt28kxc8qFwgJi0fPiIKyVIRH1dMaKZg1pbFlwAiNOKQO3ReyRQkEdOXri7a88xwYYp6gJeS69F6cdV/ei0ElyGKrjksZtCnXlMzufTaSqAioIGrOK9dJfTTeSGuM0Jkq+02MeWjZx8EjxSetMQ6s35DVfI0DmuY5QtM8+w5ZxY9by8iBQZFkw11qj5qDE0vetoUCpCMEBwxfI4m00MOBRUYn0QBP2STR+ZLVQtcjG4fIQBwYFO/kGXmneeykE7xQp0tWHJcN6aNjbtOlvHzDhI2iHv/kGfkRXmjakKOZ83v+6KsEPbK7p3yjJ9JMUZVKygqUEVCJbt264au/QYMGkogD48D0YOXKlVJoLc6cOVOpUqVq1aq5ubkx2uP333/PKrl3Sg8H5uHhUUG7RenyZbnFS0hI+PDDD+G7bds2ScTN8s2bN0/2TQoQB4YkrVlTogUBXl5e8Hr11VcvXbokibRb0IjoUoZHYxw5ciQeeeedd9hETWZmJi3Z5xdVEyjvX375pfS7CKmpqYgBSeKpICUSExMRRjWYn58fUlilShWlV3Jy8scffwzfdevWSSLtbBXiQZE6OTkhFxMmTEDCfvjhBxnridJDAFNTUz3XjxF8fHzwCkSyYMECSVQEVDSqG14yDiw6OpqIrsWLF0uiIiBJRKtUr16dkUkQ0jlY/LliDFAAegXteQBoC0fVqlVl50+mpaUhGN7Ln4SknwOrXbu27I1IDPGvn3/+uSTShqei3r69+HMDQDGOGjUKgZs0aSKJHgZ4nKi1GjVqKK+sg+LRbjBe354eB4aMIO+SVAskiYgu5V1ISLmhoSG9S3nBzapVq+BVs2ZN6bfAc4XgwOSwsbGBggKwoZKIAx0dK+NjrK2tIYS6e3p6Et+Dxinb+cs4MMQviTiwTVfMkAG0PwydjfSbA4JReHbjJUDE+DfffMMTY4SAgAA0OYDf8Avo4cAQD8Jv3bpV+l0EGE1YBDwl6/IfigNDN0BsxJ49e0hCQGdMkdNuccK3336LlCh5C5YS3nxjuEBCpREcP3784MGD+cURShBd9P333yvHELCV6MXhK+PA6IBE9HbKRwDaxP3LL78wXwcHB0qhkqpEl4wUsu3bqngEDszAwABCVCi/HQ24du3akCFDoGAsqkfgwI4cOYLa+fHHH5XpIUIRbYFXSMZyqd5pp8qB0YKaX3/9VTXL5MsnAMMXIsZ27txJEgaMMFDCsg3UPNChal6vXeeiep6vQPmH2UE7fB/iA1j1RP6LFm479lhZWHuwNrJPGx5fm8q5LcCniNOytS+e7SVuA5/QSmoq6XYa0QxHTzpJIi1K5cBaIjbFDTdXrwfu2GOJz3gZmQFs1E4l9B60giei9HBgB484QA5fni9h8AuIpmzyM2VDR2vmHdp1NZHdWH47Od3DK9w/IFrV6JUK4sBadJjP04qE/Ycvw6tDd1P+DjMGWqk9fuo2Vhp6OLDMrByaQzddpn7ALK2e7jlgOatExnJt3Vn8NcjAfLeo+W7ZcQleKCtei667BKP6Tp9zVt61tn23JcL36L+Mr3TiwJq3n1/GQ970cGAyIeHO3XtUXGYHipd2AqocWFZWDpGORovUz4+dOluz3rl7X83FHiRhHNiGIrKHB+PANijIaWDMJM0y/yGj1imJVVIYJIaf6nJxD0XZnjxzTTa9DuzeZ4PwXfssYXWBoqDNizPm7lU2pbspGXgEsTFqUxNeOzs8z1h+2DKBKEztnK/0CqQEkjadjZVzi8Ds+ZpZ1OFjixlr2o4AG+LhFcG3IyQGjcvXP0qZL4aMzGya4YVuK9sgJHQk4+NzYLClsJbKqfDUtEy6sO3EmWI7wwgtNuXKY98hjZlFAH4jjh4OzNxCs0cHthTWRhJx0OxQ1FKwL/E8YKkcGLLvfEN+cNPj4JE5MHRDzAgwWNp4wuuvorNkecTGJZNxVlIOPGLj7lCwvfuL7/ZgiI65jTa794AtY+ipIUOX0jkdI2hpLU3PyN/8Z6m9RLNuo2mIhO+XkRdv35tohixmVAQZQ7QIkvCAyaIzzYaP3ain2RIN3LarSZoalUKz6jIObNkqDbfUZ9BK5bABdoxIF8OFxSvQlYAFQ5hOPRfBaEgiDrSS4NlzYCiBPdqaUpIQqFZaXQHDKIn++Ye2hMq2HRMw8j9x5ho0gT+cVhP/fm38d+Xxx8QmU/zunsWzhOiSIIEtUuXUoQx1NIskpsnOCeQBDSH+dfselSldFH7nXvKzEFHRtAVZdUQBRRqkZZj6D12tZ7HR2o3nEAa9Fb9NkICSwdgDJWNlK7UyDADI3m7aLl/WAOCNRDX15ZY3MQ7swqUSZ/kSaLlJxx6m/IilLBwYBhtKhbzs4Et9uvSbA4whntKMn7mi0MOBIR54NWtnmJCocqpwUEhsXe2ql2vX9dlP4sDadjFRJtXNMwxe6J4CFLe6pqRKHBW/2gyWBEYGnanSpKPpEfVo71i8jABaBAlKSTlIRv8+XrtXEkMISSTweGDbmAYOHCiJODwCB1ZQUDB48GDI//jjD3Nz88qVK1evXl15L5QeDoxYq48++ojfVkVA5HSqTadOnSRREQf2/vvvK1eWAxQbfGUkHJCcnEzbjPgpqYULF0Ly1ltvKXkXICAgoEKFChUrVmQL0NmOqI8//pifvgMiIyMdHByuXZM36nv37n322Wd4RP/CdFp2X7VqVQ8PD0lUBEokClA5V1NYWIjCgS8KShJphXSM1s8//2xra1ulSpXXX3+dn0R9WNCVGdWqVQsODpZEHE6fPg1fGQcGPaFHVO+hhxClCpiZmZEE9UUnkPXt25ckPFB3JiYmpqamrJpQ+AiM2hk9ejRKmIQA8u7s7IyK4Kem9XNgvJCB1AzKzNQyIyMDCa5UqRJ/ARuB5gBrPhLfg/jxIB5nd9rxQNc2aNAg+CKp0D0SPiUODDWoXA2/fft2eKFd8/vqGOLj41EmSInyzEO0Mjz42muviQnG8gDBgclBRq127drS75Kg/aQw3NLvIowYMQLyX375hXZu8rtiCYwDY/cu8kCPQr5s1h7Ng9gItFuS8MjLy6MdqWwZCFoyhVeuwtADPRyYHhARAusm/dbioTgwgKij5s2bS7+1mD17NoTffvttGadWKSX8egrYdLotDOUzbNgwR0dHZh9LBULCbOHZSZMmSaKSoDTzHFh+fj5MP4TTpk0jiQxbt26FL8DyDjP9f//3f5AghTDuV65cKXsKgUfgwFgavvrqK/yvXJjA8AgcmB5s3rwZgd98801VDkz1QEKlL0oYnRYkym3FBIyf6BF2hiRKmHo1lDCGoej1lYNIVWCkSwowbty4MmqgQDnEfO2heZ16LtIzccCDPuN7DliuGh5fv7SedN2m4uPX9XBg2dm5tAh0d8lluY/GgfHAx39c/B1P7/DLV3wvXHKdNltzTFnZOTA6MqhHv2XKBACZmdm0kn31+uLdlteuBxExVqfh1IHD12zbZeHuGa5njq+M0MOB0YJrfPnjXTv2WMoccXJ9NXutpCzo4cAio5Lqa8nIcxdVJmKAI9oaweNs+uZxOLBTZ53h1aL9fOWeMwKqSVt9EfaOfqg+OgDnGXNgOTl5Bq01sy2btpXYW6PKgWmWM2tVAlmTRCVB86cNW8xiM0SPw4FNm6PRZ9nmLYLjtQB4/dV8pmx9PQPKNv7WXVa21KJ5Diwu/i7tW9qjNpmuRGzcHQp/7FQJJpuBCvmv5rPYzgB2ftrWnSqqS0ekdu+3lCUJqSXDgsbVd8iqzdvNXdxCVdumEkgeXaWjq2rolLPH5MBkQE5Dw+JdPULNLd1R9ZSAsnNgVlpGpGmbefzRXno4sFXrNJtNO3RfqJzfBNDK6EGYNUn00uE5cmAPex+YKgdGG26g5EitJCqCdpuOhh05rzaxzuAXEE27Z/jDe8uO28npfgFRN1xDLlq4oeHTdhn+2r979+6z+3jQco0XH7ay9VKyMkBgcGxd7Q1kwSHq4+dlqzUkkC6qCcCIks5P4wkGHnQwo4wDQ2AI0U1wxsSK/U9UN7pmXcNVyPsM0vBkQ0atUx3TWmhZwGfPgcmALPsHRLu4aWpq36HLZBhhDyXvf/4hbqZnf4xe9I2RdCH5zj3/QCn+/UXx88dR0r2DvQauUK5WAaBItGHukO4tWaFht0hXnV1UmiTsFYw/fHkO7GZUIo2v+DMqeRBd1KaLMX84oQx0wh5KXv/okRAVfZve6OZRYpcAw6btGlZJU7mpUuXq58CIO9RYaW7lRxk5MP4RJdBG0M2hl7S97I1XUzbRvvhs6uHAJmoPEuzSe7HqeBW5a9NZQ1PJRuky6OHAYuOS4fWnwXTlTlZYFbq1S0/kMDIBQTGu7qFQSHwaECnLk7iU/g7dTfn2zv4fMExzPipKQ3yoPhFkZWXR0UfsAi0ejAMry31gDHfu3KlZs2bFihVfe+01/F2xYoXkwUEXB/bgwQM65e/zzz835mCiBf759ddf4fvdd99JD3Ac2P2i49p46OHAUlJS6Owrto8HStWlSxd6Oz97w8COv+KPdjx79ixNSyKzv/3224IFC5ycnPTMbiElSD/Cr1q1ShKpAdEizBtvvCGbd0IR0Z6ETz/9lApHBlrRLtt/lpaW9tVXX1WoUIE2RSGY5PHwQCn17dsXr3j77bdl68sJVlZW8OU5MDxChzR+9NFHqgWLMqGDH9nxjNAimpUq4w1SSAndqwLUqFGjV69ee/bskR0AxoDXPSwHxg7xYpvnEAlKAImUnZ4FTJw4EYF///136ffDABnHs6gjfrMjD5rYRONi/N/T48B4NhFAPdLBYMg4uz+IR35+Pm2ZGDVqlCQqwrlz5ygZqttsBJ4xBAcmB23y1Q9YFil0EWAOiLIGunXrJkk56OfA0BjId9GiRSSJi4sjiX4wI3Xr1i2SqLIXuqCfA0Mf4+zsvGTJEpjRevXqIYPUUxIekwM7deoUJJUqVWKrEmBKyBip7hGmlPTu3bt+/fqylMjCu7q60roJQtWqVdElrFu3jnEkuoCUEMejq0tWcmDsiEXlhjmCubk5BeCPPHZzc2PaAiCFzZs3X7t2bVlsIvpsPPJQHBj62vHjx1MyCLVq1YKeOzgUn3dBeGQODCk/cuTIhAkTWrdujWENckeDIeAxOTD8oydJgLW1NaXK07N4QTH+p6OfCejDmjVrtnr1atWXMtCICg+ys5UFXkTQmUWDR64rI1tD4fFXV3ia1p9nUrwj5FlyYOn37m/fbTloxFqaYZG5snNgI7UXogwZpbNYaGfJbKMSqy5uuIbQpe7MNW41Z/Hy48qzzsoOPRwY3dqi3/UasJxNhOnhwHz9o+jid13TxPaOfnW0EbIJpqfBgd3LyN6513rwqHV11aqvPHNgAUExNGvseLXEqZ4MV50DSSfZ2vxnzIFlZmajlQ0ZvZ6mp2WO58CCQuKIELVWHAimiuCi8Lpunr/uEkx5TyxafU+TVvpdl96LefXw9I7oN3R1nYbFARq2mGW8+IjyGEkZQsLildPEPJ4gB+bhFT5/4UFd24OeHgdGt5707L+cVaIMXXpprlYaNWEzP9p5mSA4MJvL3gjzp8H0uHh99/jyePDgb1t7bygPbdtSOp4DA+6mZKCciRggV7fRtKFjNljbefF0iKP2GEPYBLQjSVQSu8ysEQDKrEqhAejsOvfU7AQaN0V9TkfJgaFIMWCAUL/rO1jnocSIoUtvzWVgcxeozAoBz5EDQ02hC545b28z7Q5dpWPGDbno3k9zzduIcQ9xkzzid3Dym2VoRjuAlY5xYBhO9BqoGeSMnbSFJDLAZLXTXtPIn5wsA1oiAvzReHpomHQDDQ9VDszNQ7uXyGA6fyojDxpnYmCmbEEE9JW9izhOSaQX7p7hCIwGxV9VxQPjKARArTHL84w5sLT0rK07LQYMX8M3SebKyIGhOdAWuqFj1D8bMzKyqWXxpxkr8WQ5MPRTUBK0RCocpWMcGL4RMGKU+SodylD1k0HgYZGenv7VV1/h85+/t4Lh0TgwgA6mA7788ktVakoXB5aXl9dYe7CTfnz00UfSA0+UA8vPz6cr2HWxF4jkhx9+QIARI0ZIIq16W1pa0t0lDG+99dbw4cNl5/IREAld6m9qaiqJ1EDUBeJhN3sRkEi6L00/3nvvPemBIpw8eZK8Pv30U9U9c2VEQUEBTQl+++23kqgklBwYHiFqE6VHEhlycnKI3ezfvz9J6NCvihUr6j8gise9e/dmzJhBe/sIFSpU+Pnnn7du3Sqb2noiHFhh0Za7hg0b8vFDt2mec/78+ZLoYRAYGIhnkXH+shseRI5W0R7ARpJnxoE9ePCgd+/e8Priiy8kUUmgomkytnPnzpKoCHRfT+XKlfXsRhB4ZhAcmByk2TVq1DDQDeUtWbBctIoEGDJkiCTloJ8DQ4dHvujGSIJWShL0KNJb1XDkiHSZBAvPH/ZaKvRwYO7u7nSaLfDaa68hd8j1YC1I+JgcGEwPPcIuuqRxBkyD7BhJDw8PWtABUEratWvHp0TJmcE646UYQzAmBqhevfqmTZukEGoICQkhNoVtQ5ZByYGxR5Q7/wiMoZGd6YyuVzWFpa71eAQOjIB+YsyYMbT3nKFBgwaxsbFSiEfiwNDnLViwAJ2ENj7NjbJQS/TfqJ0///wTksfkwGhvOCTKoyMJUBtKFYpaEmmB3h3DSiSGL2H03GvXrtU1ZfbNN98gzPjx46XfAi8mJE5r7AbVNqIEhcdXdznkwPwDo2mGqH7TGVNm7TI7aGdt5+XhFR4cGkeHwzwsB9ZP97k6qhwYwdc/atsui8Ej1zEe7q9msxxLXnhWdujhwMZM2gKv3gNXnDd3vXCJcxbSPxct3Byc/NhxdmXhwPhDLHk8Aw4sOCSO5o/qNZkxacaOvQdsrWw11RcUEmu6THM91QvBgek6r+z5cmCh4bdaddQs5UYiJ07bvme/jZWtJ8o2MDiWDhBT5cBQ6STRD8aBKW/uISg5sKnam/C79Vly3tylWG+hsdz/l6/4Ko0MErxzjxXsFWPy6jedyU6vUgXjwK5dVzmIA3giHBha2dKVJyhV0I3lq09CyZFxT+8INC46pO5pc2Bdey9RqjFBcGDI/r+EA4u/VSYODKpCR4zC9Rm8cu2mc2iMru6hPr6R0FvqGWUcGOHO3XsnzlybMXePQStNqcKhdRsvPsJs0RPkwEZPVL+PVpUD69Jbo+QYonBmxI3ZE/SGcE7O6kYA0Mag4cBmzlMfPz8vDgwdDQwm0f+9BqxYs/HsuYs3XNxDvX1vunmE0bYYJQeGxk6SUgHLjw6F4u85YPmaDWfRx7m4hSB+d88wOkb1aXBgdRtNU6WXnjYHBg2RRHpRzjkwdN9EXWO8NG3Onj37bGABIET50N7uF5cDQ7INTQ7SmKFrn6Wr1p3BOA0a6OVz08cvkk7RZBwY0k8bH/sMWokGXrK9S//DKa9gFHg03Lt3jz7/2XwUj0fjwHJzcxlJU6VKlTNn5NcqA7o4sPz8/KZNm0L++++/m3HYp4X0w8yMpweeBgfG7zPjocqBEfDRff36dUNDw7p169JsElC9enXlbe4ZGRm0V0Y2lygDTQrVUFwKxSion3/+WSoONchuvkDWiLABKlWqpNy6VHY8DgemizvRxYGhJJUFqB/p6elQlQEDBnzwwQeIgdC4cWOeznkiHBgQFBT07rvvVqhQAfFDz11dXVHytMnv888/V97mVRYQB4Y4oQCSqCTKAwfGk9A89HBgR44coWTIJroFngsEByYH3Un4448/Sr/Lhnnz5lF7gGbjnwsX5FM8+jkwtuuLbZdmO8OOHVO/y0QGFl4/zSODLg4sJiaGvL766isYGpgJyUMLohwekwMD6O6lOnXq0BQGnSeJToV8CbGxsRRz7dq1YVtVU6LkwBhg4lEXw4YNq1q1KkICejoStg+M7caTQcmBodiJodmwQf0LBGMmilP10FgAVhspHD58eLVq1RAM0H9j2SNzYAwhISFr1qyhjhb45ZdfWFSPwIEZGRlBgkIYP3687IDjJ3IW4p07dyhJqmNT4NKlS5Qq/i49HijhixcvQrtYCetqU5Cj5w4IeMSZfYFyAjoLEV+PZdwHRl/XbboYqx5Ehq9fmm7mJ+6fDQeWm5uPb3549ey/XDkZSrNOZefA6CzE1p0XyN5CyCw6C3Gt7lkeIC09a/+hy/SKdl1NVKMqFXo4sIVLj8JrsNqlUKrQw4GxsxB3mpVgxxnoLMTGLZ/WWYgoHDqrCn/j4uQzp2s3noXXC3EW4tadFpKoJKBj8EWZsBmoZ8aBIQxtT+zSezHSSUIGulqf58DYWYgoYZLoBzsLUVZQDFTI0L30opuHVq7T3FjTd/Aq1avsygLkDqaArgaBbdF1qBoQHXubkndC7eoU4IlwYNeuB/7ReFqdhlN37rGSMSLJd9KpKp/2WYjN2hmqXp6EVkYPGpk+xKqvFwuCA2NnIarurVFiu/aSxb+az7K08WTrJAg3IxP/aqZpMqocGAP6HadrAXToLl7Nrgt6kmchcmf58lA9C7H/0NUQjp289dF4XjxFZyEOHKG+9ut5cWBmB+3qNNQYnAuXXGXfMjFxyXTOqvIsxN6DVqp++Cix79BlTfxNZ54zd5Edb8gsIePAgCd4FuJVtXUJqhzYEzwLsUe/ZWUZ7pbnsxDv3btPvBR0VXmD4KLlmjVDZeTAgPJ2FuLJs85Qj3pNph896SRLEutMGQcG0N23GA69rCs8yhWysrJoA9OCBQskEYdH48BoAv0///nPkCFD8M8nn3yinPXWxYGh0jt37gz5n3/+KYlKw5M9C7Fr166QvPfeezzVwaB6FqISt2/fXr58+TvvvIOQCC8jEtLS0uhaEF2nKBEuXLiAMG+++absQD8ksk+fPvD63//+J4nKAJqNfPvtt0eNGoV/PvjgA34V+EMBPVGvXr0QCTJYoHYgnupZiAMGDIDwrbfeQhmSkAdqR/UsxAoVKuhaZ18qkM6rV68S94Z4+GOu8LonwoEVFhaS+vHAuxo0aBARofMGTf2AWlI8us6r1HMWopnaNoYnyIEB48aNo7fLprUJ+brPQiQuAMl4nD2IAk8KggOTY+PGjVDQ6tWrqxo1NHu0N9bkCC4uLkSE2NjYmJqa4h9YEPRtkrcW+jkwWCjy5Rlvulps4cKF0u+SiImJQTL42NAaEX7MmDHSbw4wgrR4RDa/T72v8i4rWEnIYeYSE1XO5CHKQcaBUVSqt5Hp4sB8fHwoqtDQ0OzsbPQK+F+2amPNmjUQIiWqnDk9znNgSUlJKBZZ4QMQUjffunVrXWNKpIEu9xo+fLgkKgklB4aCRdogHDZsGElkQCnBt3LlymzkQSlUHsyIDp7Wa7Rs2VJXCgGKEGWl+imo5MBg4vE6gCeiCDQqAtgVpjk5OUQ4qQ4ElRwY4iRiCYZemeYnwoEhm4gBkoEDB6oWy+rVq+GLEmZdMp5FfpUHS2KsQ0Oupk2bqpaewMuBA0fs8fVYv+kM1duDVq493aG76cx5e5kOHDzqoPmabTxd+SEN+PhF0qwBv53okTkwfE4rL7TQxYHdjEzENza8XN1VTjzTz4HtO1Ri4ylAb0Fe8IkuiTj4BURTNq2KDouLiU3euddql5m1ko66ZOVB0z2RUY+ywksPB0ZkjEHruaqbP1AOO/ZYHTtVPInAOLA9++VzGVn3c2lmYZ7xAVV7OnH6Dvj2HLCcVeKT5cA0HJJWE1TvXS//HBgep1OkZhmaqfZIU2drdj5177uUTX8/Mw5Mw1Fp1/I7OPmThIeSA0N5tuygoUy0eZFnJiHx/9l7D+gskvTe25u8Xntt7/X62Ofaa5/P9u7a1/f6HIed2Qkw5DTAwJAzAwwwwwBDziAyIuecc85JZBA5SUggJKEIksgSQSBAIPb7dT+tUqm73xcBgmGg/qcO6K2u7q6u8IT6V8ikIqrVGXw4v6YUxUKufPVOtz7z5BWquuk4dApaiO94ZURk4sy52+mD0v0vX8maNW8HnUsvcMH+g2ffK2n1RO9h+wq3b9+TweUBQ5Z6s0dMHfuUI50Du3HzjhT+jDnbnSgNvhzY6AkWC1Wv6UhvPy12Dmz8FPfo0rYdCJlO75fs4rsGKCnlijSAlWvcZP9bA8OB0c1luSE9xYnSkJB4uUa9oQR5Ps2+YXOL7/m22yxvp/ByYIh99DgK5WyM+7SMGzfuyLh/6BhnAyIqQlaozF+8W2J05OY+QYBwtU37Kb4kikBm51DCWX6n7m3aepyrLg5s7ERLTQSi1pA55H/thsO+MkqAiOAJ1esM9jWHnJcW5sBSUq/JSiydJVJ4AQ5sW9gpJ8oGuf3C3urt62+nuahK4MuBjRxnzTCoUK2fXjgKfQcuRnp36+2sdeP5LezF/W07TPU+35cDEy4HWUTVO1EaTkcmItsxkGjSTpQHqktOmbnFidKAApIJMToHxreIVvK1KLC7ZDFT0y/HBeG3xk3aQBpq0MsbgZChyzB3O/VwRtjRAiJvJ8/wySRvlHpp0nKs6v5k8oU5MFqmE6UhEAcmjCAWr28hB+HAMKq9bRtty6Wyn/ZF1TpRGtCt75XojJ71beEKxcWB0SA7drOsTSrU63sqZapzYPMW7SKGkqfKnCgN4YfO2ebEfm/zNngBPHz48OOPP/6jACM5L8CBxcbG/uIXv/jxj388b9687OxsIdgaNGjgGofJzMwUvsF76JGMwv3yl7/0HSrZtGlTSEjIuHHjnN/FyoGBQYMGEfPnf/7nvtsYnjt37gc/+MGPfvSjNWvWSExcXBz5GT58uJcSEO7hT/7kT44dK8SI37x580//9E9/+MMfbtgQbNold3E7KRWTpDB58mQu/eVf/qXvQOW2bdvIkk75JCcnU55ke+rUqQ8ePHj//fe5vUaNGt7BsSJCSvXP/uzPfEuJDMiH6zkfNWoUkT/72c98p8XLvkdAMV7Ul5zt0qJFC4nRcePGjX/5l3/553/+57Awaw4ZH0J746u9DZUW/t///d88p1y5ck5UMXFgvPTLL78kz23btt26dSstmcYzd+5c/XSSFwAVJFspNmzY0InSgBRt1qwZV//+7/8+N38DxpycHBmQdI1OC3w5sEePHsmxKb4bNgbhwOgsXPrJT34SEeGzz3N6ejoFQh/x8rsDBw7kxr/5m79xfht8pzAcmBuyABN413IBUTN/+7d/6/y25cVvf/tbIkV30qNkU8R69epJAoHiwPbv95lH9s0333CJPqOLcjluEbHl/NaA9BGuQl9+VLduXWL+8R//0bVYCiQmJnIJrFpVaOG/rP72av1WrVoR7/vqjIwMIUJcUubf/u3fiPTdBzIQBwb+67/+i/g+ffqsW7eOP/76r//alXk5no1kXh9PLdvSOTCZl+FLI6FCuPSf//mf3ksKsvwcqepVitgxQuzrHBiQIy655CVNEdPSGEqXLq1ukakr5cuX92ZDVsJhLQXJoSykBV4W7fr16zKjQefAMFZoV0QeOuSe/Z2UlCSX9AX1MgmlefPmzm8NGBMuDuzixYvyBN+VVd26dePSS3JgQDa9/Kd/+iel6hQoYWlCJUuWVK5F06ZNiaHMvc7G119/zaX/9//+n/eSwVuDxOQrsgmed7T3wYNHsqeNPhSemHRZqKbps31Gh0OGWkNI5av208f4XoADkwnXH5XtrgbNFQJxYBFnkoSX8m6Vc+PGHVki5uLAQEl7HYk+1CJISrkik7unzvQZcBlsL8Aq92lflb3IKIf8u5DofvvpyES5RFE7UfYg45btJ31HHFwIwoGlXLwmi7e8HB5o12k6l1p+XejkNiFdBo/wEUEyPstHeWm/i5euO8v7NLameDmw6HOp0q5iYt0zDW9m3pURsTeZAwNDR64kvmyVvl5eJy39poyTjp1YsLT6tXFg52MvfWC3kyjPCBRZrWszQDoHBkaOW0NkmSp9vJuV7dkf9V5Ja8GT3p5D7YUdvukzLmdKSxg1roDsSc+4KUO302f7LJvr2sva2a9xyzHydXHxzmaGZ6Ld433n4y5JF6D9OFF+6GRvvYgI8g7PrVp7SLqnzoHl5j6W8dbuHhaQ3iH7wbo4sC49rRpp9uU477IVGqrI2JfkwACtjnjvXm2XL2fKDlHDRq7yWkQykEoC3yHCtwOGA0PON21l0QCfNxjuGjEHcxfu5BI9VHgROnu12tbQc89+7u18ec74KRtl3obiwGjVsu4EKScxCqh116W8vKfSR2o3GnHPI1cjziSKOAq0daog/LAlxwjenU7RR9VqWx3BxYFFRaegRN4r2Xn/QTfZn/vYId669/HfvF2wP/zs70pYa9p273PvCcxLpbpdHJha9jRzrnt1Zlr6DRnfLwoHdvPmnYqfWattXNqcpiLqT3EzCk/y8lCvUlM6B3bu/EXKgQ9ZvjrcicrHrdvORoWDhjsTKB8+ypWS+bbbLIlRwPJHPsvzdf4j7kI6Ncjz0Z5OVD5oPAhS0lNBvjyiAAHbsPloklE+rtlUvHTOgh0ik3XDjEbV3t6602IoPSYKZoPMZwq02Fdg59wqmcXL9zpR+SC3YiUiSSSGN3a0p/7QU9QKZoXYuDR544o1BYX8AhwYNSJS3deiDsSBOTtDlu4W69mnEXEh+4i6OLAl9vQ12qreegXJqVdFwy5b6R5yoUJlCkulzwYEWWAHiosDQ9Q0b22Ri62/ce/TQ40sXLpH1pjqHJjkn4aKbeZE5YP8y+K/1t8UdWtQg2dCxo6qVKni/NbwvBxYTk7OJ/ZpXpUrV5ZxoaNHj/7sZz/7yU9+4jrc6M6dO3IOmXdBVWJi4p/8yZ/88Ic/9B4DkZubW7ZsWe7iLU5UcXNg8fHx5PYHhZcNCZBmMlSl83NHjhwhhgzzpRKjcOrUKS799Kc/PXy4ECMeEREhtxw/HswG4BV/bMM7dnrx4kVKlSLyMg0UO1XJ8z/44AOJeZi/NWWpUqWkUiIjI//0T//0xz/+sXfZUFRU1IIFC3yZLR3knAdSSl7S5erVqzL65+LAUlNT+RZu8Z6CRsF26NCBW/7iL/5CDQUTKesI/+qv/sq7ZG3p0qVcomyl2PmuatWqEUPzkAQKT548qVmzJpf4fCeqmDiwrKysH/3oR3/5l3/pHeD1Ba139erVdCXvKKsObP62bdvyLp7sXQJB+cj6QrVgDlDF0pu8tNmtW7c+/PBDLlH4OgdGZoQabN26tROlIQgHRv3KshPv5mfkXLobN7oO/eKSLAQsUaKEE2XwncJwYD4oXbo0bfTf//3fXcuJbt++LYQ8UsaJyt/QD5GhVrYi8YUY0AknxYH96le/SkpKcmJtkF5WurjE1oEDB+QW7nWi8iHTHwD3OlH5kw6At08KK0Dnd3VIUQlerkvYC2SuS18mJyfLLsDAJfQrVqxIpC9ZFYQDk0u//vWvRTp7F7H16NGDeHLiWjdKTuQ4TaBzYCNGjCDmr//6r71CE6HDpeCrrKZPn24/8o94jhNlg7dXqlRJLrk4MHUelXdLxkmTJskl/ZA2USFYDxkZ7pFlMZvKlSsXJIeYGvJM6siJshEbG6sKROfA0GeyUk1XFQJMCnmUTo+J3UAB6uoWXcXXSWKgODBRfsT06dNHYgSo7fHjx0v6l+fAwsPDpUOFhIS4SgbTR96CveJE/eEPvJoYX4tBDEeMAHLoROUDlfbxxx9jEvXr1y9I+Ru8+aD6evZfgIuIP49XqWozJ+fh4BEW00NwTf+UCdofl+sRfjhGVT6u5qJle8U7dc3+fgEOLDKf0Fqz/pCrgQXiwDIuZ8rI2ojRq/VbTkcm1qhnjQgQvBxYm/ZTiK/dcPgtj3svU8L5zP0Hz6oH8plLVuyXpSfkWb3n3r0HMvP9m84z9PFNbpR9n8pU6aMGvC4kXv7Q/uoK1YLt4SYIwoGB0LEWV1G6cu+TpwttELR95ykpwGWFtz38uuM0Ij9vMEzt3qNgzWe35/636zRd31GNgm3UwhquqlwjRI8vXg7sytUsYYkGD1+uT9eNjEomt8QT3nAO7OKl67LM7quOU/W1C5evZDVtNZb4Sp8VbJoEXhsHdu36LamLAUOW0IAlEkSdTZHRT4KLA0tJvSq3tGg74ao2ZBZz/qJMWq/ftNA4flq6swalzTdTdBrsytVbMp5F93cRMDIgyF2Hjp7XO+ye/VHSkdVqRRpJ5ZrW6POX7Sbdu18wFMhdsoitVMVewYfnkGBCabfvMkMNJiIK6FxyiptcknhBV7uES5bvSXlK9ki/a09kjXpDZVDYxYHJVPpPKvSM03aie/Agd+rMrULuEl6eA+tuD0fS9rzrGGSJw4dlum3ZflL1oCd5eRs2HxOacOyk9Xo5v2XoP3jJDvuIO2/YsTtCGvMr4sAaNB91Ke0GctIJVzIv239cvmL9e1Nr9q+UAwNoZOk73frMUzwBdb4vPFpKoHPP2UoCiO6rUjNE75hIeBSftHCCvhei6Jpyn/Y9H1fIVkTDyl6j6zcVTF0nUjT7kNAV+kSW2Pg0GfGv13QkStOJ9QPiS873Qk3o5D1PUBrBxYHRQ2UFCYpVzzndYfGyvShE7BPfdcYKt+/cF3atfLX++kvPx6UpK8LFgaGX+RbiEeaKpEcloePIuZgKReHAkOTYIcQ3ajHGRXjIImzEhd7rqd/BI1aIxUXQOTBa19ffWooe8bVn3xklDXhsn5BFxNPMos8VfF1Heys5Ck1ve5T/kNCV6vm6EUg5d+5hiUc01PGT8Uqo5OY+nj5nm5Sz76omHVvDTpLsdyU6YU8q1UMhYD0qgemanBRz/pKsZ+UWvfEkJF2WJlGz/jAvWaWD50th8hzEgioZtD8ChHi6T0RkwYZU1LvodMpNr5TE5Cu1GlpvRB3oRtELcGAUmuzhWbdJqDfzgTiw9Iybsh33mAnr8/IrAPF+/NQF4bYJLg7sVGQikdQOLdOJygcyoZe9yTnq+OCRAqueip63aBe3IBAw453YACjGvRD7DrRaKa0Lo9SJsm3s0RPWSYci6BwY+Zfpd6Uq9caccGLtAkFm2nxwZ98aMXgxyAKdv//7v/dySIoDmzVrlmyr44ucHKuRUEEyyPO//tf/UhvB5eXlyaja3/7t3168WLC+Pzc3V8Ybf/vb37qmNT9+/FgG7n7xi1/s3FnQkHjUwoULf/zjH//whz+cO3euE1vcHBhvF+rlz/7sz9RiL0B8aGjoj370I96ujwGq3RErV66sZ4D0MvOYr3CN+chKGm+8C9nZ2b/+9a9JOWWKm/F9Yq9A4tKf//mfb91a4JRRBStWrJAikuFTYmTUlJSxsbEq2YABA4j8q7/6K33LvnPnzslyIvLmOuDDhYcPH3700Uek/PnPf755c4FLxV1yHD5wcWDk+auvvpL4ZcuWObF2/Pjx4ynYH/zgB659mGJiYmSXrA8++EAfwj1+/LiQVf/5n/+pJojL8NdPfvIT1+q6+Ph42QapZ8+eTlQxcWAUgixz/OUvf1mnTp3mNtq3bz9w4ED6y5kzKOsCB42/pcr4zI4dOzqxAZCcnEzVkPiTTz7RGwk96H/+53+I56remyhD2UH0pz/9qaKraYHr1q2TJgRcHBj5kZO9KBzX8DgIwoHReKRHU9Q6S008DZu2xwd6t1gjM0K5UT5OlMF3CsOB+QCJI6QU3WbBggX8RGiiBv7jP/5D+oOatrB//34ZnXctGpPjwdArV/MPA1Qc2P/3//1/SIp+/fohsrmLP4Si4LHetbEiLHhF69atDx48iJY9duxYjx496GDEe0/ba9y4sfWOP/qjqlWrLl++fN++fYsWLRIVC7znfslqa/Dpp5+G2BAtvmfPHokvW7Ys38h7jxw5wu0Uy7/+67/Kln0uDky2pANVqlTRHwWCcGBofeHSBd5VpYphKlOmjMoJQhyVgNEgOdHJp0uXLon4/rd/+zeqDPmIpEYDyco2QIE4Sf2AIpG1cYDC5wnbtm3DNkK7k0/fdWBAdhammurVq7d69WqKfe3atbI+DFBNenrk7N/93d8Rz4tITA7R8egJqWug0zleILJl5RPKskmTJpQz+pIy5yeZFIZS58CArGone4hd2titW7coJZrHP/zDPxBPNpDLTtI//GHLli1S4HwszZjno6hkcVj58uXlkn4emLBKtF5ULw/n0sqVK9FYvI5/Sf/yHBiQvXd5Jip21apVlDBajc+X/NDa9e/NyMj41a9+RfxvfvMbMpOamkoJR0VFtW3bVtK7tt4WyK6bAt+NNw2+R8jMuiuDOITajUb07LegY7eZMrpHGDpypc5JgKxb2U3sMX1Cwy9G9x+8pEff+TJyROBvfZwdvAAHhusu04QJuOV49SvyZzQH4sCAjO8Qvmg7YdzkDaPGr/2izYTflbCOHZo2y9qSyMuB7Tvg7KWGk8wn8F0qk7du32vW2ppWT2jQfFS/wUt69psv7jqhW+95rrn/W7aflEdRdKPHr5s5d/u0WVubthpLBnj4mvWHVbfbtSdSHkI4GPiIfkFwDuzWrXsy455XfN1x2pgJ68ZMXN+m/RR+EvlVx6muUgo/dE64MRJUrTWoScux+mjs5m0n5OonFXq17zIjZOjSVl9PklGwUhV7HT7quEOC4uXAgIxiEJq1Hj920obRE9bxaeSzXpORs+aFEf+Gc2Bg245TMn7Ht3/T2SrAL9tNcoq0Yi8K30ln47VxYEA2RyLQIMdOXE/ZUrOUbZ1GI+YusBaIuDgwsGX7CfkWemjbDlP7DlzU4qsJ8i2lKvXWh1AFO3ZHyPh7ifJ8+3S+vfU3kyU9pbHvgPsESrJH++Qq2SAlXWbcpPVffztN2htVr7cNixizM1OhWv/QsWvszrWtRVt6d2fCwqV7XGaGC0ik3gMW0hN5QqmKvclepx6zZdZ/u07TZajdxYHFxqUJUU2gRyMcpHdX/GwAsuj9kl1cHFha+g2KhQQlyvfoO2jx1JlbEYw0TlJOn72NBsall+fATkU4a2j46k8/H9iw+ShFdWTfeyBLPwl1G4+gvvhkxRZwSS/Ptw+ICMpEPjZQeEUcWPBAR3NuePUcGL1g/JSN0lAROFR6n5CFjVuMkZL5rM4QnUQ5diKO1xGPHB48YvnkGVt69l/wcdkeJcr1mL94t4gmnUlCIcpxWR+W7ta9z7wZc7bRDXsNWCgNsnHLQswNOZkxZ7t0f3pB5x5z6A50WImpXGOAThUHwv6DZ2WpDYKo6ZfjaM/NW4/nCfRc2WPQxYGB6zfuCK9Psg5dZoyfvCF0zGrRwkRiIXgFpgv7wqPFJpGX9uq/ADOAIi1TpY/stejiwMDOPZEitfiXXkmQKqC4Jtkb0BWFAwOr1x2SmiLz6Je2HaaITLYIRbscylbpSxOaMmMLRYGYJXLuwl3kh0s6BwYuX8mSxXl8OO0NaUBj4HY7pjMqW9+FMuJMkhAqNDPP83dSfVxyTYS6dv22lDOf3OzLcf0GLe7aa24Ve6YCz0fdPLOc+TShowgIVQQyPykoim7YyJU17cy7ODAaFaJetBLV0an7bBoV/UtiaMbBVwMLrl67VauBxTVSMpgWNAnUgXwjOUfb6uYrb1y0bK/zxsp9vu0+y3pju4I3upZWvwAHBrC73pN6L9mFxoPuU9ZIIA4s9/GTbr2t1dLkmRLgySOsdj6On/SRYaNWccnFgd2790BOviTwLRjVO/K38gY3M+9i5coDG7ccS4XyfN4rMXy1V2S5UIwc2Pm4NLEeMTsHDFmCMqUBo7gRNTPnhkkz0zkwgDkhs21okHQcuiqKtdXXlgFJJMrd1dcMXgZJSUk/+9nPfv7zn589615xqziwIPjRj34kTFVkZORf/MVf8NM1ef327dv//u//TsrPP/9cH3JZunSpjEv88Ic//Id/+If/+q//UgNlN27c+N3vfieXypYt27lz5/bt25cqVcp6nz3uobNNxcuBgZs3bwqRQ/b+4z/+o2HDhuRclgEQU7t2bTXEJ5g7dy5fzdW/+7u/69ChQ0hISL9+/eQJP/7xj71T+Vu2bMmljz76yPkdAMgrGRyrU6eOE6UhKytL1vdQRJRMp06deLWMSoEKFSrI954/f/4Xv/gFaVzL2rKzs2U8Ta3YA/PmzZPb+Zzg+zSCI0eOyLE1PJxSql+/Pl/0x3/8x7SlLl26EP8nhTkwQEuQGfkU4//9v/+3QYMGtWrV+qd/+ieJqVatmquOKAGyxDPlaXxm48aNP/jgAyltvktfe0ftv/fee8STn/Lly1MFVETr1q1l1dS//uu/6qNbxcKBAYpXhse94Iv+8z//MyX//KCHDx/yUy79+te/lshA4MNXrlwpfCTlWbFixebNm1O5MmhMHry1o04m4r18Bc31Jz/5CT9p4UOHDuUPFwcG6LbqFjrgb3/7W7UILwgHBii9cuXKkQBQsFQ9TVSRbVyidTlJ80GXkZWL+goZg+8QhgPzx8mTJ0UKuPDLX/5y7VrHvUcEiNhybXsIECJ0JC599tlnEqM4sJiYGNl+VAcyVJ/ooYBQljkUXlSvXl2XQQLki6wedQENhDjW2XgBfVh2/1NQ2rdnz55OlAakM1pZtj10cWA8SikegXpUEA4MyMpQEGgPQFHtLqD+ycn/+T//h79dC7CoO2F3XEAUog+cRIGBsFZSTAEBunXrVtHZXg6MapIZAS4g6ag+NUFD4dSpU8IquUAO+/bt61sIOlC6YrLoQK8kJiZ++umn/O3iwKj3r776SvSlC7/5zW/i4wv5mSRW7J0CGUPzKe2ic2DJycmyaa8O2vOiRYs2bdqEUikWDown0Ax4mlxVID9t2rR59Mg9EIbNIbaaC3wIDdu3hNG18nwy7zJBDL6PuJ/zcOS4NZ/YKzlUwAFeE+DwDPzJ8VM2yuCLCjXqDVm+6oCLMAMvwIGBq9dufdt9lniwBHXGSRAO7P79h4OGL1e3EPiiSdM3P3yUu3HLMX56OTCwcs1BcfUJFar1J7Fzwcreo4lTN8n4iAqf1R2yNMDRAuGHY75sZ1ELevrajYZv3nZCL8YrV7Mq2bseEZ45LBucAwP37j0YN3mDDFmqwM+pM7f6DlusXndIzRQuX7Wfi/mIOJPUtsNU/RN+X6prt95zk1IKNr4TFDsHRmMYNqpg4jmBJ9DM+PDtNiXw5nNgICo6WRE5EijALr3mJCS55wrw/NfGgZHV0LFr3rdHZiWULN9z7KT1lP/ufWf46eXAwJno5FaF2zPf0rHbzATPhp+C6HOp7TpNd3175x6z4z3bkwqoccq2bGExQp+dMGWjt06PnYijYF2dq0a9ocgoF+nuC2uNwuxtn9h7n0r4uFwPXkQfkZFBFwcG9h88i5xR6fmWPiGLkEuyb6eLAwMUl+KcJDRuOebYiXiyJ/395TkwgDCpWd95Cwn0BXA8c+bcMBcxU+XzgXMX7uTznURvKXJznwwdudLVPFzhrefAAHoGaakmtUhAyQ4JXXHdc3rTzj2R0gglvFeyC10sNj6NRi7KXefAwI2bd4aNWiULdlUoWaHX6PHr9NUwAnKya++ZJi3H6pXycdnuA4cvv369EHEVBIeOxNRu5KxVJSBb2n07jWzIXnBeDgzQI0aMWe3KJJ+5YMmeZxIzAkSoWiBL4KVt2k9JvXhNtmj2cmB08LUbDstiOAlI15Fj12RnP9hu31JEDgzjZP7i3Rgh8hA9wd4D0TL0L0GydO78RYpCatDFgYHb1kKx5bKMSYXaDYdvCzvlFZj7wnm+tUeiBJ7f+pspZ2NSb2beFdnl4sDAnTv3R09YJ8S/CjQ89GNRBDJA+1BTYgFKQKAtXx1OX5al595NqmlUBw6es+c2FTQqek2/wFuhenH3bg6yQuwTFShtRKt3U1PeGH7onMy3UIl5Y99Bi9M9b3wxDoziwkimkcjDdcYrEAcGsFjo1EIqSyhduQ/GGKW6aOkefro4MJCecbNjt1nqlvWbCm1lySvGT95IFchVCfQ+LMaiVGgxcmDgyPFYmaQigcL/ou2E05GJpJd4FwcGsIQxF10NEsk5bdY2V0czeEnIAVG+w9NF58Du378vlEzp0qW94xL79u374z/+4x8X3nzvyZMnkyZNkonR4Je//KW+IOz27dudOnUSlkWBNAMHDnSNsBc7BwZ4RY8ePWQtjsJvfvOb8ePH6zSeAH9w27ZtiqIT/OAHP/j3f//3WbPce9Lm5OTIUp5Ro0Y5UYFBuZHyV7/61UPPOS+ATHbt2lU4HgV+9u3bV8ZIuUtWAnzwwQfeJxw9evSnP/0p1ac2VExPT5cBul//+tdFmQ/NE+RoMQGf/N///d9HjhyJiorip5cDA9RRnz59/vqv/1puEfzzP/8zpeEdMBQcOHDgo48+kiE4AX9Xq1bNxeiAO3fu8HAaiZPOBt/YsGFD1yZkNIaX58BowIMHD+YzJf8LFiygedNCyEPlypWFgqLNSMOjkfBY+Yrf/va38oTgoCTLly+vfzg96LPPPvOWKuD5Gzdu1EfvSVy3bl3qNDw8nJ9eDoxbFi1apIYxKSi1ICw4BwZoTvTEv/3bv5V7BTSeoUOH+tajtGQeqJbHGHy3MBxYQKDAVqxY0aZNG7oxYr158+Zz587NyiqYcnjixAlaf0hIiGvLRMGZM2fkqshQxYHxN7Jj5syZ9erVQy7Xr18fqaE/1ovExMT+/fs3aNCA9NWrV0cnIRSca36Ij49H+tepU4f0tWvXpjcGWc+bl5e3Z88epBJZBfrMDhT/119/zUMqVarUsWNHRLDEo89IefCg+yjyQI86deoURQFc00YE0dHRUlByqKMvEBxBcqJ+KiB9pO6qVq0qdTdixAiEoHP5WUCuUUEoDN5Yq1atMWPGCHu3detWXqcOq3QhOTkZTdCkSRPu4o0UOzHONQ/I4cqVK9u2bavn0LsUNxAyMjKGDRtGDmmcrVq1Wr9+vfBMS5YsIYe+p3Oh/AYMGNC4cWOyRytq164dqkIfxdaxZs0aDK8qVarQ6vr16yfLjSlAqSndRANYaaNHj65ZsyYfQqvGnhMGi88n/fDhw/W3qH7hyzNhNAS5mpKSMmTIEFXC/K0vYHeBEl69ejUljJUgJUxOvLsjKlCA48aNa926tffgNIPvLx4+zD17LnXH7oj94WcvJGQEaO8FwMGOv5B+8HDM8ZPxqRevBeoguKYZVzKvXrvlvc4tl69kZVzOdJ0JoeBNYD3tsjzN/3U3bt45eCRm+87TkVFJaqgxJ+cRd12/cTvQR927H/Cxj3KL9JkK6Rk3T5y6sHnbiZOnL6Sl3/BNn/PgUZWaA39fqqt3CM+Fe/cfBv9ewaNHuTGxl/buj9q5JzL6XOozxyzuB33sjRt3Tkcm7tp7JupsindwU8CNV65aVXP3rk/dBb/qvP1qlvftmZl3Dx09v33nqYgzSYqV4Q/SX79O9RWkD/IQX/imD/IQYviEy1f4hEJ+cvCiE9AInQKMTvbSGAJ5Po/SySqF4Fczs7IvB2jPDx7mche9xkvTZmVlHz52ftsOyjZRsY9W+iuZ1wqXrQ6yscjeSWzuwl2BGoOOmzfv8ny+/Ux0cvAtCgX0r9i4tH0HopE8tDfveVo6+K6TpxO2bD954lT8xUvXfanoIEB6cPvWsJOnIhKUSAnEgYHHT57Q5Q8cPEt6NYqdm/uYVmGXsLuXPcnLi7uQzvPDD51LSrmiipTWQqXoZyNxyYq8kum7eRfygfSUfKAPDJLg8eMniUmXqeijx+OSU656M/m2AqEnXUaCbEjo/G1vS+hlnl4GeVKD+Q8vCIH3QqT7EGN3W3etoUztW7K8olt9VxHJfsDj6R1HjsWKHlSd3QtaCwloscdOxPEWiVRv9CWNsu89iD6Xsntf1N4D0WdjLnq5cx3khOegEPcfPHs2JhXh6VwoMsgMfWrX3kj6FB8lkdIHkdve4hLk5DxE/iBSyCSaMVCyQCA9Sl9eigSQyEAcmIAskc/d+yy5pxgLMTxoJ3o3pMsHF7lWgsvuBNQUT94adop+zbdLJAKHh/NTn7ujgzZ/9Hhspc8GtPhqImIh0BsBso7n8408n7dLJNmWRh6o7/DemNiLBw6dO34qHsvneQUyuH37HpYSGh+Nqd6CAuWlXJKfLvARtE/uwlLF2kGqOxeeB7wr6mxy2K7TmHZJyQWy2hf5b0zYF/SNNBspLt+uiiq3qjWw5aASqO0NJcZqPwFuQbyEH46h1qg71VtpfjSJa9d5kUQUgqpT386IOj4fd4lmj7l7Kf1G0dUHlp6TVT+VxCWy5J0GR2LySXfwugAUJhKDhoEuIycS6aS/nBlI7FCteDGYH/RE/uDVzgWDYsWwYcP+yF4S5PzOx4MHD1KKgBwk46NH8rd3CQig4aWnp3NVP/hfISsri0sXL16UwRwd9+/fP378+Bobx44d8x1el9svXbrk2xODXCVXxHPVO6te8PDhw4iIiK1bt+7cuTM+Pt6bPR08Py0tbc+ePUuWLJH0vvlJSEj48Y9//Gd/9mfe7a+8IGP//M///Md+R4IpUPgnTpxYu3bt6tWrjx49qhOQFBdfB3yZDLKXkZHBVZ3u4o2Usy+b6Asecu7cOd6+fv16tY7w8ePHPDY1NdXLhgoo2DNnzkjBxsbGBi9YATW1a9euhQsX7tu3z3fkWYFGe/LkyQ0bNqxaterw4cO38w/r0UG2per1q76RCkTKRykpOn/+fHrNb37zm1u3fEwI3s7Vn/zkJ2pgjefLMWYNGjSQmKLg6tWr4eHhfA7f4ruaQgclSbtat24dDeb6dce+kl5Mzn27D6B5SAJVESomuMrggVFRUdu2bQsLC+O9XnpYwId/8803fLh3CzeD7wqGA3tN0DkwAwMDAwODtwkHDlp7EnbvM0/fksjA4A3E7dv3atQb+l7Jzu07zzgZEWzH/+8pgnBgBgYGBoLgHNibiby8p2PtkwJrNRy+ZPm+4DMMDAwMDIqC5OTkn//857/4xS9cy2UMih3Dhw//I/t8jacBiHAdijxo06aNE2XwZuBJ/hFc3bt3d6IK486dOz/5yU9++MMfrsk/VS4nJ6dChQpEBmE030rk5ub+y7/8C0Whzioz+M5hKJnXBMOBGRgYGBi8fcBFmT5723slu1SvM8R3iY+BwRuFBw9z4+LTV609+EmFXuWr9gu0ZPP7C8OBGRgYPBPfTw4sLz3jZvihc1+2m/y7Ep137HYfI21gYGDwvHjy5EmzZs3+6I/+aPz48U6UwStATk7Of//3f//0pz/17uEUCKmpqX/xF3/xV3/1V2pZj8GbAHRx48aN6TL/8z//41029/Tp0ylTpnCVupYdCOPj4//rv/7rBz/4waBBgyTNu4M9e/ZIQQVfVWbwOmEomdcEw4EZGBgYGLyV6Dtocc9+C64V+UwUA4PvCk+e5OXauwnxR8MvrDNarn5/xn+LCMOBGRgYPBPfRw5M7Xe3faeV+bmeg1cNDAwMXgCxsbE///nPf/WrXz1zvzWDF4bsj1ehQoWiLAIT5OXltW3b9gc/+MGIESOcKIM3AwcPHvzRj35Ehf7P//zP4sWLjx49mpycfOTIkY0bNzZs2JBL1Frnzp0lMZf+8R//cc6cOUXZ+PFtAt9bunRpswjsTYOhZF4TDAdmYGBgYPBWIvfxkyK7MwYG3yWiolNKVezV8quJdZuE/q5E5xZtJwQ6GOb7C8OBGRgYPBPfOw7s/v2HtRoOR3QjwD8s3a1k+Z6JSQXnuBgYGBi8MGQp2A9+8INJkyY5UQbFClkE9rOf/ezYsWNOVNEgS8H+5m/+xiwFe6Pw9OnTJUuW/O///b9liNuFP//zPx85cqRivEj88OFzn5/6FkAWgX3yySdmEdgbBUPJvCZs2LChdOnSpUqVcn4bGBgYGBgYGBi8Rly9dmv2/B39Bi3u2X/B4mV73z4CDOwPP7t524ljJ+Kc3wYGBgYepGfc3LT1eNiuiAcP/M/tf9Pw6NHjTVtPDBmxolP3WROmbEwwBJiBgUHxISsra/78+Wa5xivC7du3FyxYsG7dOud3kfH06dM9e/Zw78WLF50ogzcGOTk5u3btGj58+Lffftu8efMvvvhi0KBBmzZt8m6Q+G7i0KFDNN0LFy44vw3eDBgOzMDAwMDAwMDAwMDAwMDAwMDAwMDAwMDAwOBtg+HADAwMDAwMDAwMDAwMDAwMDAwMDAwMDAwMDN42GA7MwMDAwMDAwMDAwMDAwMDAwMDAwMDAwMDA4G2D4cAMDAwMDAwMDAwMDAwMDAwMDAwMDAwMDAwM3jYYDszAwMDAwMDAwMDAwMDAwMDAwMDAwMDAwMDgbYPhwAwMDAwMDAwMDAwMDAwMDAwMDAwMDAwMDAzeNhgOzMDAwMDAwMDAwMDAwMDAwMDAwMDAwMDAwOBtg+HADAwMDAwMDAwMDAwMDAwMDAwMDAwMDAwMDN42GA7MwMDAwMDAwMDAwMDAwMDAwMDAwMDAwMDA4G2D4cAMDAwMDAwMDAwMDAwMDAwMDAwMDAwMDAwM3ja8WRxYYvLlUxEJrhB9LiXjcub9nIdOIoNn4datexTa4yd5zu83GxcSMqjlC4kZzu98xJy/eOVqlvPDwMDAwMDAwEBDUsrVQcOXhQxdev++MRHfHuQ8eLRxy/E16w8np16VmKTkK4NHLL97N0d+GrxlyM19vHNP5KDhy79sN6lGvaENmo/q0GXGoqV78f6cFBro7FNnbR05bs3NzLtO1NuCI8dikWZjJ66/d/+BE2Vg8Ebi+o3btFXEsm8nNTB4XuQ9fRpxJil0zOpvu89q9MXoWg2Gt+0wddT4tYePxT5+/MRJ9B3h4cPcLdtPTJy6iTa/YPFuJ9bAwIMnT/KWrtw/dOTKxOQrTpTBK0PqxWuihtIzbjpRBgZFw5vFgXXrPfd/Pu7kG97/pEvLryft2RflJDUIgOx7D8p92pcS69V/oRP1ZuObztPJLe6u89vGomV7ifx9qa4XEtzcmIGBgYGBgYHB8VPx75XsjLVw69Y9J8rge44neXkdu82kTgnvl+zStsNUDMI27adUrhFy5+59J5HBW4TUi9caNB8lNe4KH5XpPnHqpke5j52kNnbtPSNXR45b60S9LViyfB/fVaVmSNatbCfKwOCNRHLKVdoqfvr5uEtOlIHBiyLiTGLDL0aLYPeG+k1HHjwc4yR97bhyNatBswIN1bbDFOeCgYEHiUmXpZ206zTdiTJ4ZTgdmUhRo4bOnb/oRBkYFA3fGw5MhdET1jmpDfyAqn6vZBcKquXXE52oNxu+HFjo2DVS3UePxzpRBgYGBgZFRu7jJ3MX7pw5d/urNg3PxVzkLctWHXjyPVl8bFC8iI1PowEsXbGfJudEvS68UxzYhYSMmXPDlizf9+hRIUqgePH4Sd6iZXupUHxLJ+r1IiX1aonyPcZOXH/kWOywUas+qdiL+qWW5y8yk6/fQtzMvFu9zmC7irt81XHq8tXhu/dFbdp6nAZQrqo1n48wJHSFvg6AjlCqYu8PSnfbtuOUE/W24I3iwB48zF2yYt93KAq+L3j4MBf7h4I6efqCE/USOB97iUchhN/wtYCGAzMoFuQ9fbpl+8kS5XvSnH5XonOz1uNmzQsjZs/+qCUr9nfoOvP9T6xBrQ9Kd1219qBzz2vE06dPsUPIwIdluk2atin8cEz8hXTnmoGBB+juqrUGvVeiM+a6E/VCyM19stgyxcOiolOcKAMPDAdm8MJ4Ezmw0pV6O79toH5SUq8tXr6vlO0JE7bvPO1ceyGsXHtQnuP8fuuwP/wsQvNS2g3n95sNXw7s1u17cxfuXL/pqPP7RVHWXhI3btIG57eBgYHBu4GcnEcfl+2OAHzVfuPKNZZK/azukFc6NG/wxmLD5mM0ALw+mpwT9brwTnFgW8NO8qVVaoZk33uFY6MPH+ZWqNafF82ev8OJer24mXl387YTanNL8nP2XGpyylV8AYkxeJswb9EuGtv7n3RZtuqAq4qzs3NafT2Jq78v1fVMVLITa+PO3fs3bt5xfrxFeKM4MByxTz8f+B2Kgu8LaI3C406btdWJegmsWX+YR1Wo1u/a9dtO1BsJw4EZFAtORyZ+VMZyVcpW6XPwcIxX0UedTcG8JMFHZbtHFlYErwH3cx7WazqStw8avtyJMjAIClyhl5feNLxKnw2g4S1atteJMvDAcGAGL4zvAQemcORYLFcJrb+Z7ES9EN56Duz7BV8OrLhgODADA4N3E4YDM3g9MBzY68E7woEZvFP4st1kGlu12oN9N7pMSrn6cbkeJBg2apUT9VbDcGDfRxgOzIkyMHhO3Lv3oE7jUBpSyQo9o88GXO9yITGDBCT7os2E13w22N27OdK7V6wOd6IMDF49DAdWFBgOzOCF8X3iwECNekNJUKXmQOf3C8FwYG8UDAdmYGDwinD5StaBg+c2bT2+a09kVHTyMzfru3X73tHjsZu3ndgadjIyKim38DEkRURC0mVeunnr8b37o65du+XEBsDTp09jYi/t2B1BJveHnw20fpdkfEvG5cx7+csjcMxOnr4Qtut0zPmLLu6Bn6RMTrkqkytnz9/BT8LVa7dkiqV6mroxOeXKwcMxrudcuZoVfsgqvZ17Is9EJz9+7C49EvCQWfPCeMunnw9MvXhNXnQ3O8dJkQ/eeD7u0s7dkTxtX3j0xUvXnQvPAjfKW3CVJYaHy4dj8gYnXZyX7omkLl7ypTSM4yfjd+6OiItPc7WKhw9zz0Qlb9txKupsSvDzinhsbFwa+bEK4UB06kX//MjbL18pePvt/LfHxqe5jsax3h4tb08O/naQdSv7xKkLW7afoCKSkq/wIueChvv3H/LhelNJSLy8/+DZ8MMxV686kQpSSguW7KEBVK4RkpRyhZ8Eb064kczLt+89EJ1y8Zpz4XlAAztw8Czdk74pffmZHNi1a7cPHonhpXSxyKjk3NznHj3JefAIL2vL9pNbtp2gop/5BDrmsZPxZJJbuPHBw1znQmHQdKlivZwTk64gN+hxlKqrnElGqS5dsZ8vrVi9PzXilPMdp5zladeu35YbaRURZ5KOnYhzPYcEh46cJ287dlEaSS7Smrt4SErqNTlTFsNJ3kJ+8vIKPQc8fvwk5vwl5CRle/REXFE6F5VOXfD23XvP8FgnNgCu37h96Oh5Hh7ml1UvsrMf0Edo2xT7qYgEas25YFBkUKfSo5WIu37jDo2ZvnMhIeNxUO3JvSKIqDJkBQ3JuRAUNM86jUfQ2PjXt8qQgaMnrAsZunThkj1OlP0uS39dyfRtFTdv3kVB0Ax27zuDzAmu9LmKHpHdF48ciw3EPGVlZVMsauUZP3kFIlR+KpCrI8djeRQijpJ0YgOAPoU62LU3kkIjD9LFXpID4yHICgr/gV2YFC8y8+jxOBdrzlfHX0jfsz9q07bjfAh9x7mQD0QB3xt3IV3G4MZNdkQBD8/Lc5dndnYOXU8kntX1Aijle/cfUGVKRpFD+vXJiAR11ZJg1vOtq/yLAXPgkCUP0zNuSmQgICvEUKGh0ghdKlLAE65dt0pGskcWEFmUDOJaEgTC/ZyH5HP7ztMEHu6S57RAiiU+IUPIwlHj1/IKKShvw7tx4w5doyCfhVsvWeJDLl/OnLvQWhmJED57LlWKXWWSZ6KFicnJcexAHRQpl2h4XpKAMud7aeFUE030Ytp1uxKeA9wefvgcAvbk6YSHj6xCeCYHhrFK65KGgeHxhm/taPCdQGZQEWbM2e5E+YEG3HfgYpKVrtybRu7EaqCDn4+9hLVA/8JKTEv396QQX3QQepnqyJiOSC16N83Y1bvFGEaJlKnch1cvXLqHn3Twm5l3nRT5uH3nPp2LV2+1rT7kp3OhMDCMeQLdXH4iliPOJKqxe7mK6JCfZBXfEGMJ6ep6o3Rn+iNe26X0Gy4zz4XMLMz+eJwgzO+iG96Up5idSi/fvuMUFLkKbl/duZsjpSEaIZANjFjj+YrpRz5gtZ6NSZWfcvVqvhq16jfuEjr92Il4VLxECvh8HGeKAi1wyZJswUoD2YinhuGKXMJCRmU7F/zAo5ByYrUePR6LJnIuBAV3SdEpDw6oSBSKxNy9e5+msn3nKVx4FSmgeEmJgVG+aj8a3tQZW/hJw6Pper8O9/DE6QuiVrw2iUDebqk/xzB4imFAHXGvumrlTQ0vZOeQN7FMVKQvUEnoKSlP9Gl6UMNe3is+CG9/ge3KaPbiA6KGxEwlnxRREA4MtSu30P4tV8LPPDB4N/E948Dad5lBAoxy57cG5OaAoUtrNxrxUZnuqKvmbcYvWLLH1XWHjlzRpv3kz+sP4yEE/pawbNUBJ4UNDNP1m442bz2+nC19kEEt2k6g//iOfXTqMZsnIHr4mw72TecZVWsNQmMVurrLuorLMXTkyvpNR1arPbjZl+Pw6wJN5lUZEPHHv1+0kQwUqevKS5es2Of8ttHZjpRtJJEUuJR1m4SSk9btJ8+cu/3xE+fTkLATpmxs1GI0l5q0HDMkdIXS1i5QtitWh3/ZbhLV8bsSnWvUG9p7wELMeueyB6jwqTO38tIS5XqUrdK3bcepcsCpLweGn9Cm/RQyrKsQAc+ZPH1z4xZjqGXeSz55Qtiu07rRzwfK7YhFHo5zwt8SXGWOwhgxenX1OoN//0lXEn9Wd8jw0asTA2gRX/BepD/1Li4QpfH1t9OoPq8TIkD+btxyjBYllUsbo6I3bjnulcuHj57nKzp2m4naQEGuXHuQn2S1buPQbn3mRZ9zDAWu7t0f1an7LC5RC6Rf9zx7SGIeTZmxpXHLMWWrOOXZrtN0tLJv/mmBtEMKXPYl+KzOkI5dZ+7aE+lcNjB4Y3Au5uIXbcbTSvVQpWYIesF3PAWDe9Dw5R/ZC6dUKPdp31nzwnzT++LAwXP6yckS2naYeiExw0lRGJjsaAQ9MX2wbYcpcfHu7eZzch5J3latO5R1K3vAkKUflu6m7pItRJykf/jD9h2n1CU9VKjWXwYveJosEUNypl663vKrib8rYSVQ/gBOTov8SBUq1wiZt2iXPrJT0t7B3xtc3ix5cxULn4k0CzR0ogOTvUR5ax3A8tUHcFZDhi77sEzBh5ep0ocy960e7OwGzUf/rvBLW38zmU9zUgQGL5U5p8tW7qe08b1FlUhA0oqfhqOL8Cxtu8cSSpTviYREJstzdBw+Gtvwi9F6kUp+vIb7gweP5AwklPitW9n9BhV6OyJahD9vR6WKcy6Bt2/cetz37Tdu3nE9h4A6Rss4KfKB8uKSLOrasz+KNPotXXrN1XUoDU+/qsLEaZucFDZwjRq1GMP3qgT83ardJKXFnonUi9dRrPoTaI10H2ytQBzYhYQM2ph+C4EuQI8uIhOGkTNy7JpSlZxduCXQMKbP3u578pmVftxaaTkqlK7ce9L0zV7jbcv2gkVd+w+eRQ7obePb7rPvaIOzFatbC7O8YczE9ZJga5jV5WvWH8rTlq86IK2C1vUkf8A6IfHyVx2nukqjfLV+dFVle+Dk61dV4Gm3bFdZwLcgRel6ehpqAcsh0D5F+KvNvhzvejtmre85B4lJV1x1TcBemj57my/nQUOlHKTLqFCqUm9M2Ue2uDMoIi5eui6tF/mWnnGzc885chCLBCSPr4Wf9/Tpuo1HatQdolISEDWYqZefxXQCRArp0W5FUQcCTHTRX678kP/ufea5pFydxiNwzbxSkZgNm4/JxEoV+N7ufed7x8W62pnEokA4jxq39gNb+c5fvMu5bPt37TpNE1kkgQb8ZbvJcfFpTorCOB2ZiEhUiQkNm4/mIS/JgdFPuZcnbNtxihrE9iAb5DY1f+iTr96y/UStBsPVewkkCB27Rp+5ciR/2xVXqFRjQKY2GovEGzNhnShoFRAXKCbvuOfy1eFcpcDv3L2PYi1TuTc/8SbkKu4kP3Gj+HBLHmoGA4KRpuhbIAlJl7/u6JYVFar3R6y5MnDnzv1qtS23BW/r8pVMKssuma6JSZedFB7wdeMmbXDJc1y2hUv3KkF04tQF/aoKKBrdd6bFIh7dMq1av2mztglbCdApDZu7rUcJU2dukTTXrt8Wz5FKlBgd6Gsu4WInp1x1omyQSYSt/nYR13FFO9YoLf0GfqUuCihhaxpNyhX+prt5ey4fNXHqpk8qFJbJFXtNmLLJNdpr8C7j8eMnX3WcRtvATHomwYCxFzJ06eARK5DzTpQNZNre/VEyl0KF90p2QbZg9jiJ8oEYkbnRBw6do4di2yME1F0YWoc0k3jtBmtFpjfgozkpbOJqSOgKl+dI95+3cJfXzqRTcPXzBsP48LkLdops4Xa5OmmadRUZm5eXt3n7CVl8JoHeN2HqJjEjT0UkNm9d4NsiHtt3meErHq9czerZb75LIeKGnCzCsYV8l4gatOfNzLu4nKL1JHAJz8tJqiE7O2f4qFWinVUoVxU/eod3jAuLjqt8Jk4lJqWYcAOGLJGryHD73n444Nt3nv5MMzDeL9kFk08eiA3Qou0EdQmPD42gKykFynz2/B3qVB0JtJP2nWf4SsLwwzGNvhhdOHHnTj1mp6Q+g0dEcYjFrg/D2pHWhJJNW4/j1g0avtzlye7ZF+Uk/cMfdu6OUJf0gETlOU4i263rO3CR3oAJdRuHor6dFPnApZWh2q1hJ9PSb7bpMIWUH5buFhtn2SeIa5nsgiF3+/Y9GuSH9vRZCfRN31E+am3+ot1cVSkJvALr3dfLxg1s0mqsK3GHrjMx+J0UQXExze0DUp77DkQH4cBQ7tyi0kugb6J2va3R4B3E94wDEyXn3QtR5qFLKPdpX2Wr1ag35FJagbJsXNjlUGHk2DVOCtvEdPVSFZq3meAVrDLWsGDJ7hGjV6uUigOTq1NmbJm3aNfvNQtSQtVag7Ky3HoLrdw0UAZaj/dOP/FCxiaGjy60c4hEomJnz9uh+2kSWrSdiJrBqnY5M4QK1fplePxYYmo1dJwoSls0pQScHyeRBmQTz1FpJCDLsBJ8OTAZhiPcvl1oOjmeOc1DLiF58cmVVqZwZH4fCOS/EWTWg2DNhsMu40ACkavXH3YSBQUaqNXXE123S2j0xRjvBEPSe8flJdDqrt8odLwBmlIu0YZ1h1ACmdy19wx2D/rbdYkwesI65ylBgaKSJkqgYClPNbDetNU4XdcC1CRdT65+XK4HiZWhg4Okj4wbGHy3iD6XKkugSlXqNWzUqsXLrXPdm7R05Oq4SRtcI2LIVeGiMIhpzOMnbwgdu7pxS0dfdOw6syiD5stWHRDRiimP4YW31urrSWKx0cu8RvbKNQclfZWaAwePWI6a6D1goez7hBw+eKSA0wKKAxs8fHlVeyiHu+iPLb+aIA/hqvIhUUBt2k/+st0kufR5/WEyA6Br77nyIYoDw80ony+ZeanMyIs5f+njslY2+JChI1cuXkbphTX9cpwkGzV+rSo97FceK9NKKPAvv5kkL0J2SQKwev0hSpUElWuEkHnrM0MWlpDPLNfD14/SoTiwgcOWiU9YpWaI/eET5esw1nUtL0C2ixnAS3E2eGkfXmo/h5fuDz/rpAsAxYFRiTK54bO6Q3mpTWJZL0XlXbp0XRxRPGouUdeiTUjgHSnGtcjPz4D8/CySM8Cp8b0Hop10NpC0+d7gUme2Qd0hvAJ/TN6OW3jx0nVRJWWrOG//IP/tEWeSnAfl4+q1WzXrW0O9lEDPfgumz9mGeSDDoOR5245TTjobonz5wAlTNlJxaFjeS50qF7Rbn3lqKUDnnrPbtJ9S2zYG8OhoctIA1m4oUKAbNh+TksHLGjRsmfXtAxdJ8dII0WJOusBISrkqK5Oocd5F++nUfRZdmzfSl6UZuDiwhMTLUoYly/ekwBct3YuVaNO6VmK62zOJ7dt37onE4JbPGwyj3Oie1fMLgZ8umXD7zn2pEfJD9x87cf2ocWvVyCN15Br7Ew6M75o4dRNtg+qjdVF0UlMEnG2lVSlzLtVpZBnA1AhWh5QzMkQSCAeGUp4yc4sUCKFH3/lSU0nJV8RwogHQjxZapbFDSSeamVBlMdbkIUtuSFuiu9lvmUJOFPFJ36c8ha5DQk6fvW356vDR49eVqmg9nzJ3Db8CDEvx0ul6PI3X8a80CZrBqdPOQhBBSupVsUlIHGJldc/s+TvIkmS136AlLksDK4urXOKrv+o4dQzFPn6tTepb6flD5dzgmVAcGNWKy0AZ1qg3lDaASyKNCmWRmVXIB6GB2X3QEm61G41AX0yevpnmKpZ5hWr9A5FACuGHY0Q2lqrUe/GyvS6b3xe+HBjWNdKeSFwD5Bsaf9L0zeIzoiMOHCwk82lFw0evlkZCJlFk/QcvQcdJDFL3SuFVXMKB4UKiQ/mDQJ5XrnG2xiIbMhJEd0ZlTJu1lX9FZNEjvOrg4OEY0eb0C17ab9BiCpkSK1ulDwVI/MtzYNNmbRPNRaBvim2A3qY3SWk3aDYqdOwaxEWXXnOkspp9OS47nwaz5xFaSlbG6fJFweTufefdyV/jizOFfOMqbaNtB6vr8UAl8eiM6mkC4cAo23GTN0gaxAhCVa4KB1axev/xUzaSQ+RDg+ajeCMyjXhCu07TXTPzEPIyUZXCpMBtIb8DZ1akE6WqZgAAxYGhgNQzP6nQS7GDLjx69LhHv/mkoXC695lHc6JayQ8fS+bxc8UKio1PIxKBLAYnr5CC6tZ7rpo3gPiljXGVfCL9yCe1wC1SCL1DFolM418UE/eiboinBFq0nSBPQynLo16AA6P5ybAvmgVdgy03YvRqeQga+ZnEAwlkeJQPx+vHjurYbRYimmKZaQ+8kE8XB5ad/QAJb91i08B4oyPHrUHd8JNIGpU+o8LgXUZWVrYMDWFkFn2uoY68p08XLN4t5gQSD/Nm8owtPfvNl/l5tPxjJ+KcpDYUBzZm4jrRF/yLeYbxJoKRGxUvHn7oHL2PFivPx/iU/oh1JwlQOjJLjHvbd54xfvJGVE8T23NECmE4KYZbIBwYUg6lyR92ss7IQ7kqHBida9iolcTTkckVeUMzSkr045Ll++h6KFwxF8VBIKDCXF7tpbQbIuh4Dt0WkYVykRie8EwnSHFgdF41w5vMIJSkoPBcXJM1M7OyZbIj2UNc812IGvEchajDsXKS2hAODBcGm4E/7GSdeZ1cFQ4MBTpy7BrieV1zuzTEPiRm7sJdqGA0FKJJlIViDdE+rtJAd6Aj5EayhDCnJCln8cIwj11rko4ejxMdjVVD9hCblJ5o+c/qDAm0NkAQnAMbNmqV5LNC9f58jtW6PrFa14elu6k1cCdPX+BzLFPctpzFDEOoduw2U83twEQRZwHV06v/AuqXticxVFCYveBBQTgwLuEHVck3DMpU7i1NXXFgQ0JXiKOHwnLyZrd8PIKowvuUoq3EViE0ajGGt/OxI8asFgOSToQl7yS1cToyUQY3atYfhmGGPiW3Mi5dpeZAl7nlBRpNRiqoPnocZgNqiOrgS+l0xJNPFweWkIR5YPV0MQ8WL9+H2lV0KYLCSWfwDuP7xIHt3ntG2u7Owoz05m0niKRjYGnJOAiy7+CRGJH19ZuOVEMV52MvnYpIGDNhnTyHvyVczB9B40bcAC4hZDduOSba6979h2s3HpGOzVXXfiAijsVmRa5NmrZ5y/aTivyQq0g6/v2607Q9+6KQC3RmskoMAQ9EUgrIgAyrSQZEYZCBdfkZwBdVa7YCIQgHJoZ45x6zUe2YtrFxaeLaEWSNHcJl89YTyA4cA9FPBJewQJcIAVa9zpAjx+PEcKHkQ8eskfTUiKQUUBrilSGkFi/bx+c/fJiL54AzSa2Jo1gUDozSkJKsWW+oOh8bR2Xuwp2SmAxLJN6O1KyY/j37L1B1rZyooyfiZIkAZgrfK5HxCRmde86Rp9HeJDIQ0AEy+MJX8GpZ6pGWfhMLTEYEKFtdCVO5Le3zvWnhfKAwdvdzHm7YfExG67AC9dnligOj9LBF5i/eHRN7KeNyJsUr30V7oyIoVXTqqYhELp08nSBntxL5zFXGSu2h89Sw6aPcx7yILyJ+8vRCjROjgUicxgMHz0mlUwJkRuwhWr4kMzD4bkFHE0MHFYCL4sTa8b1DFkkb1sejiceClHjdziOefip9mQ5e2KJ2I+b8RekILb+eqM9swCwTB6Zthyn6iEzchXQZXerZb4G+uOFm5l0MfeIrfjZAf47iwAif1hp0+Oh5sieXMNbl1dh5KhIoomuV5zwwdQmzGwm8YnW4sul5ghzQgtujNqkAxPcfvIR4NJFrWDnIeWAXEjIk2937zNO3B8nMvCt1hEgPPrEDsS/cFQFbGc2O0yuXjp+MFwO936DF+ocnJF6Wl3brXfilWdnY9NZLq/XXG4YXvFQULgH3A7mqnk+TkNLGyqcG16w/rHRKYpLDNHzbfZZiiQBuhlj/XXrN1SenU7+iQTDudZ9KcWAESvXE6Qvq7Ru2HHPeXsF6++p1h5TKsHgO297o2HWm3tK4V5Qaj9I3QuEtIUOXEU8D0AkkpXzRAoNHrLiavzELdhRuNvG81zVwFuQ8MNS9OJmdus8We0aQdeueDJOVq9pPvcIXSs/iyetr7G7fvveNNv9D/wTStO9iZRUFp2eV+OGjVhFPdQRvdaTsP8Rq7XSQ5avD1egM+nHClI2UDEGfL0x6tLA8+cixWNUYiQ/bFSEzS0aNX6uP8ggHRuBRVIRyAqnQLnZ9faCt3hBsDXwemHBgtA2e9k2n6Weik8V8BeQBI4eruOU6W0z8yHFriSfPevOjy4ihiMfoRGnAcpPONXbSBqrGibUHXKTx9xm4SOuLf0hJvSajUQ2/GK0vr6FTVK5hmR+YPaqTkiVZFUQG9G8nXmxmpJbeWoinVCUem5afKn73vjOST+pF74wGQaA4MAL1hTZURbp9x2lRWNiHEiM4fCz2g9JdaXUTp27SfRPagyyxwqcITkMiP0fk01EE3tKx26wVa8KDjM77cmBLV1o7hdII9e2AkFrd+swjHmNAbRwK9uyPEt3Ro998tdsE30q8yGqXThFH6f1PupI99CAZUJ4gX1e7keUQtWg7ERUjkUCpm7qNQ/Vd4JBU4pwinU6fSXRi7Y1eGzZ3Zp3Tx1+SA6Mey1bps3DpXvqL+g5cYJQpRY09o69MjTyTJCt68Y6dKBs8TUY/vaIAUTZ4+HJ5kbUUO/8VFNq2HafyRcR6vQyFA0NGUfJffzuNupNV6QLhwAi2PFyq5CEiV8QXJa+vpycDSqzpE/Pp7CPGWBNS+VJ9vYjiwMhw6cq95y/azSu03LmBt0U+ya0+4ED6RUv3kkMaid7M7gQ+D4x8Cm+KTEtKLhgWJJ+j8sWvTlmBIOeBPS8HxltkInyD5qP0XVWwPfCjiUcvBykEuk/HbpYmpUJXrTukahOnXjamI1BKOgeGeebI5HI97PWXTjz37tl3Rmy5oSNXKivO4F0G0knkcOiYgpnoz4XocynoArrkgCFLdOuaJ6PCeHLVWgN1Y09xYARMYqw4ZZVhQoh1jc0gMQJukXGqjVuOOVE20FyiXJAnp/P3dAU8cNXag3wXuZq3qGCtMBAO7L2SnelQmOUIGd1pEg6M8PtPuk6esUXNIbh58249m2njmTikX3ecpnZ6JA+DhltmPA/UF98g3mV6dK2Gw3WrD89XvF3EZnAnSHFgBGx7CkfZUZrLWTA2iPbvPWAhkTgvahkAoDTWbTwipTFzbpgTa0PGGIkn8yj9szEXdY0gHBiBd2F1q7kXyC5RlDzz/ZJdWn8zWcl5LFKxw1EWLs7mbEwqL6Lkp83Cly8QPvEJ6TKeNj6fiQSUnjgd/Ku7kDQqnFDih4SudKL8EJwDI1SuEbL3QLQqz1MRiUKDqRkhAipLxui854HxpdL20DtJmvogt0L1lancRyeWcL7kUUhgdD1aTFcuajCQwB/oEeVCRkYlSw/t3ne+xAjiL6RTnoTxUzbq5YnqEaYwdMxqJ8rObbtOlhpq1nqcckwAHVNsIcwtJ8oP9u3WYomPynTH2XRibftEfFICmdQ5MFodGSYe51p3JYgPHWuNVONePXOM1OCtx/eAA0ND4C1PnbmVJstVl3LiqohprF4nKh/cJbfofQYEOQ9s4xaHdUDEO1H5OHna2fFAF2pAWC7CxKkbXfOCgbo6d+FOJyofbTtMJb5O41Dnt41NWy0+j+BdynoqIkEuPfN0xCAcGAE/xImygQaV8Q5C34GLdL8ICDFWtkpf3V6VAsTO9m64LMIXoaasCjBngcNRhdl7QiogN7G/5VJRODB0sER6N16QfNZvOtJlVwc6D4xXi8fyRVv38apIW3ka7co7pKtjk02+EtZvOuJE5UOpdn0JXdiu05KeD3Gi8hEZlURiLuntRHFgdRqPcM2SkDFHQqlKvU8WnkYdc/6iPIpid6IC4PDR85LyXIx7BfG33WcRj+uu6zaZztOj73xXIYvdVq1OoUo3MPiucOfOfZH8S1fud6LygR0stjtGpxNlM98SuXSFOz1wDMoqfXT/youetl+B8vKO962x99PAddEXhvbqb3kLuBa6hS1ISb0m6zAmTS/glRUHVrP+MNeCUSBkQJOWY3RpVhQODIPetYiKTMqLFi51KxoEr1jDuocDgnBgMlDy6ecDdcNXkHrpunAD2NBOlB8UB1aj3tBr191kCY4Tl6zZA5ry7TfIYi/4NC8lg7MkI7ljgx4SqTiwzxsMzyq8wAgF4aw2qNTbq6aHhloz42rWH6pX64AhVhOqUjPEtbIWYIVLaesrdykr4cA+rz9M50EBb5dJfEj+w0fc2xiK+0dB6W31QkIGn4zv5932EBdC5tGjsJyofOWLapg1b4dLpFvErV1lsvmzQhAObJA9TlqpxgDvkTPpGTexIriKT+JE+SE2Pk1eOmbiepeCoXBodVwi6BwYfVDcMLxoJyofmIVS4K51IS7QTiRvg0es0JUgwEuXubf26KFzyUpvt1K9JBXGTlzPJepUH9cWDoxyxidXzrAgIT+TpHGibDyTAyOMHLfGZdLcu/9ARnCmzCg0qQUkp16Vz9S3YaHpBuHApHlUqNZPZxQE0s7rNR2pNz9xOEuU7+myYcDe/VF8Pi1TsR10EHn1RM+UGvxYIVP1XVm4UXqKa+9NwaRp1uRiOrJXYBr4gmYscu/Ldu5tw3MfP5G+9nXHaU6ULY5krWTD5gVEpgK2qDRj/BonKgBo/1u2n5BBeRVoGzwc5eI9XdKXAxNCF9nryjlKH+WLildDHiiL+s2suWKfNxjmPaNIZjdXqz1Ib+HCgaH+yI9LIOwLP8ulUhV7ebdIwrSg0fIh+zVps3NPJOmJ3HugoNMJrl67VdEeinp5DqxC9f4uZgV06WWR61jyXnW8xD5rsHKNAfo6vyAc2KX0G9L18M2dKA0TplhTsxHCl7Vj4YQD+10JW0Z5pnIKB/Z+yS4z54a55GFK6lUhJnfsKpjbfvvOfZHDrnFVQEVLM96p6SnFgeHZeXdI80L8TarPdWzn9Ru3RUbpi92DcGDaJbdqsMSXvVvg9sJLsYuRA8Mkk01EuveZJzEK4qVSht7+pUAti9R1DbwA+ntre18QOoXuktOGZdzDxacKZs6113ZU6PnM/cQM3gUgIWkPhGeOV/gCBSSD4FYz9uy7g80g8290IkpxYA2/GO2aCIXhJBOzGjQf5UTZCMSBYaehVpDkajm+ApbzwGEWNVW2Sh/9LYoDczExAhlLoUPhMzpR+Vi17hCXEJ59Qha5zOyMy5l2Njrt2ltgGsXFp5ExHOHjJ93bHpKfitX7c3XV2kNOlB8UB1avSej1woJIjZLVaTTCiUJKX7wmpbF4WaExUkBpDBtladVSlXrp061EBFEaFIu3NIQD45moBicqH+s3206KPR7l8qquXbv1vs0nYS07UTZk0SoqyVV65E1GnvEinSjbBZNNF7xzu4ePtpysarUHO7/9EJwDq9VgmMsYRt/JPAlMLCfKRhAODPlJUVM43p1UqDicX9rDAm26kuLAylfr5zUM+F65ivmkq2xA+fS010OjPZ0oGwuXWodA4/W4yp967DvI8vr1tpGb+1gWCI4av9aJyse4ydaCSN7u/PYDHZmPJZl3rAC1rnY00TkwFJ8YQl7ThcZM/HslOuvmgcG7iTeRAwsUmrce7xJq4OjxOLnqGqgSYPZx6dvus5zfNoJwYF91tHgpXuT8Lgy5ilfm/LYh1l6n7rOd34UhV1Fazm8NeA5cwr50ftuQGVuBMiBXG7cc4/wOgCAcWK/CswwEHW0b4vP6w1wDXgAdySWCPqgh8yMGj1ju/NaQmGTtD05QS3pBPXtlEnrU/XR7rEpmARSFA9u8zdof2Sa63E/CCyIx3+i6FIgDiz6bgobgku6aKkSfc67qA0NefGWzmDXrD8MgcKLygc9Wvc4QPu2YNlgsthrV580/kFrA9lJXFQfmWlMMzsdeEpWwdqObfgMyHRubw/kdANt3nqY8qR1vvc+zz2Sm9eqXxDqs1XC4iyg9E52MtTck1D1WaGDwnQCrCLsHZ9tL0mMfy94CureApUjM7z/p6h0YAjRvDE37loALQ+9m58gYDR3B2wmuXrs1ax75CVN8hko/aLiPFAXO1N1mo9RwNoa7jCf6DkzLkBMCR9/kmlueyYHNmuceP8KTnLPAKj01t04B70U2/AnThqJAIA4sO/uBDEUNGLLUiSoMmaiICHKJFB2KA/NlF2QPDRxgNQKLTpFxpX6DnG3lXRA5XLdJaJANwRUH5h3SArJOrtXXk7ySf6k9kojfqxYa3rv3QBYC+poB4FubxqvTeIQqPcWBeUkL0NqWwy2/muiiOsCyVQe4hB68p7kly1ZakZ9+PpCPcqI0yLIba5Fi/reI8sXn944O37h5R4rFNbk1EAfGE8Tw6NlvgRNVGLLgCZ2iGxguLLOXd9D49QklCgePxMgOSy4OjBzShvWp+oLMrLsy69M7c0XHuo1HSIOs8MoQgO/Ew/lqpR+l0BAUrlEVwYVEZzXk2g0FLxUOjKai5rcqZGbeFSXuGt59JgdGad/2UFPUwvzFu8mwWu+ukHUrWypo9bqC0ZDgHNjJ0wk8CpHibX6Llu7lrhr1hqiWk5Pvw9srI92SkbfPXbiTp6n1YbjTC5ZYWb2Q4D5AkfqVcSi1AR2QMny/ZJcrV32WEuLqC8PnHUMx8IXiwFw78Qpk3l6jL0YrSZWWfrOUfVreYr+ZebQQ2SED09ErKr0gffihc3gWMn6kAk2U/qU/wZcDow0TQx9EDOqNE7kXcSbxlHUyvyOd1Nio74RChAYtcGHh86SFA2tYeKsGAYKdS01bjfN+IwUli+FGjC6YoynzNlDWXhYZYCpw9eU5sNnz3J339h2H0PL96pSL17BJ3ivZWR9ICsKByUk53OLdiBjYcwKsEtZnoAoHVvGzAb7rD4QDQ1zczHRfJb1Qg/oaRIQMAoea0mfBC6z09mij3vEVB+ar071AWsqMH1wbnSWils+eS6U56TNygnBgtCIKnHx6Tz1Bzst8Gtfsq2LkwDBH5bgBvLljJ+J0H41S4iuizqZ4JbmCmHYor3iPQAY0Fa66ODBRUhiKXhkOrlzNEonhOoXd4N1ExJkkGoPVHjwTFosChKTYKnhATpQGGvaXNk1br8lI1ci5RcaFdA5bQYiryjUG6JPquMWXA6OzE4mp5rtk+WxMKlffK9lF3+pcODDy7DKVBcKBcdXritJ5ueRd3gQw+UQm6GJEBhgRmy6nDCDBxAnq1MN/3FKgODDfk0Hk8BcSKN8NHUEM9oOvRoiLT+Mq+kWfPyccmOUueWYHAuHA0P7esjodYR0BhX2uT2YVYBvLflEuJ+XAoXOY015fGMh6XKwO57fdcmR8D/nsOuP28pVMxKbaicoXfE4QDmzJcjdHCMbbVBC+iV5fQTiwBUssCoq25517hKUtU3Ix2Jwo2wqSR7nW8QsUB6bTZgriZWMy6Xk7ciwWpbbcT4zL5LPSlQtWs9DkZISTtu2qsqvXblGe3g38dcxbZA3RfFC6m9eFAQcPx3DVxYFRg3MW7Jg1L+yCZ74LJSbm3yrN6zF4N/F94sAatRijD1wKRNDXrD/M+V0YuAFcxYh3ftsIxIHRvRHQxE8NYCIvtg8rJugDEMJyBVrHLVe9a9SAyoaaH21nwBps9R35ArLXh36LL2RQw5cDG+6ZzAWG2NMeq9YqRPIL9tszHAlqJAjxIZncuMXHgEDuiNugJphQVsInjZ3kbKDswnOdBxYIco40+qOIHJiIVOwJ31Fv5LUMk6mjSr2gsmRkPPgcdoVHuU76cQHKYfV6h25UjrHiwPTRPQFqQzgw16o+gZx7173PvBfmpFassdzRTyr20set1uTnkO6GA+M7OGhg8KYhKysbF/3YyfjN205gseUTWgWqRDZwqFwzxLuQF9zNzpGVQ+MnB1yulJRyReQeUt2JCgo1vOJrj4KFtoGLO6EMXNyAIBwY38Ul7EvdSFVEl9fuV5e8HJgLuH+xcWnHpfRWh0u2i8iBJSVfkQV5geZ4itzGHvWlZwRcCsKByezI8tX6KUmenHJVlg35FhQQNcpLFU3lBS8NwoHJ7kBNW431jofu3mft2FyiXA/FQqWkXpX2452uLpCRwRLle97LtyuCc2Cd7EW6TVqO8RKHew9YQ2Afl+uhmyj97El5VWoOpADJQ37YLqGVvT1vvaYjVd0F4cDImHAzrtmRgTiwi5euSzMLZFPJsDXF5Z3DqzB4xArSYMX5+snHT8WL2ebVkgq3bt+Li0+nDW/ZfoK2KvRzcA5M1pRUqRmiKiU4ZHJo+ar9fOfUk3MxRfRtpYNwYPR6WZ+njp0QvBgH5sJtSuOClMZJJIMMVRedA9Px+EleesbNiDOJ+8KjMVekpekc2OUrmWJKeRfkFQV8SzxZPSVZPfSJ3SV1Dkw2SKRsfWuf1igjEYHoZwMXgnNgsiS6frORSitFn0uR3qdvUqdj6Eir89asP7SI/UiA2Xku5iLOnVrlidOhjxz5cmA3M+8KD0GoXCNkSOjKsF0RvkySGng973dyuy+EA2v0xWg1liogq7IzfMMvRtsStUC0yt+ybLd1/iHWOBeSvknLsV5WGIhOfHkOzKtzL6Vdlx5EPboyScBLEsGoj1EG4cBksJj+5UtoIQalLoaNLHA5RdPZLJfPRIEgHBhyAOXCVfLpRHngyApbrGEOybwTXw5sxhwfQ8ILFKKMFBM+qdCre9/56zYe9R3sBkE4MBfIRkE+V4fLeuVXx4GBM1HJUrP4jHTeiVM3HTsRH2QCkA5ZxRuolnkLV7EJdQ5s5DjrFmSyvvOtAqpQFlgE3/zK4B0BGofGQKBZOlHPg9SL1+R2nWvXIcPx5ar2VWf5B+fA5Gyhip8NePCggFrw5cCePn0qjkCF6v19XQkMLbGj5mjC0+HAqvuwXCAIB5aYdJlL+FOYW05UPrKzc2QquXIn854+7WzvE4vYzJfzhUIje4yodqPhkt4XwTkwGXqlWMR3ozRkaz4MWq/jAMiksCy6hFQcmMtxEAThwKTekTwIUicqH9RFDdts4DOdKA/QvEjy05GJu/eeoRnIPntkw7ls4+DhGJkvi9hEuZNV0rs83EB4AQ5MjnTB79PdnEAcGKUtxjZXXQ6dBDmnUx/UVRzYgiV7nCgNtDfnqt+IhPBteAp63nSQHynPPfuiNm878a29vxeWpHPZBjUlowG2GhpF+zl5OkHf+jIQnj79wxDbB0SL+U6W5b1cpTHoHJgLmAd4PSdPX9i09QR6XMZSzNw4gzeRA0MKZFzOxHnmXwI6EmH0VUdrXjydh7+d1DZk95XgoXThzRUDcWC8S+J92R2w17YvCUkpBfO5XpgDk9EfghoBURkIpM73HYiWBN7ZzTqelwOTDZR8ObDDR8/LGxXhkXH5psQED2oKRlr6TeHAfPcZA8/LgWVlZW/feRrTnBsxptH9spEuoegc2HB7Dguf7EqvgK9LAswI57cHV65mCQvlO6fSC5U+0PLzQ0fOS0Gp2XNBOLBr14NxYKL/isiBYd6F7YrAb2nfeUadxnZ52sPcBBcHhvdOMsmkBBIPCV1xUtsI28DgDQEdqme/BWLEe4POgcmhHU2/9JnHLZBx/z4DAw6kYoTJzABe6kQFRURk4vt2+gOebVEFO3ZHcJWgtANuwOvkwI4ci+3Vf0EF+xBabygiB6aW0KG5nKjCEMaIcCvwGenPy4FFnU0RjbBnv/8q3r0HouUkyCCDjMXIgUWfSxWJGuiAyf3hZ0WoqpFBvqUYOTBZvx484Ayrce1i5MBiYi+J2+NqMAqHjsSIItM3SHGhg32yV4Nmox75+UtBOLATpy70HbhIXDtvCM6ByVqNek1CVbEEh1rM5x28EFA4JMBoUSbHa+bAcDhxm2XZgTc8Fwd2z15mh9iU3u0KOgemjgPEMZaYouBURGL/wYsr20P53qBzYN16W8MunzcYFsg5r1nfWYcUyNIz0PG8HJiMuX9YppvveDeQQS764IsxOo8fP8FfE1VFs1dqwpcDA2Sjd8givVnyd9sOU5GxegMI22ltS/5hme6BKA0vAnFg93Meyvhj8KD29qChClnSpddciXHh1XFgCfmnAwQPuigIwoHJXlh0vRy/8V90k1Ad+i4sxc6BUaWnIhL6DV5SyT5Z0BtehgMDfBoqWOaMS0BT12s6csWacJepE5wDI5+YiP0HLwkkfl8pBwYiziTiFYqqlYCRgHL0XaqlQ5aJ82m+AtaXA5NTWKgvr5ICdB8MJxK07TDFiTJ4h3H9xh0x7wNtFRAcMvyNkMfYc6IKQ6bzlqrU+1L+RrjI1WLhwHJzn8iWSJimTlRhYCbJMmh9APD1cGA4JrJtT/BQUVv55MVzcWD0a9m8pLa2A54OXAPMYxLoO0i9Zg4MPTJzbliz1uNls0RXcHFgGAzHTsQJWajCJxV6Dhy2jLc7iQIAaflKObAnT/LkvJLgoVTFXs4NtksrjypGDoyGN2f+ji/aTlBjhnpwcWCirOVEFRXo+6jF4APaeXkOvVq9TqGNIhUCcWCW2o1IxOuRT/MGw4EZfA/OAxPQ51t+bY1UInP1fih9Aw3Xpv3kQKGIeyFiDkp8oD2vwg8751HpyzaLkQNLSLSUHEE/g1cHfqkkoM87UX54pRyYaGJCg+ajXOWsh235+5ur9FsKn2yhUHQODC07bdY2meNPQMfwIgQcnrkI1qJzYLJ7CSo50MgILisJMHECXLeWOIhH4WtIeZGU4qT37ucpQN3KSOjxfGPuVXNglCdGhqxRIGB4qfKUz3dxYILY+DSa1qefW86kCi3aTryqnVRvYPAdIi8vr2f/BdKbatYbOmbCunUbj9C/EJsYYWKueTmwJq3GvjwHdvyU2yL3heLA9of7H0r0HXJglB5fKuKlRr0hoyesW7vxyNHjVukRfCmNZ3JggTaVfaUcWCDO6bviwHbu9lfrr5oDk8FKXFMc+M1bj6NWNm87wb96oExU438VHJjrvBOFonNg9ZuO9J0z6MuBobYGj1gheyRWqz145Lg1azYcPnIslgZMm5TmVBQODCOnKBMVgXBgFLJ38ELwHXJglAY2npQS2Qgdu2bNeqc0oqJTpKUVnQNLTL4i7BStms+Zs2Dn9p2nT55OiIm9KKuyfDkw1wFygUBWsZYLsjpmNVk9LFk9myJrO7wcWM36hgMrHrxpHJhAHkKIOe8MtQfiwATYoitWh3fqMVvWOBIQMkNCVyj6Sjgw5GSG3/aqvgjEgSHxhPxo237qpm3HRcBK0MWsmrt5P8fhwALtQ/XqODAKTax9LqmMkWf+tbNt5ZY8p2gDfG8yB4bCGj7akRXVag/ib2QFhkrEmcTosymYBMS/JAcmQNgi4voPXiLDmhJafDXxjrZ2OQgHRj5Hjl2jZBre02orn7FWPs+lyjNfNQcGEIBx8emz5+3AWVPTRmkPru3dXJBmbzgwg1eEe/ceYDXRHqp87nN8rwu0N3uZS5g6og/DgHsNB+biwOhlMvWtcYsxjpx3hLwj8K2f204gLiS9L94yDizm/MVyVa1K/KBUV3wolODOPZGnIhLiL6QPyj+5zUmqAbF5NiaVfDZrPV58fAIexL4AnrsAaflqObC8PNlGvm6TUOpxc36d6oHq1o/OLXYOLD4hQ9wEaqFj15lYCBj5lGdcfBp2O/EuDkxAeeIVUjVftJ0gYyAEfISdnj3eFDQOzP8MNhECZEPnwPLy8kaPtzbzIKD38XrwccSVSEq+IvNaDAdm8L3hwIAaL9ONPzlosX7Tkc7vIiAQB3bj5h2JX+d3xhKQo4wJOIpOVLFyYCoD3vMwBaoEXIf0uvBKObAbN+7IgF3YriINati79lnp5y0stDmvQtE5MNmUFm921Pi1rvmb4jcWnQMbO8k6o75yjZBAIyP17DPMuvV2HyOsQGXJ4J2vPvMiM+uupF8eYBv0AwfPSUGpORGoMX4SXhEHhrdGMp6Dh+ba2NB3L0QXsEL49kYtrAVzhLqNQ4MkNjB4bcAopFUT6GuuDn4p/QamEs31BfZCDLJZh9oLcUfRpGIR90KkA6rRRtyA18OBbd95WkoP893Vo5G6UhTFuxcinyl+lC+elwPDTy7KXoifVOiFg+FEeVCMHFgR90LkdYo54FuEmSgWDkz0exNy69e8vShGDgxLSZpZ8L0QcUiC7IUoa/1x8n0HW305sP3hZ9+3T+fGsXQR2xgkUrNF2QuxZv2hXvfbF5hbpC//rL0Qdf//tXFgBw/HSGnQ2V2lcf36banQInJgNDlZIl+9zhDv5E0Z0fDdC7GI3iYGp2R1xpztLrIBy1PM6RfYC7HfYLPvVpHwvBzYy++FGHEmia5NOB14Yl/UWectSmsH58AUkHh7D0SLjfpeyS4nTzs7FsheiDQzniMxz0QgDgwDo7a9t2HnnnOcqKCgA8peiI1bjHF1RoHoxFfBgaG+hUU+fCzWiXoWgnBgg4cvJ57+9V3thShCnoAR5VJtPEFG9IqFA1PIy7NOAsMrpOXwHL1MgnBg4Ycs8UuYs3CnS2XjFcp8ghfgwHAPnSgNQTgwHZQnUlSeg6gPMgFlqH1QQsUAR7j5cmCjxzsy2eyFaFAUyIg5noKSz4Eg4zb4QTH5e9heSrtBDOE72QtR1uK8gXsh4vXKaGqz/PXHL4Dn4sAoDSG/MWi9jgP4bvdCpDzr22N6DZuP9i7+HiNmpB8HpoNmsGjZXhlKrfhZf1+OX2DTXa+QAwNijNUr8tB38XJgKDI5cqVO49CLnuPf8Fu55MuB6UAN4YxLz6LwA/mANC3ZeBnH1mV9CXw5MNk1DbsRQ8h118NHueJfGw7M4PvEgaGT6AMk0BdNI/SJoXP6uhP37j/ECb9ytZAppsinx4Vv4QkyyDgywAlPIq8/KNVVeYCgGDkwlQHf9EBUAl1dz4AXr5QDQ5rI5EoyIzEuUNoZlzPViWVkVUZ7MaYlxoUicmC8V54zctxaidEhfqOXAxMVPnrCOud3PpbZQ8Z4Mr5+JvqAWiaBawRKB/n5qIxVWfqolgLZkEmg6ghHKhfPhPSDhvukB/MX7eIq36j0/SvlwMi/jBT7NgkvB4bOoysRvESXGEME72GtBgavH7LKs9XXk/Ly3ErBlwOTgx5//0lXzHQnSoNazBRofTDAGpahw8EjfE4QxF6vWX8oXopaQKzSY8hKjAsypa5Bs1HKekMsvDAH5rV61SUvBzZgyBLiv2gz3qtSg3NglWuEuBTTvXsPZNAt0HhH+87WXHLseC+do/C8HBhKX87YoBn4yj855KNuk9AgR2IUIweG2yDKt1f/hb4CWW2jp+qObylGDmzL9hO/K2EJc18f4+TpBHzF5asPqJb2whwYXp/uvwFcOFHBgZSRTGas1XD4g8Amjdh4NH7vgCA4dtKHA5Pzuht+MdpFyoIicmAbtxyn0D4o3dVlPQqmztpKd27fZYZ6Psqa9AgK3/XQFxKd5VBrNxS89IU5MFq7vgRBEIQDG2VPh7QW0nkKOTgHNnGam/XHtJOW6btXgZcDox9VqWmNoXfuMdtlmwHKir5PSarlsHwviembqjsr+HJgQti/X7JLWrrPpnbJKVfF6DK+bhHxvBwYxV6qktUeFvttCY6A+txeh4c68+piQWx8mhjbrhPsdRzKd0MioxwF6uXAaGnkAVHmPeKLZibjLGoWCxo5yETgmNhLn9Ud8nmDYfogfiAODIgDRXqX9BMgfsmVPngq+8vhcN32W/28aNlerr4KDgxpLOerIRCcKA1knlfPnBtGjThRNpUlvJFL4IO1GyyehlrQp4QqECl+oj5jtXg5MDwXYvRdfBWKhQNbu/EIr/MuYEXmyzyAxi3GKJmGwsXGI9LrM460j9SieXjzGYgDo9CILFvFh0ai6GRDxZl+DriXA8vKyuYr5i7cyR8So3Di1AWEJ0F1Ky/EsMSiSEh0PFkdiUlXuIpFrXNgoqQwFOMvpDtRGtCnIjGw3Jwog3cbNB6ZKvdlu0lBbHIEVL0moSSjaysjByEptop3ojPQl2opd4ZbioUDAzKNGB/H1/yIPpvCVWxCfcf718OBARkTwyD01SP7D55F1C8JcECJ4Lk4MIBnSgz2g69GoJa5+l7JLrhITtRr5MCuXb/Fq6kL39MKvBzYpbQb3I5NontSAmxOElMRQebf0FaLhQOjbEVn6TUrWLfxCPG4xr6zE44ciyX/CzXHn0c5LFdxcGBoE6xuitR3KaGXA8NxID/YJF4ndK9NVv3+ky4nT/sv5QRSOJS579yOU6cTrCdoHBhaeYTNrNdu5LPXl+HADBS+TxwY6GiPXuEJq4H4uAvpxBDCC58TJphkrxxCiDi/bYTtipBbvIa4TGT4vMFw70A/HalOY0sBf9O5EFtTjBwY6NlvATGYy74ZqGtbAO06TXeiAsChu14NBwYkk41ajHF+a0BEynrhNZrWbNvBWpSNY+Z1g5GkoryfyYGhVmWZ1N79PkfLyHRgLwcmi68HDHEPNKudDHmRE6VhX/hZLhH0TS+96GG3liqfD/QOtKVn3JTnoy+dqD/8oa9zYvxQ7+Ay2W7QfBRX9U17XikHdin9hjxBXy6tMH6KZQiiJ1Q7VCUWGeVW/HysjEIG2uzLwOB1QvY27NB1pleKYtQ6zV7jwPAuhBibPttnWKH/YIsTwhnwDmHocJJV6+ed8G6Pj1tjDfqIRj9bGpDea2Rj50l+ps0qGKx5AQ4MlKxgmXpesR+EA2v9zWTi2/mNWi5auld6uosDk50bPyrTXRE/CjJsSul5bd+U1GtCw0+e7h5f04Ht/lwcGJBZY7hndzx8AL6T0Hh4m06UH3hpcXFgYPAIa8o8+fEOeqLXpFonTNnoRBU3B4Y7J6+YM99nNZ5s+te89fiX4cAOHLQ0JgXr/UCxLnAvvWNwGBUyq2nMhIBzTcD5/A0VvVXG6+o3s2Z3EnQtKTQncsA7YL1y7UGhtINzYCg1GcMdNX6ty6jAgxJT8KuOU5/k95G0dCf9yHHu9ECmxlN0eiZfgAPDsyWS0rh50227BuHA5HR0qti7EHDthsNSGjoHBrBqiOzhOaJD7W14ynMI6K3b98SG0TkwMG7yBiL5dowWJyof4YfO8XYEoxp2F6bB6lmetk2zFKmoc2DWOjN7RHXoyJXeYqdPcQmz0HeYwMALxNFzcWDoiGb2PuT4Jt5lmidPXxB+K9BxgIAuLCwpjgBNyInVQBeWbfeoR0UwezkwmtyntaznjJ9cIEgFKDsZSKIbSgwdQeRGvSah+pCTYMpMawQHnaU3myAc2OnIRJoxjdO7vurBw1yhnfTJLtvsrkqz10cDBbyxuu0QeTkwqmbL9hPeOdcuBOHAQKjNx1StNdBb1FhB0rX1oSgqWrbzwtlxovKBhJSu51XfdEQZSkaJ6HMCipcDEy1cr+lIV43w9rUbjoiseBkOTJRI4xZjvGakTN1A3KlL2F0yQO9dDti5pyV+cUW9+VQyzcWBiZynOrxrbWmuso6wc485LoGHidXqa2vEX+fAaDDoZRqb15m19G9ZS/+eCrwEM/Uit1utwsvtUZ5iafMJOgd27fpt4RhG+U1XlXFt1AFmiRNl8G4DJSJy6b0SnTEXfWmwJ9bGp5YlSUvWB/ExwDrZ5g3ywWvtY1eIta/3r2LkwMRTI0v4X05UPsiwbNSMU6YL29fGgcmERfy1DZvdY1wIItkpsVW7SU6UH56XA7uUdl1KY+FSN8tCachuK5i7mZoj8No4MGHgsEa8aw3RubUbWRJV58BiYq30FGC0Z2L3uZiL1qNKd42IDDg8iJQuFg4M/YuCI36MZx4/2UZBUNrLVrqJTEobNcRdjVsWDNIWLwcmrRGzx2vz3LqVLXnWObAEOz31dSrC3XrlECIedexEwIMkLiQ6BxV5/XEMyCYtrc11ebjiwNDLPftZw7NckhgF3IT1G49Qblw1HJjB94wDW7TUmiJHiNOmqrWyzwnDB3M5/0ox9Bqw0ImyIftgEPDAnah8HDlumZ4EXuRE5UPWChBcfkvxcmBHT8RJpFdOIUzl0q49AZcjCF41B3YqwmLdCSvXuLfYWpW/z6RO16svdX3U3eycBs2sQRPCMzkwJL6ILdeOUkg0mThJ8HJg4jw3/GK0y1sAqH8u8dUufwxzR3yMuo1DvaMqOg4dOS/nyoyd5HYPBtn7hCCU9VHvkxEJQuN5vVNZd0VQ56iBV8qB8dUynI0p40TZ4JOxF+XhOgeGjpSZs+Mmu+dbnY5MlPRBphMaGLw2yAwgJJ5+2se9+w9HjlsrDZWgc2BAGClsyr0HolWvyc21DsyTW7zzsFyIi08XRgfvQhcpkVHJMlTUvHWhlVXqcI6vv52may4kZ4161oTiTz8fqPNGL8aBycHItRsOxzB1omwE4cBkPkHpyoUGKbB9x0xcLxKD4BrTjIpOkZH0lWsPumQmnyPZbtthqu4KpqRek8G1KjVDvKP2Ol6AA+PhMrjD5+vCE8dJZHvlGiG+460KxcuB8V4he1p/M1kf2Uy9dF28L/Kjx/MtxciBAeqO+FKVemNg6PWzc08kSopL+lYbL8CBKZoKM8nVAGhFUpKtvp6ktqMBOMwyp6digCFRBbph8zbW+ZSUKsWrno5Noh+wrFe0jGJjD+CqOVF2nU6avlkaKiE4B8ZXyDZQdOoNW44pPhinFHUvMsG1Fkq2TyT9lu0nlN58/PgJZSsvpdD0wnkBDiw+IV1WnyOOXCOzQTgwGUr4pEIvfWI+VTll5lapfYKLA+tqm+LVag+6WngZHGaYLLLsPWDh4ycFjR/nU7aaIbg4MCpa2kyzL8ddvlIgkGPj0yrVsLzuOo1GqDEONZU4Nq7Awn/wMHfarG0qqzoHBoRjo/lt2HxUVROSdtmqA3ILZehqkwaB8LwcGDh5OkEU2cBhy3QhfDYmVbbRa9B8lD6s48W8hc7ElMYtxmBU38/n0qhEHL0uvazRHELI0GWqHn33QuwTYo2y0XGSCk8W5pmig3TfDUUvzaP/4CVq2grP37MvSshsTAK92QThwB7lPpYhRb5X72Lkf86CnShNXqTv9JiZlS00VYXq/eO09NHnUkU9EVwcWHrGTelEiAvfLeYUgnNgPEc8wc49ZutiB2dZTAU+waUZhQrima4d8ygcWWBKRWzehsRzuh7ls2J1uJq1oPe84uXAJtrjxYi1QrLiQS5KU8mKl+HANm45RrOkbbuWglGGMlzo8uulhaDOXEuHRRnRrWK0nZroQZgWH5R28uniwJCZ0rwR3S7ZhdiXQX9a6d79UaIFKPP94WdV49E5MNq2nLeEDtX36aW+sP2Ip13p3r0L2Bjf2Iv1MSr0o6zRC9LmCZS2zoGR4cnTrU+m6NasP6yMXv5Yt/Go6K+R49YYkWygcOdujmytRo/DUET7KPOGZnP8ZHy7TtNFR3zZbpJruw66v+gsjBZ9DlZC0uVatotRvc5gXZbyd3FxYPQ78RzJwJ79UaqrEj9n/g4kP2HxskKEx2vjwCg30deW2X88zom1uye2IhYpecPUd2L98LwcGG+UgS9kBTJTlQbxCxbvfq+kNdvJdSTKa+PA0LliA+iTpfg/4kySrN8l6BwYFotMqfmm83S9LvgWGV5A7wRxW7i9WDiwJ3kOm/VZ3SHY3k6sDTqIMMdI+wMHCw4n4+toipQMpb1Uo8eKlwNDlYiGwnxS5Qmiz6XI1tAEOoUTi757lCt7BeMC67XJV4ybZBnw1E6QLXnxNWQpBcn0w8VxKGTaB4FP1vdClI72YZnu+rp2XImpM7coH9BwYAbfMw5MGHjC/EUFHTUp+YqowJr1h23ZdjIp5UpK6rU9+86IT44dpncMQDcQyY6QGj95A4JSXx4r+2ghPvoOWrzvQPSpiAS6nExhIBDppMtH8XJgoO9AS6daGRi4CD/NlYE+Axc56QLDobteGQcGhtrHsJHJIaErI88kZVzOxOOdNG2znLXrmgqHQSDDnQQ0EJ/DYxcu3VO5Rkipir3EcC/KeWAi7BCCK9ceTE69ihZE0bb8aiLZkAXvXg5Mnf2GI0dFz5wbRu3LJdqJuO58OCKeckabLl6+T4wJ3qKLzkAQA0ieH7bzNA/BT1C+gXd5vixQIMNUKIqK9LgxUuOEHv3m69l/pRwYEKeXL0UT4DJRnjv3RFKSdnlaa0F0DgzI+BRXR45bS+mhBa9eu0UVyEhHrQbDsQ+cpAYG3x3iL6TLEEypSr3ocRjrSHWEA9IJ61MuuTgwnJwm9kndhIZfjMaw69F3voyYEPi7KG0bh19YInyAr7+dxku/aDNe+ilOl/fElA2bj8mqWfKGAMFjafn1xPfs9CjBY4WNewxHuiqXnosD2xd+Vl5BNvgcvlES8LRAHBiuo8z8pfuTJUoPTYQfheG4cMkeyYOLA3uUvzm4dVeFXohQ3fhGjonRyQM7dJ3BM1vxmXZB8dgjzzqb5AU4MLB52wnnpRV6te8iL53kvLRir8NHn/1SMSqKhQMD6AUZmOOxkh8krVQNxeLaoINvIZJLxcWB3b59T5b30QzadpgyZsK6sZPWf9VhqjROLim1CF6AA8vNfSJKh1CyfE8agO6Nb995Wn07LqV8u6qdAwfdU5G8iE/IkAKhBus2DqVBtrKfgAafMGWTPLwQ2Zk/lE9m6Mu0YTR12Sp9uWX2vB3C4gTnwICa507AT+7ed16nHrNlKJbQO2QRho2T1MbduzltbZVKqNeETC7u1X+B8NkEOrjOHIAX4MBob6KaCXiklLOSBkE4sEvpN0pVtD6ZfkQ5UBqUCfVLacyYs10Gd1wc2MnTCSInaSHo94bNR9/J5+PF8SY0bjlmzMT1BNoP9YKNh/9MvIsDA2G7ImR+APWF1UH1UbBOA6jYSx/TUWP99CAKULKKuf5+yS70xArVrDJxcWA09W86WftpE+o0HoGFjHGlDE7ksO/wioEvXoADy3v6lGqS2qSmMP77DV5sHXhux1SpGeK7i5oO+tGI0atFFkmgl9VrOlL6tQTkhr7OzJcDu3UrW8ZfaGZ0Pdo2Bj+6W1oyGXvw0D34IhIYgdCu03T0NVpMslGrwTDXzqtBODCQfvkm7icJyDNSYuLUTXhVdBBiCHyd665tYafE+/igdNdmX44jt01ajqUTocHFHXNxYOGHY+RRhIN+W54oBOfAABY7CoIEyAo6FyqGahWPGL3v3fD56PFYqQiyhyigBNRgHC6AcnbqWhJvES6MGlJET+nDeaB4OTBLVtiSHFlBk+ND+g9ejDTDzJs8fbOkfxkOjMyLy8mH85nIH95O7YjA5DNdC1vVqkfSV6k5sEHzUbIGDu8YIU88xY74tfNpy7RPukyctklGBl0cGAaV6GsC/RE5P2VmgSVwPvaSmGG/K2HNnuFLpYJ4ppx1qnNgYP/Bs2LRYYWSfzrFtFnbbKFtjYPPXbjT5TW7QF8TZURivHXaKvd+VKY7DZhv4St4u86BAYpOdngm0CX7hCzs2X+BouiQyd5dAQzecSBMZABQgkgbAn+oSPwjr+ig9a5cc1AMDMyJjl1nDhiyhCYqnQKr73ThFZDFyIEBLuEIcAnFQZdHBnbtPVfoE2J6D1jksvpeGwcGMPtllTZl2LbDVIzJUePWyrAPgYLyzYPC83JgAEGNz0s8316/6UhUarc+80TqEtO9z3zd0QCvjQPDfw8Z6gy+4apMmLIRO7aFbd43ajFapq/pHBjYuv2kmAc0BsoNsUluMWyIQegFp08QgMXCgYEDh86RZy7xL90B90ftqHHv3gPRUFzCpcKtGz1hXTv7GAUCFa0/qng5MMwn2YuY0PTLceMnb6CIZBi2XtNQmZeG5pLEAkwLzHjiaVQUPrWDIlYadpFn7aALsfFpou75WIwNjHzupTsQZNsqGoM+1J9ubdNtpcdQpFfSlsQH5F38LWrXcGAG3zMODEEmHhoekRNlIyb2knRgV6Cz+Y6w7A8/K0akBP0AsNzHT0LHOE6+Huh44yat946EFjsHhrMkG4i7AhlAh7nOMPPFa+DAKAc1FOIKWABejYUboAaDVEA14h4LLVQUDuxS+o1PP3dGoFSgtYTtOr3H3gbdy4Fhf6jxEQn6RCGajZgOrkBR6FP2ggBfxbcc0JEoJDU1UoHKla2HXYHKRYW4/ORXzYHhQ3o/H7WxNezUgYNn8a/QxzoHRtnizItZ4AqYO6mXrjnpDAy+axw9Hic7LKmAvRt9LpUuJsMBLg4M5OQ8xJYSV0eFGvWGLF91QO8FwXE6Mslm5Que8EHprojEQL3jVEQC3pr0ZSd9qa7d+87HxHdS5AOh+gIcGFi59qCMB0mCh48sJ4SnBeLAAH6FukUCIuVMdDLaR+go795W167f7tRjtvJXsTKdCzYiIhOxyPXPxGDFO0pOLRipCYQX48BAxJkkHD/3S3vPTUpx7y/kRbFzYCAyKumrju780DYSPfsd8S1C+RQXBwbwXnC/xSBRAWk/afpmV9G9AAcGbty8w7eIk0NwHSUVdTbl62+n6cMZfHuXnnOeOT6ucD7uEo1QL73GLcbQJuPyt7txaUlq32VyUF8nTydgukgffyYHBugsU2dtlYEAFSrXCFm6Yr9LWQuwN2ilLluUrjR/8W5v+hfgwEBm1t0efecLwUAYk58gCAcGKChFC0lo3HIM3ZzSEF/dxYEBzA8Z1ifQbNTqkAcPcvG0VQYItPZR49fS4MMPneOnlwMD5+PSXA2AJ7TvMkNfByOgqajRUgmNWow5eiKOrMrZOS4ODFBNs+aGUS/6Xcj/uQt3evuIQRC8AAcGsDN37I5QBJIEpNDgEStck5cDIe/p0yPHYtERersi8MB6TUcikVzbePpyYODqtVtDRqwQgaACrXfStE1erwSDlmzLBp4qoGSHhK7Q+SdBcA4M3My8y/e6Xk2bRDV71QTYf/BsrQYF7Zyu0a7T9EtpN3BO+eniwHi46ow4ZU6sH57JgYHIqGQ0o94ZKefmrcefPH3B6zJQShs2H1OeQtnC2xuiEabN3ibktArV6wxZsHi31xQpXg4MnIlKlu3uJWB3NWk5loaEshNx9zIcGOA5WDIu+f9B6W59By3Wl7QKKKgt207I1pcEWp3ahwCZJoueJZBPZBr1eD/noSwEd3FgIDMru9eAhWqhmO65U0cHDp6TWpZAlvoPXoINRr/gp4sDA6ciEr/pPMPlu1FEq7V1WkGQkHT5y3aFzFSEwLETcbiQdHNUuYsDA8jk2fN3ykpfFahEzFeX9DAwENAU9+6PwkjWRRPhvRKdUS7rNh4JJHvpevR6mQ+t7sLR6xOyEInqJMpH8XJg4N69B3iOLtMaGwbh4+1cr5MDA+Rt7KQNYrSrgM05Y+52td46EF6AAwM8lq8oW6WQH/15/WGIOG9pvDYODCB2Roxe/b49TV8CThbVgeEq+zC5ODCrUR2PVXPOVKjbOHTztoJDLn2B4iguDiwv7yktX/njJcr31G0q2gmuFjmXqxJw6yZP30zVO4lsFC8HBjCtR49fRxXISwkly/fEYcH33LDZciFdHBhq68SpC7KcSw/0FAw8J1FQxMantWjrzEokoEYbNh91OjJJNQbXchfUrqyBVgH77ejxOIxJMRsMB2bwZnFgOCSILa8c14E57psGNyNs1+mhI1fiV7dpPzlk6DLUVZDZRsgR+1FhPM01Cxukpd+cNS+s36DFeGU4fnMX7gq0AcWCJbt5gq/HCIJcjYm9KG/3tQjTMlwZ2Om1uQNBXuo6IM03UhB++Bw58VrhAANCMukdpgFp6TfQYdgZZFImPyJ0nGse4BGt3XBEEnfvMw81INs3Hzwcw/P1PQBBbFyavNc1beRuds7CpXu79JpDFfcasGDlmoMyNENOSO/bctBkuHYIcfuBBevABBhVe/ZHoRo795jduefs0LGr9+yLCmRpBcLFtOuUQ89+C+TTcD4v+h0KqoBrhCeA0yKVS3p8CeeahrgL6U4heOwh1BvNg0tnY1KdKA1oIC7t9Bzm7AXG06Jle7v2nktOevVfgEoQx5v8WOW5aBelJykVuCRTKriFQgsds1pfaG9g8Ibg8ZO8mPMXsVYPHYnR+yOSnA7oMtwVEFPxF9IRStjWmFbe9l8U8Iqjx2O3hp08FZFQlBmv12/cPh2ZuHvvmeizKb5D2ICcSM5dO4EIEAhcunrtVqAM37tfKIF6GhJVEriAuxITe2nL9hMor9SLBaV35apden4eC+CxksD3sddv3OEzd+09g5rQ5yIER8Ez/UoSo1z/Li/0l7p2eQqC4C/NzLzLJUwI7zuR1VyibAPl50YR8iNvR+P7vz3LfvuNF3k7zft87KW9B6J37o6ksflqOqdIr/o8RBWLrz0AgiegxJxvj07O8kzsKAqSU64eOHh2974zCUmXJXv4M9KSvUQ1bRivaev2k1g4yalX1edcvZZ1+XKmy9UMAl6BJNm1J3LvgSge+ExGHFs0IfHy4aPnj52IJ8OB0tOJqGKKy5uArFL+VjEGlga0eT1BkKcJKI04SiPsZPihc0kpemlYz/FStgIey1XvY2/dunfkeCxmGxWqShJTlsTXrgfpjLeXrdyPs4p14aUZFJ7k5WH8kNUDZDX5SqGsXsl0+fYKNObEpMuHj53HIOED1VFtBkUHZSj912UnC6h02hiV6Fu/xGEcnjh1Yf/Bs+fOX3zmEJsvsrMfRJxJ2rknkqaF3e5ajKVAPq1efyXTS7SA7HsPzkQn8xByghbzTaPAt6SkXj109Pz2nacizyQFGqDPysqmWIJs1yOgcfLqHbsieDWywjvqp4OrSGMS44GqWYbSiWjqril0PLlWg+Efl+sR3Lmgn3Iv1eRrJ+igoinhrWGnjp2II70TGxhiQnCX96OoDiTekWOxPIrsBfpq6wlXfD5NwFWy4XuVj7pmiymvXUHi83Fp23eexlBJScVgsyKpU1oO6XUy3nrIdatkimKS6UCe45AiNnfsjqByA+k+BVGgroIin7QHK5+HY1AKej7JUiCZJnnmaV57iYenXrqOhIw4k6iMRipCXs0fEqODsj0dkbh9xykkJMZtoGryBVnlFlr17n1RWMgiAXgC7yL/gaYaYIQnJl/hdQRqxzdXBgYu3My8i9zeH352W5hlYNBunQtBYfemW/hcmIjR51ID9ym70VpejI+GwqCiB/FGaeECuiG3EB9EqT16lEsHRwrhOV5Mu84tzoXCQHp4n68Q5Kp0bfqaV53l8eEi8wN88oMHuWjkPfuisJzPxlgzQZ0LQcEnkBPrq/2MQ6QolygW3w8hk5hwuN5oBMSUr8AHwR8S5KoqDa++JrEIf18nFO8JCYx1gZmh7qWpyIvkpw6eRiGgKLnF+paijQnIXTxTb4S+kQroaz4nUFEAlcBr2T58lHs+znLr8K1w63ylsbw9UCNRefO9SqSUjzdvmPHUMv0UNaSMRqUB5acOHkDtSHnaSqHAEykKSIv23Hcgeu/+aLWzDmqI1/Fp3g/n4ZRM2C5L7fKu/Mg/XPeYBwbvJt4sDszAwMDAwMDAwMDA4G3Cnbv3azcaYS95meba69XAwCAIwg/HfFim+7fdZ5mljQYGBgYGBgYGBgYvDMOBGRgYGBgYGBgYGBi8Kjx8mBt/IX31ukOlK/Uu+2nfoq/LNDB4Z/HkSd7s+Ts+LNPt088H+e4iaGBgYGBgYGBgYGBQRBgOzMDAwMDAwMDAwMDgleBJXp6c6sQfclR7WrrPFtAGBgY6nj79Q8jQZd16z7tc5P3wDQwMDAwMDAwMDAx8YTgwAwMDAwMDAwMDA4NXgpjYS6Uq9mrx1cR6TUf+rkTnZl+OC3SsoIGBgY7Hj58EOmDGwMDAwMDAwMDAwKDoMByYgYGBgYGBgYGBgcErwfUbt+cu3NVv0OKe/RYsXLon54EhwAwMDAwMDAwMDAwMDAxeHwwHZmBgYGBgYGBgYGBgYGBgYGBgYGBgYGBgYPC2wXBgBgYGBgYGBgYGBgYGBgYGBgYGBgYGBgYGBm8bDAdmYGBgYGBgYGBgYGBgYGBgYGBgYGBgYGBg8LbBcGAGBgYGBgYGBgYGBgYGBgYGBgYGBgYGBgYGbxsMB2ZgYGBgYGBgYGBgYGBgYGBgYGBgYGBgYGDwtsFwYAYGBgYGBgYGBgYGBgYGBgYGBgYGBgYGBgZvGwwHZmBgYGBgYGBgYGBgYGBgYGBgYGBgYGBgYPC2wXBgBgYGBgYGBgYGBgYGBgYGBgYGBgYGBgYGBm8bDAdmYGBgYGBgYGBgYGBgYGBgYGBgYGBgYGBg8LbBcGAGBgYGBgYGBgYGBgYGBgYGBgYGBgYGBgYGbxveLA4sKys7+lzKkyd5zu+Xw9OnTy9fyTwfeykm9pITZWAXy8OHuc6PP/zh8eMnlJIe86Yh+96DUxEJhHv3HzhRBu88Mi5nbt95avW6Q8tXh2/bceripevOBQ/u3LkfdTaFdu78fltw//7D05FWv8jOznGiDL4LJCRdHjR8+dKV+/PynjpR31tERacsWrr34JGYx7YWRlmMHLdmw+ajcvVdxrqNR0KGLp01L6y47BODtwmbth6neUyfve25FM3UmVsHDlu6ZMU+57eBgYHBO4Pc3CeX0q6fPH1hW9ipYyfiEpMuBzGisEauXb+N5e8KV6/depIXUCmru67fuP1Ue7aKv3I1qyg6nTSkJP3NzLtOlIGBwUsjNi5tSOiKlWsPvgkOFBJpwZLdw0evupR2w4l6Bch9/GTh0j28JcjARRGBHIuMSlqyYv/hY7G5uY+JefTo8eQZW7btOCUJDAwMDAx88QZxYNnZOWWr9Pmfjzv1HbjYiXoJLF91oGyVvjyN0KD5KCf2ncfBwzGlKvX+XYnOX7SZsG7jkezsBxs2HaWIEpOvOCnePESdTZF6PHf+ohNl8A7j2Mn4hl+Mliahh7pNQveHn3US5eP+/YeVPhvA1c49ZmMsOrFvBfAc3ivZhU87HZnoRBl8F2jdbrK0wKQ3WIoWBUePx73/idWiCBWq9x8/eeO0WduIWbXukJPiHUb/wUsolqatxr59bLrBy2PoyJU0jwbNRj189BzTieo1CeWuDl1nOr8NDAwM3gFcSrsxfspG5aSrULlGyJgJ667fuOOk03A/52HN+kNd6VXgxoHDliUkZjip88FdnzcYRoI6jUfIGLEgJz/+dyU6rVgT7sQGxoLFu3GcSf9Vx6lOlIGBwcsh9/GTVl9PpFuVKNcjPsHdeV8/os85w03d+sxzol4BzsVclLd06TXXiXpRHDpy/velusrTKlYfMHbi+ikztnxQutvmrSecFAYGBgYGfniDOLDLVzLfK2mZmK2/mexEvSiOHo8TlVCmcp827ScPHrHcufBu48mTvE8/H1i11sBe/ReUqtRbiohQu9GIN3kFg+HADBQ2bjkmjiihyucD6d2EKjUHSgxh/OQNOtd1/cZtMRCbthr7FizT0WE4sDcE02dvo01WrTXo7t2CBXm5uU/mLNg5c+7279Eq5PZdZnxWd8ipiIRlqw7UbzZKOlTdxqFvyCph5D/lSd6+k5VY7xoHxmfOX7ybAo+KTnaiDALDcGAGBgYGzwTm+c49kSUr9BQDg1C+ar8mLcdiQYlBSyhRrsfWsJOuSWvBOTAJH5bptm7jUf3GZ3JghArV+l29esu54IfLV7LKfurQdYYDMzAoLuCVj5u8AQfq8wbDM7OyndhXjJwHjxYu2YNxG38h3YnKx9Vrtyp9NgBBtGTFfifKxgNuWcotYXGeW14A167fqlwjhLcsWrbXiXoh4Ap903lGjXpDI84kLV2xH2dNZFSD5qNu37nvJDIwMDAw8MObtRfi3gPR6Ji09JvO7xdFj37zUQPVag/Kvmd2zytAesbN6nUGHzwcw98PH+Zu2npi2MiVoWPXpGW8bIG/UhgOLBDKV7W8stHj1zm/XxnwUXnRyHFrnN/fEbKysj8u24OclPu079HjcU6sjdORiTKeSNi5O9KJtXHoyHmkSnLqVef32wLDgb05uHwlC7fK+WEjJ+fhR2W6Uzur139vFlHt3BN5KqKgLaVevBYVnXw/56Hz+7vGqrWHKE9U2HPRDMWFd40Dw+eXiTIv6aW/IzAcmIHBK8Kg4cvpJvWahj54lbMx0tJvlKrUixftC492ogxeAdZvOvpBaWteWpnKfWbM2Z51655z4Q9/uJl5d+HSPaVtvfNh6W47dkU4F2woDuzz+sMuXrouGyEScGxPRSQMCV0h091KlO+RkHjZuadoHBih36DFgSbJPXmS12vAQpXScGAGBsWIPHtX0oePCvrmq0bWrWyhtDdtPe5Eabh//+H1G7edH/nglnL2LRu3HHOiXg6+b3leIJr2h5+NPpsiPynJS2k3zkQnY71LjIGBgYFBILxZHFhxQbZKGzhsmfPb4PsMw4EFwrvGge3YHfG7ElZL2L7ztBOlATO6ZHlrbmmLthPesm0PfWE4sDcZ30cO7A2H4cBeJwwH9lwwHJiBwSuC4cDeGqRevF7GPvKgco2Q5BT/eWlxF9LL2a5N1VqDsm4VLA1RHFjdJqG5uT5aeNa8MHEQxkxc70QVgQP7uGyP90p2/rBM95MRCc61wjh5OuHDMt1IIxvVGA7MwOB7jeAcmC+KnQMzMDAwMPhu8XZyYBWq90dXjZ+y0flt8H2G4cAC4V3jwBYv3yct4fp1//lTbdpP4SrdP8gR2W8NDAdWFNzMvHv8ZPzmbSd27YlMSb36vNxodnYOxcvtO3dHRJ9N0cdQFO7de5BhH8wuD8/JecjPpOQrH5bpRu3MWbCTn5edBM7rcaiItA5pl9+FceWKdfR6oL0suHrg0DmcN77oTHTyMzcGvH//4amIBD5hy/YTfELw9I9yH0efS92y7QTPp9zSn7VEmC86H3tpx+5I0u8Lj36xE56vXM0KP3TOKmT7i7wkk5xFP3v+Dsrz088Hpl68xk+C2nySWy5fsWJycnzmP+Y8eET58xBfapw6Pcsnb3/GJ78AB0bJHz0eJ991+UqWRGZm3SWfWdquL3bms8i/75K7Bw8ekZ4EgXh92tXBwzFkfudu/9ID3CtlqFbGZ2c/OHk6IWzX6bMxqa73yhuTU69+UsEaEZ4yYws/CVf9CvDO3fvHTljfuDXsZERk4gtsm5mb++RczMUt20/yCcdOxD/zKHLyEBefRpGSfu+B6JSL1/zLJTCol4gziWQ4bFcEJRY8z1b2zj87e8/kwHjL6YgEnkPOMzIyJTI4B3Y3O0dkF3chhR48fO65vXT2CwkZdEwyf+LUhTtmexyD7yEMB/Z2AHHUvvMMSvj3pboi2ZxYPyCvZM9zpJ8TVQQO7Nr12+WrWa5K89bjlaZ6JgfW8quJX9pHujb8YjSqwbmcD26XObW9ByysVnswfxgOzMCgGIFZYpmXmn8EJPLaNWeH0ry8vPgL6XsPRB05FptxOZhXwo0YS9t2nNq19wzG7aPCy8vo4DwW37l0ZYuJX7Rsr2Pc5r89L88xlZVVzC0Y57HxaWXsWxYu3cNPgroFsUZ6YnwtSSxtrvJM3fPiLZjTGdj8HoEjwPHEPsdGxfaLCuB4KiAMsWPtxCewxpWvEQhkm8/ZsTsC6bo//OyLeW0GBgYG33e8WRxYp+6z2rSfvHz1Aee3jU49rMide6z9zeLi04eErqjbOLRslT4Nm48eNmqVfgRLVHRym/ZTSCwH+1erPUiOC3KdB5aQdJkbq9cZTLIPSnX9rO6Q0LFrfLdK23cgmgd+230Wf6PwxkxY16D5KPlpXQ0vuHrv/sPlq8NbfT2pQrX+NeoN7dRjdvS5VEmGvtm990yHrjOr1hpUvmq/r7+dtnbDEbnkxd79Ud16zyVv5B+NW69J6Ojx6wJNlwNcGjdpAy5ByQo9PyrbHSs/dMyaICotMenK8NHWt//+ky74IXz7iDGrkwI/Hw29YnX4l+0mVfpsAD4Jn9Y7ZCHq1rlcGFgbG7ccb9dpOl9ql/9g/t6zL8q5XASEHzrXsdusyjVDqBr8k/GTN2DQBOfAkpKvjBi92v6irvJFw0evJtK5XBjkEOfqm8I53L3vjHO5CEhJvTZ+8sZ6TUZ+UqEXBV670QjennLxmnPZA8qWErayVyo/e6NWUQvOZQ2Hj56nOXXsNpMGgy21buMRfK0qNUMqVO//Tefp+v5+52Mvte1gtXMeyFeQRto5ActJ0mApqqddv3Fn3OQNjb4Y/U3nGWK0gcys7CkztjRuOYauRM1SFLTMTVtP6CYjlmKgF93Nf5GA7kMn0j+TLkZHcy4XBvYcthcfRQ+VWuDVdHDNAPbH+k1HSU84fOy8E1UEdO09lwzPXbjT+Z0PqlJ6NNYw3Yc6paYwVZ3LhfH48ZNtO0536DLz08+ts8foDtQOHTnXM+KMb2+VfNeZmLw3M+9OmLKpUYsxfKC+0QoG6OARlhz7uFyPUhV7N201dvb8Ha4i1UHb6NxjdpWaA+kXNesPJdtZt7INBxYcVGXPfgtEF6hAdZ88fcFJERRIHhQHfVy/vXKNkBVrwl175ixdsZ9LFav3f2Q7Krgi+i0q0JFV5+rVfwExDZqN8mUsaBVcpZad3/mIOX+xRdsJMtNZBd47e94O3b9SuH3n/sChy2T7UBVKVeo9d+EuXEonUT4ePsqdMWf7J9opHQQaGBIST9JJVBgHD8fwCXp6JAmN/3xcmpPiWUCUtfxqouuL0KEz54bpX6SfHaKH6bO3SQIE/gelLcZx246TEqNj155ILpUo18NF9jx6lDtrXtgnFa1xTxXeK9mZ3orScRLl47k4MDJvFab2ZNphv0GLcx484uH87N634MBtlLjQpXiwTpSGPfujuESTuOfZ2BlzCNUsY4UqYGNMn73dlUl7UZeVmcXL996+fQ/hI4sUJZSu3Hvv/mglfjFs1CU9lPu07737BXkgPwjMEvbSWxUwWqbM3FKUIgJ0hzkLdsrOVypQ/m07TI08k+QkKoyjx+MatxijfzJ/Y3ep3WCCgzyjp2S5sAq0t4VL93rzTHeet2gXhaMntrM3xStyg3BgNAZ6nDpOhkBj6DVgAQI/EAeG3TVq3NqSNgepAgU1adrm4KMhOraFncQg1J9AHyGfZodwg2ci7kL62Inr6VnYcjXrD8P8WLPhsG4cuoAsQho0+3Ic5hzp23Wy3ByXvBVs2HwsZOhSJDw6KCfn0doNh/GhaKitv5mMbaxvzE5vHT1hHYl5oNX+K/dGCPOToA5lkachRvg743LmhKkbec6CJXvkKsBxQxSjlfgQ/BcE5piJ6y8kZjiXbWBfhQxd1r3PPPxBXtS241TrLcOWTZ25xdXd4i9kIECatx4vn4kwX73+MN6fczkocD14LDoLgZCd/WDRsr1klVxRaBTdhYRCWdJx7frtmXOdTyBQKRRL/IV0r8GMXU22UWr8fflKJuLCZfrajwpDghU8arz/owIB32TLthPtO8/4vP4wCqFxy7GDhi/HNVOeRRCkZ9yUtcWU2+MnwXTEteu3ZOIdlpIThVR8FgeGeqKKSdCk5RhlpHFXcA6MzFCt2BjYIctWFRp8ACvXHkTFYGVhY4hjbjgwA4NiBAKZboVvpU9xkMiqtQahJrZsP4mw4qcEbLABQ5Z67eE7d+8PHIa/U8hl4wmr1x1S0mDN+sP6VRXw6B88sN5esN4rf4kYGkpPqQIyQbYcRKjyE6Pu2IlCBzQIFizZzVWUlz62cOv2PXnL+k1Hnah83Lp1z/oK2wdUoUzl3vMX7/bqX2zUGbO3u/wj22ubhkZ2EmlASh84dK5e05GF03f+quO0YjnnzMDAwOB7hDeLA5PhhlHj1zq/bUjktNnbsOwR1kpwS6hWu2C3BIS766qEBs1HSQKwcs1BNSr6cdkeMnBGwPnxaqNVaw9y6ZMKvS4kXpa1ZQScKP0q4eKl62JM64EHHjh4LjPzLhaz6xLBu0YNv6jPwEVyFZsb7wKbQH6SYd/N39asP6Tyr4ffl+qKZ+gk0rBq3aHff2L5eISPynZX95Lel5bDpazVcLikIQ/ik0iYOnOrkygfOQ8etfxqolwtUa4H+VfDx517znGNGnvB5w8esULS6wE/c+fuCPnby4Fh0Ag9Q3B9EZecRPnAXsHlkwRYGHoOO/WY/cwcgnUbj3wYoMB9CxDjKVD2MMucRPnAQ5arl9Kuy8RDVxDPFhw7Ee8a91RB9YXN26ynlSzfE89NNaTmrceJpxoTe0nmNBFKV+pNUaihzEbaXMjjJwO/SFvHsG7TURk7IPCZqoj4TLqbkygf1ALOvCSQWlA2awebN3LS+SHqbIrkB1+06Bab9Nx+gxY7v20cPByj5EDlmiGVagyQvz8s0907QTUz667KsyvUbzbq9u2C8wxA2M7Tv7PPJKDkhTAj6D754uX7VKlSC6qFkFg/xkDwJC9v5Lg1LpKAQAns2htpOLBASM+4KYWP9O49YOGMOduHjVolftQHpbvuPfCMid4PH+biFZCYJtp34OKZc7dPm7W1RdsJxBAWLdurD/i4OLCjx+PatJ+MmhBthWqwaeMp3XrPVePsL8CBIf2kp3xSsdewUSsXL9tHrpq2GkuMJHYNQt24eUekN42kftORKBde+qnN/RNChi7VaTDu7dZ7nlz6os0Enrx81YERY1ZLTspU6XM1fz6mAhJMml+VmiGDhy+fMmNL75CFkh75jy520gXG+dhLkp4vGjqSL9o7c25Ysy/HEUMYOW6t+qKO3WZShqJk6aGUrRSp2pbkBTgwHt6zn1ULhOatx9NC+OTQsWtEEtIxXbMpi86B8WScWOnj5av1+7b7LO4V5ubrb6c1ajGG+JfnwOIvpAuXgwM8JHQFbXLW3LAv2owXWUFr1zWa4sDIiYwSohRafzMZlS1ikAyoaUCRUUnSgOVSjXpD7NKe3KXnHPH5AT58U7umaOTfdJo+dtJ6xBTFKF/dtsNUlTIQKKV+AxeTmMCjrPJfHU6liz+PVkpLd6+4orpFWtLXKGGaXN+Bi4QoomtQy066AHj06HGXXnNJ/FGZ7lT9DKtTb6MVSZ6nz96mlxjZGzB4iRRmk1Zjp9vZwzSVtXGlKvV2zTQKxIHxnOGjV8kraOc0AOQJDySGwqdsiXdxYLfv3BdRQ9mSfuzE9aPGrf3CIr+th3zZbnKgucM6Fi7dI9VHlkLHrJ46c0u3PvOk9LAuvONHBgaC3NzHKDtlHemhZv2hqZ75XshD5LbyLPSAqPHaafRcLiEPI6OSRRbpgZ6l7JnMrGx6uiuBhAMHz0oaWSLWpOXYw8dihV8hTJy6Sa4iPNX4IDkUdUOgK02evllZm4uW7pV4V6jbOFTJscdP8uYs2KmsNT1gVxRl2oeIiDqNR6DKP7dZPT2Qty3amieF/eFn1VwKKgUtJn/zCROmbHQZzIgaLjVsPurYiThl4SNA5CqFFuhR4ye7H+ULZHL9ZoXGTyW8X7LLmInrg1CkAhwoSe/rz+pAbF67fvuyvVbeiSoCB4ZXgjVCAtScE1U0DgxDY8wEa8y93Kd9L19xFukCzJ4K1fojh9dvOnrn7n3DgRkYFDuCcGDlq/YbPGI5AgrzHtsbK7TSZ46rjgvjJLWR8+CRrOZErA0YslRcNrFRkXVqIAIZiMmH6SWSvHaj4WLcdu8zT8SXlwMLP3Su0C0N5ZYpGFRySzFyYDxKdCIyp36zUXhtWKoygIMtip2vS2mkWZ8Qa8yQ8sHyx4LFKySNqDmen3G5QJQBhCq+qnwFz6QAMaHxCmXiI4ry0JEYJ6mBgYHBO4DvDQcmvpC1rmh/VErq1eSUqyQjhqAmg6NXTkUkEMTtwQ6WnzGxlySBIsm69pqblL9U6EJCRsdusyTeNTaqWC6sZ9QM2mLJ8n0R+TOU1VW0coXq/Rcu3YMjhNbZuOWYZKBG/aHosw9KdQ0dswa/jksnTl1A6XIJPZShmdqAJ8vTUEtqjONCYgZuGJH4M65dng4dPS/p8QdQvRjo9+4/PHIsVqZ4oI9dq3AOHomR9F16zknMv8Tzv+0+W+Jdy6HwbGUItXrdIUePx8nw0K1b90aMWSPpXQ4b/hiRpSr24kWSGG29cfMxGSdVdRQIS+xxZELz1uNPnk7Izs65cfMO9kGZKn3KVnEmULs4sMNHYyW+c4/Z6mMTEi937jFH4mXtoMKkaZuJxAk8eFjL4ZbjksOps9ysngtHT8TJiFidRiMokDt37uNc8UeD5tZKCAo8vrC3f+S4k75T99mK26DkKX8iCTt2FzrwWXFglWuGUN0YcFFnU2gzh46cF4cZy0aWeVHX0rDF58d6k58ENT4rHBihftORNN0efecvWraXBFzCqxc7EtddNeZHuY/nL95NSuInT98ikepFMlW/W++58pOgXnQsnyejE6mprIlJV7r2tkYbCdt3nJJIAS2ByE8q9MIYdWohL2/zthMUIPETpzmDF4HQO8Q5m5qX4rvSQm7cuONcCwAvB4agkGUQWLFqcB8LtX0Xa58WmlymxvCRPaGxeSN9U74xPeOmGieSxXaSGAgHRnyDZqO4hVcsWrr35OkLkmLfgWgiCUNHrqSFE8O9x0/GizeOh+8aO1674TCJudS4xRiSUSM3b96hqeAblK7cRxqY4cBcoEi/thks5La+tV1OzkOhPSpWHxB87vbhY7E4IZS8a83rhKmbKPOPynZHEjpRHg5MwLuCnAf2vBwYXyT8fdVag/RRIeJp2MSjcfRxbeI723KGrG4NO8lPiX/4MHfEmNV8Ap+m+j6gCUljnjUvTCUGCC75ipHjCilleoHEd+87Xx/0z8y8K8P3lMbNzLtOrB94S+tvLF75088HXrteQLARjwdLfMnyPV0rI4OcB/YCHFhkVLJ4g0gk/ZMTk69I+Q8fvcqJslF0DuzYiXgpzE49ZqtmxivQRx/mr756SQ6MpyH9iMeV1bk64mUqSYnyPZFyTqzGgcktGEKK70GYS9HRJvO0crBvscQ+isOJygdvkaHnEuV76DMGiN+245TMhxg7aT0/nQt+OBuTKu+dPH2zygxISb0m5hOv0O9PTr0q8d92n6XbQvTEth2shlSuat9Aq3gFUdEp1DgtH8vBibIxZ8FOIj8s3U0f/Yw5f1Emc0ycuklni1MvXpdx5AFDl+rfF4gDo5d9UNoqkNbfTKZ3SCQlg6lJ6RFP0DkwLslANjWOFFKvIB6DQdrJyHFr9BLzgu4pfPnMuYVWBJ49l1qqolWnOsFsYKADR0ZMjrbtp4QfjklLvxGfkDFn/g5h3PFfsgsTqAuX7iX9eyU6Dx6xHIciN/cxNlXYroiq9ip/FMGVq4XmTwgHRidCIGObYVNhKiOF6IYyKY2eIgwHTTcqOplLdBDikfxHjseK/amEmwiiip8NwE1AnnTrPW/GnO2ycPnipevCWDf6YjS3SC/GHhDNiCg4k794lAyTYPvOU9IlyYm8BY9DdbSlK/fzmQTyT4E8evQYtYVIF14Ee8w14OiFiIiyVfpgflepORD/EbVFJnEYZX4h8k25pQJre0Zb2sj6dRkAzci4KdY1n6ArcSCio0K1/jwQOYyfi3aTNc1p+WuwkFH4oc6jLmfK3BcedepZZuTt2/eEgqJOMUH5fAwePBosCtF3o8evCy6XZJYnn+md31AUBOfAEGhYYtg2CMnocwXLgovCgfETPVLN3uqwZ/8FUjh8S8hQq602aTUWbWg4MAODV4EgHBgB2YJgUS453VlcDASjPg9p7wHLTkaDINycKNt5H2s/p3Tl3rp8zgp8HpiXAxMUxHvOAysuDgyZJqND2H76HrB4behW4rEkjx4veEXEmURL85bsMnv+Dt2cw3YVU9k1qHU+Lo0nIyF7D1iojzPcuHEHEUf6SjUG6N6lgYGBwduN7w0HRpi3aJcTlY829uIMDGLndz7klmmFFQB2rcwR+7LdJLFxFfgpw9x4DrptrViuqrUG4fY4sflQV+s3G4UWdGJtrFjjXCpTuU9kVKFR1DPRyXJpyYr9TpSN+jZ31bnHbOd3PiKjkiS9vqkgGZa5IdzlmhSMDhNXR58mQ3pZFdHyq4muPSi41K7TdC6Vq9pPH8NdaX8CPmFaunvz5QFDrTFKHAbd4cHPJNK12gaMmbCO+Br1hgYZcuETPi5neb88xLXjv4xbcYmgc2BkW/YzxB5yDUpyScgMjAx9ZmJjewJ+n5BFzu98jJu0gfjP6g4JMirEM6vYBVi3cahrDvWNm3dkxmXfgQXfTnrZ6O+LNuO92ROXHiNMHy9THFiNukNcc8yj89c/bdpaaJA0yHlgigOjzZ/P54AFh4+el6edi3Gvq/vWJoP5RldRiIvuPQ+MbxG3sNmX41xOKZe+7W49DZ9fr1NZ59G973xXYU+abjGUrkblBabb8FHOtHoVmrYaO3Pudu8MZYGXA1Pr2y6lFSpnzFxx5vXla2G7IoRqor87UfmYs2An8TxKry/FgWFQujaRwwOXVkRTcZXwpbQbMvKujzjn5DySERBEnKubY87KeCjBcGAuUOzUI76BS/aCm5l3ZVxs4dKC7ZK8wAMhTckKvVxTm9MzbsoQ//78eejgNXBgd+7el6fxLicqHzGxl2QOvu77JSReFrE5dlLB4fCCBw9yxfvS5ZX4aUhU1/eCTj2sSRKIWXq0E/WHP8j0Q3SK7koJ6IbCbQQ/j/Pu3RynwS91UyyxcWmSeZdLWbwcmBwuWKXmQJfGATLCiKTSa6foHJhoHxS0d73Ozj2RImFekgPLzs6RZjxvodsowlAR8ubQkYINY21Cy0pfvc4QL1HUpZfleNdvNlKvffsWy5DwcmApF6/JaPWseTucKA2oCS4huO4EPX1KDAzfUpLegb7WO5Rwe5U+G+DdM5ZeKYPXI8asdqL8IFOgKElXxjDepDC3bC9oPKvXWY2N17lG/IE0/oZfjNaLKxAH1tVeeYaFkJnlpoT3hZ+Vdq5zYCgCWYnoMl8FYquQW30dthfCi9NWvT2FYkdhIQGC147Buwm6kvR6hJir8ew9EC3NdfvOgllNGZczxdsaErrC5VlkXMmsUM0yvb7tPlvXHcKBEVp9PUmfbARw8Yinh7rW4ArR5XsemFwi4IW5ltHPmhtGPHlwLWJWy8sQKU6UDYtwCnAeGDJTxkxDhi1zyX8uyZQySuxxYb/SBRERBESHa4IIJrow64gL3TKca1uYmN+uAsFSFQcwZOgyJ8qGcGAELEbXnDw0BfHlqroXB9y6dU/84gFDCq2r8GLy9C0ko3moSaUCMjx34U6LfCrdzbuHsA4ZvKa4gs+PCYQgHBhVjB/0fknL6rNnLRSUYRE5MICp/17JzuhimdiBq46aI8hEKMOBGRi8CgThwPC2Vnr87rPnUrmEIa27PDKLulzVfi5DC8nwQemuiAXdm3gzOTC8GPEOZszZ7kTlA6NX5pSEjikYhJlsj5mUr9bP5YXl5TlDTM1bj3ei7Ejxayp9FuI9ahq9L6vBvK82MDAweFvxveHAvOQKkJU9Jcr3dH7nw5cDOxWRSCTBNQtYEHHGoZrCtU2cFMsVG++z04W66j0mPTr/CCvfUS3Zvcc1Olmr4fBqtQev2eDewS8n55E8asnyfU7UH/5w8vSF/Of7DPkNG7WSR6HwnN/a1x087LPYWdFyuu/3pb3swOUlChKTLkt6fYi/pb0RYp3GoS4X8VREAk4v7p/z2w/7w8/KA11LowTYQHJV58DIszANBw76bLplb5pnXd2zv4A4bNXO+qI6jUa4cng6MtHKYejKIBwYBSgP9N1kMnTsGgq8c4/Z6glq1z4+TWJ0YMPJ1d17C9beKQ4sJdXN5WDi4JtxadqsQsvpisKB6TMiBdt3nsaXq9d0pJdtEj+5TOU+rkuBODD1IXo5K1BfclWvVpmzj/Opu6MgKjqFWhgSuiI4ByagBQ4fvVqoRxV41zedp5+PK+SfAy8HFhlFbVoZW7vRvYMlhRkydOmOXQUZlhHtz+oO8Y59X0y7TjxVrw83Kw6MtzhR+aBVSD26BmUEMprzZbvJqgQwqSWfvq1u0xbn2HDDgbkwe/4OisW3yoAsoOmk9VYvcK6kpiZO3aQ7ZjgSEWcSkWn6dLnXw4HNmb9j5tztXl2DAyYMit7LFi+zNnf6sHS3m/ZaQxe2hp3kUfr6MBowMes2HvH2PnG06jcdqY6+y87OkTUBIQFGzeiGXEXCeCdrK9y9mzNnwU5e6uL7wfUbd4RicS0hLV4O7PCxWN6+dgOf7B64RMySvm7jUJ3kKCIHhnsphYMZ421fFLhM3Xh5DmzuQqv0UjznmFLjkgFUgBOlcWDUphOlQdbmVqk5UF9fFYQDE34Id11faqYQF58mJNzGLe7xBR0IN/JP79DHxwU0dW7HIlK+/b37D2U5eI++8yXGBaGaajUouMUL9JE0EvS1vgyUNo85QafWBymOn4y3srfukHdcW7QkKixHe5cvB3Y3O6dMFUtJ9eg339uzaAwyCKtzYIh6YihbWSXsgrUu0+4aXkNRIfveg/I296A2T9ahljm65mcYGIAVq8NpG7QxF58EkDnCu+hMM/KTGAROurbeWmHBYmv4jy6gL9YXDgwxqK+lFpyLuSi7MrhYlmdyYBU/G+BdhiXUfvPW470SXqa9c0m3AYJwYNIrS5TvgcnnRGmQ6RR4nb52nYKIiNKVenvPDyYXkttPPx+oC1XUBJHk1iskv2gzXi7pn6DWgXkXWiGCuNS4pc+jhJpq3HKM/igX0D4YVCTr1meeN9nt2/dkkiXV4UR5gN6UTU2q1R70YgS84sB8Aw5aoxZj8IhdkrboHBjqvm0Hay4s1s7NzLs0D/7uO2ixPNBwYAYGrwJBODBXpADnS5a56y4PLgwx75fsMnn6Ft0wQ+yIdaefWfBmcmAz7Ukbn1To6VUQiCC8AyxSfRfZvfujiPGe+gGGhFozxpDJzm/b4ZK5GqMKb+khwMqVqfCIxOAOjoGBgcFbg+8NB+YruJevOsAlgmuuri8HJgM9H5bp9tCjUwGOgSwf1t+uWK47d91Tj4F21W3Q44/JJV3DKciSL30afnDIo/RznmfNs5QlwUUkBIIMCgf5dpkHrZxbkokv6rIDBOhImRC6SjvUall+XdRqOHz56nBflzgQps7cyo2/K9HZuwoBROUTijoHJuNQfJHvmJf1Rfa0Sp17E/eeUKvBc+dwvu3ME7zDr74Qu+fD0t10a0yB7Mnw4uARBR6j4sC8QwNAhtJcHmZRODBMNyeqCFixxioiis7lRgbiwMT5/6B0N31wWYHPlJ6oL0lck3/AbM36w5atPPBim6IInuTlnY5MnDJji37EKy1za1ihcXAvB0abkamvJB4wZMnhY7GBRk7pXzJsqtdUcCgOzDvXdelKiyypWmsQJeNEaZCR5YrV+6ur0uroF77FGxuXJp3UcGAudLWHk6rXGTxjznacBFwL+18nyEpE33ElBQRRc3uMiVCmch8aD5LwWoARrtfAgblAp6b2j5+M37ztxPLVB0Qa6w4hPY4YSkDPUhGR+/gJvZJGtWd/FEJJ2AWdA7MJJ+uNcz2LkAQiFkqW7xmEkHBB/yIEtTz/lXJgOqgF+eS9+6M3bz3evY818vhiHBg5ySe0fHICZLv/lz8PTAcqIy7eKj2egAyXpxWdA8NK4RI+uc4M2bdY0tvLgcmSrArV+vtuKHrv/gO5cUhosIkvOihS1LFV/geiaXLSO3QO7OKl69IppngOIhXIUedUcZDR1dzcJ+06Wfw3AR3Xa8DCdZuOeofOvVDZ23cgmvYp+/EWhQO7mHZdFqh59zAQ1GtiDQrrHBg2GDHlqvbztTlpwDJ0MqDwYRg6KCt5KRamLvckjJ+yUeSSdyjHwEB23EXa+3oKXjicQTP/9HEX0kUs61PBhAPDZvPekpJ6VRZBuo6TfCYHRj/yXgoCIZwatxijC/MgHJjM6qjTeISvRktIvCwid0/h/eRdEBFRp5H/Q3baSgpVnnrRh2bzontfi9Nq0LyQCSEcWO2Gw339jkCQDaKpRKXivUBJCfvu2mFeQdaLf15/mHddrwCfQs4Sc/F8RQfSLwgHhlhDcbhWvwHuKiIHBi4kZOAL/65Epzb2OZE4Pmrk2nBgBgavAs/LgWVmZcuMKP08Drq5kNYErvYbvGRr2EnX/kwKuBtvGgf29OkfZFtaHMkiDuvpyMvLS0u3bFScHT5Ktsiq+NkA57K90osYgnddnQBnmavk85mnSxgYGBi8Hfh+c2AyZE+4W3i8QG5xcWDielWvM8T57YGMpPfoVzDR+IU5MLSdXPLlwJq0tCYhejmwp0+t+chzF+7ClP+izQQMbuEeJOgc2JD8QSjn97Mgs0Kq1R7s/PagQTPrUKtu+UvHlL4MHuZrIztPnuSpjTgkkP9hI1eilZ0UgTHY9mPLV+vnOw/RlwMbPsp6V9VagwJNXWzY3NqbsUvPOc5vO4cywKQCOcQvLUoOR4y2bqQ6gsyU1CEvCpK9Rl9YGzPai1GcmOAcWDmb7qINO79tvAwHRnzYroiR49a07zwD57BancEykk4oOgdGVyUen9aVXkGaeseuBSdmUQv0ZVlUJ6Fa7UG0z5P2WWUvjKTkKyFDl8ljPyjd7bpm+3o5MBAbn1ajnjWtVQK3fNVh6uLl+1yb82Ddyu4Ecxb47PrliyAcmOwLGjyUrNBTDWpQs8RgrLt2GRIYDiwQZIp08NCw+aggHBhAp4SOXSNDeCrgZeF3uTr1a+PADh89z43ISa56g86ByenQRdm4T+H2nft4Qc1aj5PFha6gc2CRUcnSKbxjhYLde8/IXc8c6jpyLLb3gIWyZZY3vGoODMU9a14Yder7yS/GgaGtRJBGBOiVxciBHTsR3ydkIQ2PBN7w6jiwbzpbS2NpEo8CzAiR9SLfdp8VXFvezc6ZM38npo6suXQFnQM7H3tJ6hfpKjEuqA1+A416CO7ffzh+ykaZRKxC4xZj1m084pUG1mK7BTtbtCV7Vmt3haJwYGgZqVm9b+rwcmCd7PNZAw2UA6w4ErTrND2QaWGtw7NfGjz4yiWDdxl0ARnlb9VuUlEM3by8PFkb9E3n6U5UYeAHyeQtfeP3IBzYpTTnsL1i5MAQ8nsPRE+dubXPwEVt2k+pbe+3IRq2iBwYxm0tmywJRH5cu35L7POFmo/mRXAO7GyMs6eCd4Empsi+A9H4s30HLmrbYUrtRiPUJzwvB2Y9Krzwo+oMRjNyV3AOTDYLQe+jap2owpA5pkh+76avCrLXOt5EcCkdCIoDq157MLrvVP7hxMdPxi9duV82n0cbuubVPRcHRqsfN9nab5aAN7Fs5QHnguHADAxeDYqFAwO4GyPGrBa3SwIStWmrcZu2HXdZd28gB4YYlz1yEOkSUxTcunUPwcs3ikfmCjoHFn3OGkbDlNU3rdGBDUyCkuV7eveWMDAwMHgr8Q5xYDK5G9fL+e1B45YWLaEbuK+TA4s5f1EOrCJ8WKYbihCHIWToUpnRT9A5sJ72vha1Gg53fj8LMtGvrufgNIWm9t4guIjyMyF/t0Oy0ab95EBhW+ExSnA+7hKeXpWa1rYYKrT6elLwkzZ7D7AmVtdqMNzX7/blwGQuNl5NIFe9WWtrtUfrbya7EpyPSxs2apUcy6QCOQzulclhzrhMRRkaAHiYpMfDDJRehun1sYbXxoFhbM2Ys10Nk1Wo1p+q7DdocciwZTKRqugcWP8h1rgw7TAQB9bC3iGTf13lEBefPnz06k/tbcFUaNF2gm4mvgBmz98h/BN2oRMVgAMDOTmP6J60eUX+EUqU77FkxX6V2dSL12QANMjeUy4E4cBkvKZkhZ40S70f6aFj15nKXpf0n9Ud4svWGA4sEGTX04ZfjKZPETZvOyF/6OHAwbNF6ctoFnyePiGLxGWS0L7zDH2Xv9fAgeXl5fUOWSRjZDXqDR09YR0ey9HjcVQ9QY4o83JgX7QpdIhXECBaxSX7sHS3Tt1nzV+8m6edikigjYkC8uXAfHdABUXhwPiivoMWyxfRwkePX7s2/4siIhNlM71XyoGdj70kYo0bUbXzFu3ascv6ZBSE9LsX48Ciz6WKPOFRTlRhFAsHhrylXqT0KBCso7UbKL1YSi8yKkkm7L9qDqxek1BvRQiKwoHFX0gX9o7y79B15tyFu8J2nbbKP/aSTHDx5cC8JoegiByY4P79h1u2n0R5iWqQ8GW7SfpWkBcSM2TrmA9Kd23fZcbchTsR7CdPJ8TEXgodYx149lwcmL6DjY5AHFjtRgFHsZ/JgcUnZEgDmDZrmyPuthUSfQREone/HYN3HHR/WR+vJsMFB/1FdsDT913XkZl1V+Y36GLntXFgCMxxkzaI3CB8XLYHL8XE6tF3vmxIW0QODCkk5Ad904kqDGzsSjUsWRH8CMzgHFh8QrooDv3b791/wDOVrU6/phAwWXFmhfIpOgeG0JswdZPnUZPtR1lfF5wD23sgmjQUpnerdoFsyoKZFGRDyDETrUld75fsctZzFHFRoDgw73lgAN9BFErLrybqlthzcWDg9u171etYzC6thfJ3Yg0HZmDwalBcHJgApwODFg9Lpl8QsAy7952vi8Q3mQNr9uU4iXkmzkQnl7W/EWHeueccbNSdeyIxobEAZcDKcGAGBgYGQfAOcWCyNEffIdcFPAcS9B6w0Pn9Gjkw0svhRhjl+8LPuux7eZTOgYXa36JruOCQ9TpVagb8dtwDEvTst0B+Xr9hKXVCmHYw0nMBPbpo2V48NHlO/WbB5rZI1ZSq2Mt3WMeXAxtrW0h47IFGgnCTSNCtT8FQowv4couX7WuYn0McniBj4uK8Vajevyjj5mC8PZcQAy5Qel5Hgq69CsYOsMYkJ6+aA6NfEI9dOHLsGteUyefdC3HStE3EV/psQCAOTBpAkLOXUi9eW7J8X6MW1qI9Au0w0KPu3X84a17YzLlh+w/6HLEm4GNxsHlO34GLnKjAHJjCgwe5Bw/HDAldIdwDQQ1GZ2bdleH+QNu+eRGEA5sywzpUvGb9YUVkJiZMtYpXXxmmw3BggUBdUyyt2k3yHgTywuBRpyMSv7K3fiIsXVkwsf01cGDbdpyiwxKWrTrg6krpGTdlmM+7FyJCxvf5Ljx8mCtrIul9VwqfvQ/o9Vx6gb0QESO+g32CsF2n3ytpfdGSFftcXT7jcuaHdtG9Og7s0aNcGf9C6Xt3wxP3+8U4sMSky0Lg+Z7hB4qFA9u974yU3sKle1ylRw1K+3l1HFgR90IcPnqVE+UBBSsKGmGY5jnibqKtVl5gL0QceK8xFgQUHdbFt91myQLimXOd88DpyKKgqSzveXWTbTFeFA4M7SZrLBYs2e1EFYaXAxNb6Jl7IQ4aXsgS0EF7luPNaTlOlIFBEYBZ8lyj/G/yOjB8KIx/LiE3Jk/fgoLQ9eZz7YWIlHgN68DUmc1qHRifIJMXPyrbHZGYmHRFF/XPtRciurtXf2vWII/CqkRJ6Y8qyl6IxbIOjIeIOT1pmo8a0nH7zn3hKZt9OU5ZccE5MCAGNnZXopbJ5+XAQEzsJbQnetn5bcNwYAYGrwLFy4EpPMnLO34yXnbrxVTerCV+FRwYzvjR47FOlIbn3QsRk7goo0z37z+s3cgatWvaahwKyInNx7BRlq7RRwgvX3HGJM1eiAYGBgaCd4gDU4frYF47URpych793rbOMaOdqNfIgc1duJOYEuV7eMfNgTxK58DUt/hOtL+QkIFq36HRV4uX7w2S3vp2ewYi3pHE4FbJvvzoRYlxgQ/MuJyZne2Myj169PjylUxiXONxYMIUazyLEKMxWC7MXWB9PsG3anw5sGX20Up8kZfjAXiAsjZi3KQNEiM5JHhziD8mzw8yOXGJPaprva7wXnkCXEoKPGxXwVxvOXssUHp8YBmxHa0Nc78ABybsTuhYNzUFAnFg1KwM0Q4f5TNAGYgDk/mVw0cXnIUukCOs+EzfdstnytiuyiEuaKB2IswcAT/ZiSoM7hX/uUvPOYFsxAcPciVNcA4ML508eMv56rVbFatb83nbdpgir1Adgdu97yTNlu3WGiP9EIIgHNg6e6z547LdvWY9oBtSOLqhvDz/BLubN32K13BggbByjSWZ0QLeUTZw5FjszLlhSG9vI1RYturAzLnbww/HOL/zwQNlkWsna42Lc3twDmzhUjeFAOj4XKpWe7A+KKPg5cCE1Wv51UQve+rLgS1baU3Kpqf7CnzcS17dtddceVpSisNpHT91QRLo8HJg9+49KGWPVPYbtERiXJDTU+pxi99AlUBYui/ajPfu80nfDMKB4RV7q5Ve81FZ65bFy/Y5URq8HFhK6jURTUeP+8zc9OXAxKts3GJMkI8CyFs5jQlp6SsxZBxN58AQO1LjuopX8OXAZHPjpq3GejNT7ByY1waQGaNI2hs3fbxlay8+u0Fu3OIeX1C4lOZwWuGHCw12C7wcGBUnW4B26z3PV/jLqXW1GhTc4sXq9Yfo1Lv2us/sodvyLm7/st0k6RFp6TekEn3nW/hyYDJLxjWyT+8TW7Rn/wW+2ZZRDJ0D27ztxO9KWGWrKwKFhMTL0s6DrEum0X76uTV8PKjw6aECtMyCJbsRgJhVTpSBQT6CnweGtKR9Hj5aMJG8iOeBhWuc1uvhwBKSrJ6CaeorhV7ReWB7D/hvDiwIzoFt2HyMqyhiRbqjl7EV+QTkrcToeC4OLDn16sflrEet2eDzqOI8DwypqK2mdQE/XdacVa4xINPPZVCIjU/7/SeWTYIucKKKwIGpipizYKcT9UIcmC8MB2Zg8Crw8hwYMnDN+sNYdxFnkiRGIfveA5nBgA3mRNmGWUV7lb93gC4QB3b79j3ZGGCtRxpjBudPYvOZgVdEDgxglRGDb4VP50TlA+txxJjVCM/OPZzTPUjzXsnOvy/V1ddr83JgyF7Jv+94EQWIGOQqFmkRZ+gaGBgYfN/xDnFgFxIzJPHWMB9FJScSE6LPFezGrrFcr5YD62sPcRLv/NaglmTpA2SxcWkSuXKNz5wOcTLxY53f2t6G3mkvYPc+a5SNoNMPPeztFvESnd8a7t9/KIPvmB0So8rWu5c9bq1Mst4X2D9UUyBXrA53ojQsWmYReASdA0tKviKP9Z1uz7vklsgoxySiBPAAiYk+5x76wfWVS0HmTccnZEiapdqEVgVxbus2DlXjXEkpVyX9uo0+DWB/+FnJvM5evAAHJlPpaTzObw2BOLBLac7H7vJzZWX5mpcDk0nxfUIKiCVBSuo1OcpFtQQd4Ydj5F3qrC8caUmv6kVBTDouBTo6BeClk4DefTfAZP/IM0nyRqxJJ8qPAxtgb+HYpv1k77ikTMPne1UJyLaWli3uGbm4ciVLKDe9WwXhwCguWabmu6OXtPNKNQYoG5QGL2Uyb5HPMgLkj3ys4cBcSEy+IgMoS7XjHBTafGPtE9i2w9QgHFhLew/P9l1meNPIfqHfdnsGBwaEPR0xxsflEN3xUdnud7PdmmX56gNS6ToH9qW9u+M3naZ784NekGagd5zk1KtCa031rJt58CBXxqG69Jorn0BnlGbsPU8e707WLekcGBgwxGKwylft580/jVzGPfXZJF7Ioc1fdZzmXau3eNleKQEXB7Zrr6WjPyzTXWeDBI8ePS5pl/bAYctdBYQAJPNc0jmwqPxTu87HpUmMAt1WhsZcHJjIxs/qDvEd7dXBR5GySk0fibF4+T5RnToHxluEU6RUXQLp1q1sWUrr4sDa2f5q628me/3VZatoP9YrXpIDA+Xs5b/9hyx1fufDWpVlj4eOnbjeI0GdszPLVO7jazUJYvL3Noz2MDFZWdl17FXpOgcGZHi3TJU+3nUGaek3hbLS55R40aHrTNK0aDtRHzUWtOtkjXG3+trhwLCvhMY7E+WekEFzErXr4sBkDkfVWoNcZfhtd+sIHMr2toeN3rD5qPQ7nQNDD5a0V3GFjl3jVU/IBC6VrtTbpdZdkPEjJJL3pQmJzk6JBz0Ev4GBTN5C2mAoOlH5QP7Lqi+1XQQQ0YHsvVR4RwGBdAoa/02NLH8BDkzmYdDjcD2cqHwE4sD2hVsuwCcVenm55MdP8kSfujiwy1cyZTcOfcWAYNPWE8QjZHx3EJWxy7JV+gTfiFXchEqfDfBOHSAbsm149TpDlDMbfvgcMUiDDM9KZcSUOjxG/4RAHNjBIzHWo8r39I6u8qivOjpEZhAOjJKX2u/We57XCMnMvCu7QQ4btdKJCoClK/eLuUJWfY+5BTQMOTmMdqg7fc/kwLKzH0gmMdKeaKvHDAdmYPDG4uU5MDyvFm0nENPbM0aBdS2X9A17s7NzxK/xTvAKxIEhW+QW/ZwFwZ0792Vm5Nj8KdcK12/cwY/gUlE4sJTUq3gliMd52kH7gnv3H9RqYM3TUsOGMjX8wzLdoqLdJvTVa7dETuocGEJbxvRQQN6Zkdb2FTaNN18banj4KHfnnsi9B6K9XoaBgYHBW4B3iAMDcggThqzLCbmZeVfUW4PCW/ZpLJfPaI529WU5MBl5R6+7XBc8FtGgBNck8YbNre3jUHIur0bmP3JpaGghb0RcrGq1B7uO5sKeqFnf8gRwSp0oG6ciEogkeJdOqw9Xm0WQbRkUm6TN2hMcPxkvib30mAJmikxRwYFxVc3GLQ6XQ9DdISBTVqvWGuTyPLOysp1BzCYFpNQDcmhPPJ/g2bL/5OkLwkh56TEdOMykqVC9P466E2XDmq1pP3ng0EIE1Zf2UDvZc+2Pj40ls87raJwZeAEOrKPtKNJovYNlgTgwmrqML7sGx3nC0hWOd+rlwGQgr77fi2Qs+9PPB7rGGvgKGcqs3ahge0NqQQb49PF9QUQ+fRXhoccUduyOkDQdus7EinVi80FHkO1MqY7rWpPwcmCySgYp4T26QIYD7GPknDzTgOWlI8e5ByVlxAGzNS29oA8G4cCAjMMibVzt3NrZwM58+y4z1Fvw2OXUB1rRlauFshq2yykKguHAvJCFMmWq9HFNDNy45Zi0f1/WVmGJTWvhFbjWCdnrhyxBN0NzhAJxYLQi4mvUG+Lt0Yp2wmdT43qpF6+FDLEOeRIOQ+8jqD9iylTug7Rxouw2M3rCOvkcgs6B0YT6hFjcLbogbNdp1aK4ZejIlSLu1L7w9rory/8ZPGK53vFpV6IWCS4OTM0Kb9txqu5QUT4ie/EJfRf1KoiLSx9EYTlR9nDV2Enr1Re5OLDosylCbS5YstvVE8FX31o9t1TFXnRYuUj32bbjFKJJeorOgV2+4qwbQ6KqwTJAvUj+CS4OjEcRSd6CTOYQ7D94Viq3c885SqE/fvxk8fJ9Ek/QOTAg6wwQvLQ3+TQyv33naTq+ZB6ZpnNgsktqqUq9ddoyJ+fR+CkbhWUnvDwH1qGLJazIg/c4Tzmyi2ZDHam64BupGvlG9Iu3jhQQvMJZ9h20WHewcexlaRTBxYFdSrtRsoL1CS2/nqiLVuJlR8GK1Qf4rpdVwJagMD8o3XX3vjN6zmj/suJNWZ5YFDIWTyfSh5ijz6WitYkn0E50a23P/ii6Fc0Dyax/97ET8cK2ollUDfJMbFdZqk7QOTAgO1d/ULrb5m0nVH+U9uOsjZi6KUjZAopXRvNpgbqizL73QAjayjVCvOy1gQFGlPSF9p1nuDiq/eFnhbfWV1bR0mQ4skff+TrBANARZWxHrPeAhfpEhxfgwGR6EE3aK4gCcWDid6BJXbs75OY+GT95o6gYFweGmhYiB7vOicoH75X9wLv2nqsrBZBy8Zpsq0UJ6KrEC+HACJ17zHEt64n8FwAA//RJREFUltp7IFpUsL49g7hgZPVM4VFOFPGkaZvFSCgiB4Yql0dFFib1eRQaQR4VnAMDs+fvIFmJ8j1OnC608oCvRiJxCSUVG++eU+IC1SQEJKIYi9rrOxMTOma1mCi9+tNyCgTdMzkwICv8ylfrp7zCV82BZWc/6N5nHq4rlaLXhYGBQVHw8hwYwOAkBiPfdRDv+bhLotGWLC/YIgJBJ1III981TygQB0bXFocOMeLikNAIGKVcKl2pt/I3idy09Tj5J966VAQOjFfIJvnoAtwNJfqwG0VpYrsqhxT5JiojdMwalRKz8MSpC5/ZxxkSdA4MJCRelsl233afpY8LJaderWuP1eArKdMas7ynnRlEMRpTIg0MDAzeJrxbHNiFxAzx4qrUDMGtQlniKS1YskcImI/L9khIzHCS2lBkz6vmwFBskv6rb6dFnknKuJwZdTYFv6JkhZ61Gg4X78vFgaltRspV7TdnwU6ecPBIzMy5YaLvK1Tr7+IkEpIuS3q08sKlzrcvXLJHlPRHZbvHJ7gXAYjPhq8yNHQlmpVccde4yRtkIKZzT2dRtmDaLGs7eBKPmbAOnYpjQAbCdp6W52M36M6MFzLCSMDJWbJiP68L23VatvsQ8ong4sCSkq+IEUD18SHOFy3dI8d680Vxhf0x2e+YHI4evw7//G52jpXDXRGS3qZqgnmwap8NPF68QQr80JGYWfN2YPcQSR25ZmvyChkuJ3vUnWSPViczhshebOElCC/AgckhKIT2XWbMnLudoAYNA3FgQFgrMrBidTiZTL14beeeSCxCSubLdpaR5+XA1m6wNr8iqBcpHzsl9ZqMJles3n/+4t3ymYuX7ZXD0j8q0z0mtlCtiSMtDnBSyhV67tVrt3bsjqxay0qPU/r4ccBawEbsYTcJwicVenbpOYc+sm7jkYnTNn3bbZYMNRLIhnODDS8Hdv3GbclezfrDdu6OuHw1Cz/5QkLG8FGrxPd2ddtBw6xxFsI3nWds33GKb6S5fmMvHSC4uLHgHFha+g0ZnaxaexBvwUCnY+7Zd6ZpK0sm0ENPFh5f2HsgmrLiUrXag2k89IsduyN6D1hIZIPmo+SS4cC8yMy62+zLcRQORdSu0/TQsauRZk3sQiZQj8GHe2iWsujwvZJdvuo4FeFGmx88YrkM3DdsPjpbIyQCcWB790fLWBt5qFZ7kL1znZOABiMUPuHjcj2oXDncmJT4ciKRdA4MzSXCB40QMnQpafoMXISof///Z+88vKpWujb+R333vc3ee+9dr/XaQZCiiCIoRUFFFFAUUOwNAUFRmpUuvUvvvXf9nmSHEJKcI3b07t+axSI7k8lkas48mZmxpv4BEbToomoCJSr+yoGWc9GKYxYHL+8y9aKyB2d3/IayuaPJjnBINNczD9AFb9h6Sihja51pnw+VBgbQXpHageZi1z5PxGrjv6fpeREx+aeaIfIHvtVAkh46KjwR4oC2FGH6XnlKXxWoNDCkHnWdwlVTLJFoV28M/qxNTimg1Yzh0MbK6hFqOrzhf6UGBmgyKNyajcIjo1P4Z9tpeMOT0nf9Kg0MJYo6YrgJM6wNbfcF8OsRTRP5xKsIEge/OUnM3mN+ARHDPyoNLCVVmpcGh8jDM0Ue/wfcjEKqqjQwcW0rIYlGT7awOXpVSL0jV5C5SD0fvye0HdSXa2AvX2dRX4/IINroiDsGEhDvPDSIAIcUw93x632e+A0+HJ5XNVKshTYVg1v1z4mTp++7nLqHGoEb4VUB7zOwqzQwgFcCmt2IMrPD5DyKHOIgFcIplkb2iSTa27vWi18EIz3R0yHRUKkdnG9RD47bKRculgesUYkQPVRG6iLxnnDJLxx2lQbW2NSmGO+wxssh2dGTotembgX1AtE2tbw4X5SW8bxUnlUaGN5MaIk5uCWrHfGiaHnIlwZ/4dAFf3QmIkC/Ri0GyupBuytuZwNRv6j6o5f57H1emV+eK9eF1hLlBC+KeP0oLqnBC8+Zc0E01RI9grIhAvcCX1Ozv3f/hVdvsvCGk5VTij4Rv0FgRPOrmrj5GRpYRlYJzctEE33zznN0PfLXS4Y0MGGPLnGQEfUUL0hojmrrmp9Gvl2/5RT6HZotpNLA0Clv3ysoxGha0U4GBr+JjBn8BB43pcfcbeaNhhGPid8X125Fo9+Hcfp8249uo0JNCmolGjG0mSFh8fhNgfc99LDUFaIBUar4eE2dIi4Ai7qPLMAj4OyzqJQN206jx6dHGKYGhmen1+B5SweCqm+JiEpBegpBibuBflQDQ76jOYJP5NEl/6eZ2aVIhDdx2RYHffGahCYOiWZUmpeormlaJ36NCoe21/HknWs3o5G8V69HIjdJN4Vbt9lNpdMPRwNDrsEDCrD8VvytNTDqPeFQRPFWI1kZhhkeX0UDQ/VEBYfx9zGm+G1+1jMYb3d4RaSPbtGYqLSu4NB46ubQqgsvt/+coHE8QxoYQIstXzJTfB+Wh/6eD6x5g7/4+YYA6b0UP1Jok8LhaGBA+NW2Xvi6Hc0pHge/2vAsNJ6JkPGSLI/MoNm3PiT8aoMdr7WnPR4eP3Gb2tW1m13xWot/VBoYOrh7ga+kH5KTLfB7ED+Ctux0p58eaIrjFMsq4m2ZvtWGU80NYBiG+TX4b2lgIDW9iIa/VQ5vt9pP2BQq17fVwAB9SadyJvsvoLOkrkilgYHUtEIaUFM5vNlrl3gC6RnFuv7RT2dml0ieFODnH36fqDyT22flo/qSEf3rUceb9CtR5Vasc8aPJcmfYUgdUblTZwOLiqtpCEmlgYGMzBJEXumf3KxFR/CzWfI0AGKIX6H0zaPKoY/Xrv2iJS2jmH4Fqdz8pfbauIHMrBJd/8gFrf/P0MC6unp2mXrSVeRkxcuIBlZWXqdNtHHTrB6FJUQ9FxZp1Gpgwo3ECUyyUw4XZmWX0g9ylUNF007+Qy7gXU03F5aucUJeS/4MgB+xZ849JHFR6/A7/97D16rf4VoNDOTkluuWnD/Hm3leDEUkJX8iuKmbeyC94yod3radTt5RzmMAxjUwgN/JNCCuchNmWCu3lJPxC5AWu1M6NJKoU/SezRqYLq2tnSdO3aMxNdlNmG6N/P3oAD1AxTlzPoh+qMhu1KT9R4/fqBk62mVIAwPooeSqgXKovC96DYuDvsqcXbbWGRUQRY9+yyk1MPAmLkfVc+GXT0paYW9fH8khKg0MdHb2uJ0NRLlSXoXG5/a9F6oKjh88dsevKyODdDtzLqiru4faJa0GBlDwtuw8q7wKv6bMrC+9KxqymbwhYhNy0VDL18LhJ9zb1He9ff2kNao0MFBd02RqcVGWi1TLkkQ/T6fKTm7URHNkVnNze2x8DhoclQaG/8XuQPHIUyxOeQTiJzdaQhyqNDCQk1v2755z9LwBN3UWxZXBhafPPcQd5cBHT7bw8ApGS0JT61QaGIh5mYGfrLL/vyeaHzl2Hb/b4xPzUM1VGhhISMpTdS746YscQXNEos6Xa2AAv5kXiNPEBzwMxgFheniFKBMcDi0b2itVk6hLR2e3qiNApp888wD28Ii3ONRqYAAFHlmgzDUUBhOLi7lDv14yBF4UUf1p00fZ/T3B3MbuquoTFkQDbTs1sOSQgydO3+/o6KId2lQaGMgvqNxp4klPpFzNBpmOgjpWnMRGDrmJJ0WvivcoHKo0MIBTuIS+zZLdzIWHL195qhzyNk7S24KtuzyUaYWiu2aTa2yCNFGSYbSggOG3BmlOKrdqw4kKzbp8/e/fX70eSR/YqRze6LTv1Z+hgaG3wg9AZUcTPSB4G9LAAHouGu9TuimzbWJepONnBf5XaWAA75/KSocuQG6C8E547Va0NkC4xasci4qHLA6hC2lgi1cev/fwFXXZSjd9nq12y+SQsHjtu+7kWQejYtLQkuP/YWpgAJ0afSujdAgqMjqVRmk/qoEBvPnQwmIqh0YY7erwmya8bxxzvqWNDzmEdtzltnai6nA0MOQgCYpovcnyrTUw9FZUMtF/DacYMAyj5KtoYKCxsc31zAMa/ZMdXsIdnG9pF9DGO+q1m9HyKzRaQhLJjGhgwiW3Bi+ZNOuAPCEMPRTaAeWvRdzX8eSdpuZ2el1ErIajgQG8hJ/2eKj61Yab3nv4WvVe3dHRfdTxhvIdFW/+aMzRstHMaZUGBvDih19D9DmXfBX6bgsb38KiIWMveCIEBW8IH08tWRmGYX4hRpYG5nvlqZdPqHLLZUDGF0ONRHpGsZdPGM52dQ/pJukS5UcNSvCij+4Kvxb2ml8wtbyId2VDK96mZ1L4YdpfawC/WKS7a862tnbQKdVcH+Ju4CucQtcoHQ+ACB9zub1l59mdpp4up+7Js6rvCf7DlJt1yeBXx9PIt/gdiN8G6K7QI+Kw1/AIFPkXnn3/BVOLi+ikI6JSjPgHJWW15y88srb1Q8RwFbrnFMO7qZeKng8cvgLPFH5sXI50bhgUvKt0dru7a58nfpbgVxDtGtXa1kmJqVzgTgZP9CwyBZ5N9l8wEe+IQyM/xsQYhlIMRf+333xKDIXbRaUgwfeYee/a54X8QlkycjvyPxC9C7idkEF6/rNzy+gxtQN/wC/gGU5pN+vGL/P4xDy/qzg75Noco6GhfOIlaZ+Vz5ad7pY2vjdux5BUVlZeh6su+4erRCAAS0IS3WjIPDACT4RKdPzEbTwjnhT/GE8W3Ai/mQ8eEXNB9P/6zUcmjijBy25waLy94w3UFDzCHnNvoRZHpeg+LJ4UEdZWN0TvKdoBZ7QD3gjE1j4AT6daolBJRWWDHGdUhwuXH6veGom8ggox5cOUA+4qhFujGjrf2r3PC7c+dDTg7oNXutongR/2+Emw28wLP7/xQh+flIf8aW/vQhzwaIiY5I/RgMYZzThyP/xZclpG0XBG55Xg8tz88ujn6SgquFy7Aidoa+ssr6ivqm40NLKMm1ZUkge1D1ybll6EmoUaIZ+sqW1CgNq1BBFORlYJfvg9f5Uh75wP8OMK/g3tRd/d04u+Y+6So8vWOKE/0sZBpq6+5cWrjNAniWh45V+eCBaBI0qGrqupbU5Mzkd9R7+g3X/IOHiiTDxRaNzzlxlK/dv4E4Hm5nZ4UH37AvB0SJnEpLzU9CJZNOru7kH6I0ztswuP/Doz9EkCelu59cA/wiPX4JH1nxmthEqR0gWlBX16SGg80keWlwxpYAC3KymtSUxG5AvliYbd3b2IPOq4NjJC6mUj9eKRemiL5POUesr2B9eSUXcnRbQkOFWllz4EboTLdT309PShgrx4lYlutLCoSqWtfpT6hla87z16jPTPl7MbZQ/xqTaa/lKRS32n/cjjo6BG5L+rRKI9eZacmlaIsiSd0IDAX73JGoielJ5oE4xHr66uubVVXTxQqFDNQ8Li8Vc+29DQWlFRrx2gIfCmmpdfgfR5E5f9rvCT05ZAsxOfmItCgkAQbcnKMEbBa/+FS4/xHr5srfPG7WcOHPZHD2jkjQ7tA95G8Eq8csOJTTvcDztci4xO1fX/IOgN3rXOeYdoFZf6+hb8NsFZvAxLpgFQ+NG/XPR9jPcfpQcKzcMrRFcUyckrw1siorRwxbGdJp7XbkZTD46XAVv7a3id0679gG733sPXZz2D8Qj01YJ0QgS16aLvE7yJrcJjbj+DQPBq8VHpiJA1MDQFxaU1eKP7Z9vpBcsdtu89538t0tDSwWhdHZxu4nZ4hB0m5wNuRFGv9yzyLR4cv7bQOJNPEPQoztbhmrtnkPZzHIDGxMF5MKirN6Lo4048wmExR5RBGQJ+0HLiF9DmHe4rN7ggxz28Q5RvI8MHb7xXrkXijRpBoVvcsPUUEvbK9UhD3yOiKzxz7qGY3cGGoopez9X9Afwgc6l9Fq46HwQL8lR5lWzHbyvJZBT85Dl1NhD+VV+jIhz8YsKbvLjotGRkGGaY0Mu86veRrpFAo01vs7o/EFBP0exHxaShWcOvAPm1zRBoE8QbNdD7Ff5q359V4BLhB12VdIkMDkvLavGCh5+c8uX0awJhKhsf+MTl5ZX1ePeWTEPp6u7BKy56h9X/nMzOKTP0qgnwMhzzMp1+taEtIiN+PlDq0aEKBIYfdAg/+nma8FvDwLLYuOm7oqrhfB3OMAzzMzKyNDDm80C/O26a1dpNrp/3U4RhGIb5VaGphDPm23peDDU0eMR8H4xoYAzDMMwviVIDk0wMwzAMM5T379/7iEuCz19mf9H3iSxuMQzDMF8L1sB+BZ48Sza3vjRmisXvY00jPrZjP8MwDPPfobSs9tWbLFrOFD+oJCvzI2ANjGEY5r8Ga2AMwzDMR3kvrtzw/FXGDhPP30abXOfVCBmGYb42rIH9OmRll+In1v4Dl6VjhmEY5r+NPOIWEZXyv9Emlja+dMj8EFgDYxiG+a/BGhjDMAzzUeRlHp9FCtuJHXO5RYcMwzDM14I1sJ+e67eiA25EPQyJtTrkh87SwytEOsEwDMP8t1mxzmXRyuMb/z09ZrLFX+PNVNttMt8Z1sAYhmH+a7AGxjAMwxins6tnzSbXhSuObfz3zN8TzUdN2p+QlC+dYxiGYb4SrIH99Fjb+v8x1hQ/rv6aYIb/tZuxMwzDMP9B+vv7w54kHnW8YWsf4Or+IC2jSDrB/CCeRaU8DImNT8yTjhmGYZhfHXfP4NmL7P7dc66rq0cyMQzDMIyC3t6+0CeJDk438avt1NnA9Mxi6QTDMAzz9WAN7Behuqaxv/+9dMAwDMMwDMMwDMMwDMMwDMMwDPPfhjUwhmEYhmEYhmEYhmEYhmEYhmEY5leDNTCGYRiGYRiGYRiGYRiGYRiGYRjmV4M1MIZhGIZhGIZhGIZhGIZhGIZhGOZXgzUwhmEYhmEYhmEYhmEYhmEYhmEY5leDNTCGYRiGYRiGYRiGYRiGYRiGYRjmV4M1MIZhGIZhGIZhGIZhGIZhGIZhGOZXgzUwhmEYhmEYhmEYhmEYhmEYhmEY5leDNTCGYRiGYRiGYRiGYRiGYRiGYRjmV4M1MIZhGIZhGIZhGIZhGIZhGIZhGOZXgzWwn5WznsFbdrrvMfeuqW2STMOjrq4lMTm/t69fOmZ+Ksor6hOS8lLSCqXjAeobWoVs7e2TjkckfX39PT290sGHD/i/orK+W2H5PuQXVCANc3LLpGOG+Xmoqm60O37d1uFawbtKycQwDMMwDMMwDMMwDMMwjAFYA/spefQ44f9G7R09eX9CUp5kGh6tbZ2TZh7AtZY2vpKJ+anwvBiK7Jsx//D79+8l04cPbW2dU2bbwL7PykdhHllERKWMmWLx+1jTDVtPPQyJRVEMuBGFOH+qiPvlmFhcwH237jqrTEOG+SnIyy//Y9w+FOA3cTmSiWEYhmEYhmEYhmEYhmEYA7AG9vNRVFw9etL+zxDAQGVVw//GmP7fqL3/bDstmZifCl0NrLqm6fexQrau2+w2MnWdzs7u8dOtFix3sLDxHTPFAlElt/HfM98/wqyBMT8vrIExDMMwDMMwDMMwDMMwzPBhDewno6urZ9kaJ0EAS86XTJ9IVEyal09YSWmtdMz8VOhqYCDmRTqytai4WjoeYeTklc9dcjQxuQD/d3R0BwbH2jvecHa7W1PzvSeBAdbAmJ8X1sAYhmEYhmEYhmEYhmEYZviwBvaT0djYlpCUV1xSIx0z/zEMaWDM8GENjPl5YQ2MYRiGYRiGYRiGYRiGYYYPa2AM8zPBGtiXwxrYrw2ytaKyobyivr29iyz4PzI6NSQs/m3qu76+fjIaAtdGP09/GBIbFp6UnFLQ09MrnVAg36Kjs5ssBe8qn7/M6Bw4lMkrqEBoQSGxEVEp1dWNktUAiFtWTumzqBTcPTEpv62tUzqhYDgaWGVlQ8yLwUfo1nsEmda2zsTk/ODQuMdPk1LSCnWf1wgIPDW9CJfjdi9fZw3n+4za2mYkXW1ds3SsgTzUN7RIxwPUN7TGJeQGPYp78iy5oLBKt/4i0ysq66trGulsf39/anohEh+5U1UNI/nSp72jKyEpD88S/CgOSdHb2yedMECDMj7vKnXjA2NllVgaO6TSWFhU9eJVRttA4WQYhmEYhmEYhmEYhmG+KSNLA9tr7r1lp3v4s2T8n51TdtTxxpJVjhNnWK9Y5+LgfKulpYO8qWhr77x2K3rjv2emzj3022iT+cvsrW39U9MKpdMaOrt67j98vX3P+RkLDv/fqL3T59lu33s+MCTW0NhoWkaxrX3AopXH/55oPmG69brNbr5Xn8qjqyryCiqcTt5ZtsZp3FTLcdOslq11dnG7V1urM9jX3d0bGPxm+95zsxYeQTRmL7JDNCKiUqTTGp5GvjWz8pmz2A6ex06xmLvkKG70rrBKOq1g7/4LSMbQJ4n4/8mz5B0mnrjFm7hsOmsinr16I5IOldTUNp05H7RygwseE3fBVeu3nAoOjdcdFRXjH4s4K+P/LNJg/JWYWAhxuH3/Bf5Pzyg2t76MXPhj3L6FK46dOHWvorKBvGl5FpViZn2JEmGMmAiOJ+4UvKuUTiugW4SExeP/8Ii3O02FRHj1JovOAr2gbufrBaXF1OIiAg8OjcP/TwcCf/k6k86C9o6um3efb9ruPk0sk/OW2lse8ktOEVYC1KW2rvmsZ/Cqf05MmCGlPIpZ0KM47eC1IQ3M1FKI0uUrT6VjcSh/666zMOq63WZeqhDq6lsoDqhxchwehsQhoyUfQ+nq6kEB2GniOVOsR3jSbbvP3Qt8ZWjgODI61fyAlOCjJwsJfszlVl5+hXRaw7uiKseTd+AfBQMO/h2cbhrxrwWp6uEdsnSN05jJFijSm3eejYxJhd2IBlbf0OLhFbL6n5MTZx6An5kLjqzd5IrHNJQIzAgEte+v8WbIvrsPXqJUoz1EHcQhuenzDj0MidXVQtLSi5Ddsk9yk2Ye8PYJ6+8f0jsIt5gg3AK9VWFx9Yatp8hzlULlehqZgv6L7LLbussjN69c8jGUuw9eoZArPaPHQXuIiib5EDGugaE5RbX9bfRgIHAozGg3tB1cc0s7OtlRE/crPaMpvnYzWvW8unR196CyoDNSXo6kxjMiJSVPeri43YXPSbMOyrKQEnT06DrhwetiqGQStzxEt04PLjtU7dexUr8mc+veC5xCu4F0Q8s/f5mD8hL0Nbp9N5LiyLHroyYNSQp04hcuP9Z9MUBfeeCwJj6rHZVdDNHZ2T12iiXOor8oKa1Fp0ClsaSMlyNmGIZhGIZhGIZhGIb5HowsDWz8dGHk6/yFR96Xwv43ZnDUktzsRUcaG1slrwOUltXJg1y/jzWdNEsYuSbnefGR5ElBVXXjyg0nZD9Kt3qja6vmu/sLlx/LHibNPIBb0P9zlxzVfvAeHpEsR3vG/MPT5h6i/0dNNI+IEgbfZTo6utdvkYZNR0/eP3uR3d8Tzelw6y4P1aBnd3evyX5h1B7ut9Em8Dx9ni0dIj6kdSkhHeWSf7jjiTvkDU7WwOisg/MtOpSJjc9BTMjz+OnWuMvogQHB1RtPIsKSP5GOzu5/tp2ms/CmjP+WnWdV8ddCKsvJ0/f9r0X8b4yUpLKbPPtgekax5HUAJMI+Sx/yoE2E4FBB61JCGob3pcfOrsJ4KzkaoBSCshoa1HxjQWlBSYBnL58wF7d7dCGcrIFVVNYvXnWcjAhw8qyDsh/380HkR0l8Yt6YydI48vhpVkLKDxyirKpGbA1pYJPFkm9rf006/vDhXWEVDbbqurFTLfv7B0NISMofMzCWrY7DehftqHFtXfO6zW7kQeWWr3Npbm6X/In09PTuP3iZzlKCz5ATfIzpg+A3kj8F9x++/nNgfPnvCeYkacD9MW7fjdsxugKGiqzs0qlzbOgqpfPwCtkr1iatBpb0tgDJQt7GiYkg58vydc66k3KYEYisgTmevIOagiK3YetpW/uAHSbnKX/R5tx58EryPUBKWiFKmpD1Uy3RPF65HunlE7r6n5NUAE6eeaAsLbIGhq5K7nRQZeS5Tf4BEf8Tax/a252mnri7LH5MmG6dnVtG3mRQLOnsmo0nnd3uup8PNrG4SL3J+q2nlBKsEQ0sNb0IfQ1O4TEdnG9euSY8wpqNkqrncuqe8hHQSv+75xzsoybtt7b1h89z3iFo1Uk/Q9JpFWIl/f395taXKOT1W9xw+fVb0Y4nbpOMhKdWyoEqMrJK6BEeP02STAoio1Px4H9NMK+plTYLrKhskD5WmGxhaeOHNhAZRP0+wgkb2gOSBjZljo2beyDC+XO8GVpR9EoUAhxCUDZ9oK6+hdRK+F+62gmpYWnjK+uRB49cUclglVUNdFaMjy/ic8z51oLlUnwePU6Q/InIGhiSd/CVYNJ+I596MAzDMAzDMAzDMAzDMF+RkaiB0ci1MKkoKqWwqOpdYZWz+Nk43PkLQ2Stnt4+GghbuOLYm7gcGthqaGg95nyL/Kv0Ifinz/x/H2vqe+UpAoextLT2lMdDGm20PORHPong0DgYfxtt4nrmQUNjGyzv379/8Spz9iJhNG3paqeensEpL/X1LX+ICtnBI1fkkdDS8rrNO9xhHDfNqrllUBhAgGREaBTtvr7+B0GvKRpnvYLJG3HlWgSMcO6ewbIakZtfvmS1MGw3Ybq1SqAilWuBmDJzlxw9cy4IDyLfXVcDQwik6yA936a+I2N3d+9F3ycwwnn5hJGROHU2EMZxUy1fvMpQxP8NCVpn9JQeJaSBzV4kTCAzt76cmVXS1dWDRLt97wWNjc5fZq8c9gXXbkbBLgR+LqitXVIj8goqlq5xgnH8NCvVlALSwOYttcffOYvtzpx7KCSCqM1cvxVNQZ0+91AWNvILKpbJQRmY5CdDaSUHjnAQeJMYeG9vHwlgOPvydRYlTmNTm9OAFBcYNETy6ezsnjJbKPDzlhxNfitNFOvu6b3sH06D0R6eIWQkhq+BIeSEpDyVu3P/BQ2129hdlQOQ44DSkqSMw5Wn5Fkl3eEZN20XSjXqkfelxwXiZMSy8jqU29/FArB3/wVl9JCtMMK5nQ2UZeaCd5Ur1rvAOG6qlUp7jo3Pofvu3uclT5qBfzMracxdNcqsBQFS6UJxwlPgWhSwnNwyK1t/VDEqfioNrLOzh0aokaEJSflk7Onp9Qt4RpFBmScjM8KRNTDk9ayFR1IUc4KLS2pIvZg862CD4osKlAQS9VFs5NYbwG5t6w/7mCmWymZB1sBwo6lzD6GEKyf7pmcUoWrgLBr/piah4yCyskvRvMCOstenmGiFJpf8X70R2a8ok/GJeXSXc96DjYAhDQxR3bj9DOx4ZFk9ArAfPHIV9jFTLJQ6Li5H+qBsy1WeIDUOz4UeTTLpkZicT3FG16CsR3n5FfQ9hOPJO5JJQ39/P7XbO0w8tRPOUOtxattuD1KeEDhZFix3KCkd/O6ko7MbXS3sk2YdUPatpIHB4SnQzclJgbpsaeML+18TzCurBvUnhE9iHpJanCAoPQs6IHTTCAQuPjGXjAAe9ph7wz/6SuV3MGhF0ajCjt6hqXkw02UNDOFPnm1z/XZMdU2TIsEYhmEYhmEYhmEYhmGYb8tI1MDgLvmHS6YBtuw8C/uS1Y7SsUjADUEXGT3ZQvvJ+YHDwujYnMVHlV9837n/ksIPFlexU3LK4yHsv402kYPq7u6lGTxOruqxvPx3lX+KY6z3H76WTB8+RMakUeDK8TVQW9dM9iDFTZevc4bl0NEA6XgA3Av2ecvspWMR0rr27r8gHQ+QnPKOQlatQEgqF9xpj4e9mnWcdDWwiOhUuiQrp1QyDbB973nYl691lo5FVorqxcEjV6TjAVxOCfOi5i21Nz7GRyIEnFYtexgSS6eUaQtIoNpt5iUdD5CSVkha0RNxCU0Z0sDg3NwDVavzLVsrJP6ufeqgUtOloHRnJyghDQzO1f2BKvA7D4QyNmrS/vKKesk0gN2x6zg1a+ER5ayCmBcZdNOMTPXUNxr5XbraUTnEPHwNTEt7Rxcl4+KVx+V9jMDzV5ko+bBrp9/RaO+SVUPiEPI4AUY4VCjJNICXTxjsCK20rE4yobSIMy+37z2ninN6ZjHdl5asJPr6+0mlWLPJVbUIJ07RFC6U4U7NxktKrl6PhDe4oEfqmu5+PohOqTSwV2+yKDJKyYQwtbgI+6KVx4ezQBzzw5E1MDQC2mr4OjabPjW4fitaMn340NzcTpcojQQqBYk9CUl5kkmhgc1ccLi6Rt37kNYyfppa3AXUPvxvjKlyad89ZkIt27pLUn2UXLgkTESePs9W/ibAkAbW3NJO4hMKv2QaQJ53FZcwqOU8EmvxmCkWnUOn7SLF6NGeRryVTHr4XX0GP3h81ccKwESsL+u3nNL2PjJo3lHdRk/aT58OyKD/pacIHdC5s7JLEXmkmDLyRENDKy3be+HyY8k0oIEhcB//cFWDk51T+ud4IR2eKdYcLnhXSVnv5Hp3qHdhqtwU8Ysci4O+8qns3DL0/ihCsfHqeXgNja0TZwjtsPKTEVkDmz7vkLY0MgzDMAzDMAzDMAzDMN+akaiBaZUVcOacMHI9erKFdCxCu7Acd7ktHSvIzSvHKbjMrBLJ9OHDxn+Fz+TFseyhY13iNKA5i+1mL7JLTJamgLyJy6EQlNMFZMwPCGu7KSWZ17HZ5F+7OKHjyTu29gHRz9Ol44GYL1nt2Ns3REGJS8g97HDN3ummdCyycMUxROxeoHrxro6ObrrjlaGDnqRy7TVXa2aErgYWGPwGj79i3RChizh/4RH8T5xhrRwfpDkTi1c5qhSghKQ8bfy1kAa2Yetp6VgBAqRhR5Ohmt8iMRFu3xO2EFPS0dlN0oXv1cGtsABpYFqhCyxacRxB3br7XDoeoHMgKOWuWrqQBrbT1FM1ZgpIrNWqm6BgYHFCpcoSEpaAlF++1lk1XAsuipPwJky3VhbXL9HA7BxvwM+YyRaqXbVQYikO2npxyT9cG4ftewRZdN5Se+2QfVFx9dwlR5G8r2IH98VBOYHl2s0o6XiAzs4emjfmfWlwyDgto4hS6WmkzhB8RlYxLTEXFm5Mp1wlqm6oONonQgFbvFKYqKfSwJ48S0YiLFvjpH0ovwBhIiZaJ+0pZgQia2AeXkPmUBK9ff2oPji7y9RLLh7Nze0XLj/28gkt1ezSVF3dSF88hEcMquyyBoZKKpkGaGntoPUA0RJqK3VVdaP3JeFGDQ1St9LU3E7+b95Rt0ggLV2aUiZv/WhEA7voK4RcUqp+hJqaJort4/DBvkmeyOXmHqic4tbf35/0Nh8teXXN4GQyLS9eZ+Je6JW0VeysZzCCXbpmyDxpFbV1zaR1BQxtFhDgb6OFueAdA/N6qfahAenq1llid7coH27fe07Wp0kDmzzroFYmRzrQWpH+1yIk08C0YGSxVssEjx4nePmEBT2Kk7MSvS38z1p4RKUdEiTSb9vtIcdH1sB0SyPDMAzDMAzDMAzDMAzzrRmJGpiz213pWMG1gfXr5C/rOzt76HP+kDCdhdF6evtogO/ewHSi7u5e8n/a4yFZjHPOW9B+5i9zkI6HctFX+Dx/5oLD0rGoSNG8sT/H7Tty7PqbuGwj22LJ81QWrTx+405MWcXgpJlPggJRyT+kch1zUe/4RehqYEbwCxC+9x831VI5nCuvTLhwxbHrt2PKyj8t/qSBGZLKDhwWFh9D2moGkPUhycTHb8hgNGlgR4/fkI6HBwWFzJWODUAaGHJZOh4AOS6VOo1gCXp7+2gwXTvXRBcanFVt3PXZGlhIWDxNOHswdIKdcW7eiVHFoaenl4bgh1+EjEDJpVzj9Ko4uRMJpbsiZV9/P8380FUZCVxIwRoqYCYW+vuBGYLm7oydYsEa2E+BrIH5+KnnExO7xBmWK9e7GMrQisqG9Mzi2PicoEdxqIZUnIapgRUUVlIFualR2XXJzikj/3bHr3v5hKrcidP36e6RMdKOkkb2A1NSWdWQIT/C7Ri6RKmBdff0Du7pOHm/1SG/wOBYI5t4GaGjs7u4pCYxOe9ZVMrDkFjabdG4BgZorvaGrafkXEB9pDmjSvmQJtXNWngErYSYJmEDiSP8Q1+TrFjnLN/LiAaGeNIOf+jcJdOHD+gjhPAXHTHSXyuxtvWDf3RPmvgIjpJ02VpnJC/5Zw2MYRiGYRiGYRiGYRjmx/LTaGA3xLF4OHkJqdKyWrIYd1euS198l1fUk2WYQ5O29gFyIIbcuGlWkm+RlLTCWQuFXYjI/TXBbPve89duRSu3hCH6+vodnG/KPuHmLD4Ki2prFpn379+/TX3n4xduaeO7fsupOYvtSG8j97U0sPqG1tAniY4n7+wwOb94pTBZinY4g1NpYIg/wqdT5BAlB6ebiQbir8K4BuYmbjb290RzlUSBw5TUwkv+4ZaH/NZvVSfCJ2lgQlBpUlAbNEF9tgZWUVlPKppxp5z2RDQ0toaFJzqdvLPTxHPxKjHlxTFruK+igb0rqhotzjVRbgOmQoxDkpPrR+JQVd1IWvJHZ8spQWxT0wpxidVAgk+ZPZjgSg2MltOcueCwoYUH12w8CQ+7hEl4+k9SUdlA+9KpioSMEQ2ssbHtsZAId3eaIhGE6WuDicAa2E/CRzUwu+PCqqQLljuoprG+eJVpZn1JXpJX5YapgSUm51Pxe/EqQzIZJSFJ8m/cyQu0GtfAXr7OMhceQWhgtU6pgYHW1g5n17v0ILJbu8n1YUicdnaXlubmdjRHKzec0G30PqqBxSXk/j7WFM+CZpMstMgwQsvOKSMLoK0Hjbslqx3ldVM/VQPbtssDlpUbXIzHVoZm+hp3aD/lJSJZA2MYhmEYhmEYhmEYhvmx/MQamLza4Yp1zlt2um/ZeVb8q3ZPnklDh7J/46uoyZgfEPbJHzfNShWg0u0x95Z8D9DW3nXn/suN28/Qx/vkxk6xvH1fvYgfyMgqsXe6OWO+rewTbtN295raZsmHSEZmCa3tBvfXBLPl65z3mHnb2gfIKt2Xa2C9vX0eXiE0Swlu6hwbPN3BI1dwi9Wi5KDSwIhMKf7CwmKyw7PX1BpbRAsY18Au+Qnr78EpJYrM7JLV/wgxgRMSYa06EYavgWVml5KOIge128xLGdRna2AFhZU0HLxsLZVJfafcpAopf/7CI3kYeooi5ddudoXlyzWwdgPbgMkgDgh2MA6zB+OwbrMbLMo4vCuqotUIVRu2GSE7t4zCgUMZW7bWSU5wSi6lBnboqJALC5brLGNI0EyLDVtPGdLACourSaW7+0BnNh7Q1cCQCF4+YX9PEJZKg5sy+yAS4cBhIRForglrYD8LH9XADh29irMLVxyTNbD+/n5LG1+aKDlvqf2JU/fuBb56E5edmCysCkia06dqYNr9onRJTimgzuKSf/jDkFgDLk7eSsqQBoZHsLb1pwqFR3A5de9u4KvXscIjwNE+WCoNjGht7cAtUNTlbQ7htu89r93oS0l6ZjH5R1KjH7x85enjp0lIq6zsUrRCsH9UA+vp6Z25QOg75OqP/MIhOjjlhdt2CxrV0tWOgcFCUqDxVCSL5CJjUuXm4vM0sDWbXOXCYBzaIHPJKsTnjSoacBS9yGjER2orWANjGIZhGIZhGIZhGIb5sfzEGlh1TRNZdPcN0lIz4F+7p5QuNM9p6Ron6fgT6ejojnqedtjhGu16IsQzwmA83xVV+V+LWLZWECrgliluWlnVQIu/LV51PDImTTWqSP6/XAM77fEQxt9Gm7i5P1AtbKi7FqKKQjH+y9c5wyfc0tUfSTTjGthxl9sDd5RuWVXdSJcsWnE8IjpV/uSfoGHfYWpgYlDCqYUrjhkK6rM1sNq6ZgohJCxeMn0MD68Q+MdVJ0/fLy0bkvJfay1EO3GxL2EbsIIh24DJ0LKfiMMJIQ5DNhPSroVYV99CCpPv1WdkMQ7qHc2xW7DM4VlkimpgnUb/lRqY+3lh579pcw8Zmge2Yp0LPOwx9zakgdXUNpEIYWjQWVcD8/IREhaJ4OJ2T7WjEq+F+HPxUQ2Mphat2eQqZ2hwaByyHu7G7RhVuUKN+CQNTF4L8fHwPrZ4V1hF/uMTcyWTUQxpYI8eJ9AjXLsZrXoENOn0fYOuBiaDGpeUXPDvnnPwCecfMLhploqu7p55S+3hZ/HK4xWVDZJ1AGfXuzj1UQ0MUOdColdvb9/sRXY4vHh5SJKimYVx3Ra3YWpUn7cWonLmlnGOirsqrh22ZsYaGMMwDMMwDMMwDMMwzI/lJ9bAenr7RonLuxla8ayyqqG8ol7ePwz+aRzQyVUn/Pfv39MX3O8Kq8jie1UYnhs9eX+v3sB3W3tXRWU9biEdi9oAbtfU3C4dD1BWXkd6jDxprLu7F9fCs3ami5v7A/iEy8wuJQt9Gj92iiXCJ4sS8vyFGlhvbx8Nqp48fV8yKdBqYEbif0pcxhAuI6tEMulhXAPbYeKJswuWO8h39BPzYswUi9q6ITPkiN8+RQPzD4iQgho62Y6goD5bA0NKImScOusZLJmGUlnViHRraZXKMPxLZfLkHbIo+SoamLwN2M07+kuAIg4kGDieuC2ZFGg1MPgfNVGod7b2OjtyyfUoN6+cLPQUoydbVOttNaTVwO7cFwQnZERdnU6B7+zspqlax/ViS3R195Cfg0euSKahaDUwPBRp1Q5ON4emqwBrYD8XsgamUlOIjo4uahwsbXzlAkB7EG7890yfRnn9VA0MPQ41AnZ6k1CLiqvnL7OfvchOXvYWRXr8NKHjO6W3UWVbWyeaIy+fsJxcaXnAwqKqP8X4vHidSRbCxk6Y3LZh2+D2WjK6Gtj12zFePqHRz9Ok4wFQfWhF3137vLQtPIFekgLUnes2fA2spLQGyYjKnl9Q8Tb1HVqDURPNVT3d/YevEdq4aZbocyWTAkQAiYPXA/mpP1UDu3X3OSx4nHq9HtbtbOCcRXZ7919AE0GWwOBYtKjoEOVXCyVxCblI1Ru3B+PDGhjDMAzDMAzDMAzDMMyP5SfWwMA+S2Hv/TUbT0rHCtraO2m2yoOgN5Lpw4e9+4Wx79mL7LRjcyWl0u5iz6JSyJKTW0aW6BfpZFFy1jMYp2YtOiIdf/hgZiWsnbjbzEs6VkCjk6v/keKZM7AqY0ZmMVlkiktq6JQ8NHnwyBUcrtnoSodKamqlmW1fqIEVFVdTOLpP6uR6B6eUGlhuvhT/tIwiyTRASWnNb+KpyOhUyaQHaWAbtp6WjhWI200JuohyBPmQuErh6n9OaPUJeerVMDUwWqdr1QZjQX22BgasbYXB9BXrXFQaFWjv6CLJB4WZLCh1dMeIgVKnxPXMfZxSaWCk4Y2fZqUantbVwORtwCwO+mqflygpq6W1DXXnU9LebKo4WB7yg3H6fNuurh7JNEBFRT3Vu+BQaSYcTZtYsc65XxMDcUqZWgMrLJJWMtSdr/n8VQalmPFJM7v2ecHPlDk28si1TGNT23xxCotSAysrr6OYPBnYdUnJGXFqGmtgPwuyBrZgmYNWqAh9kkhFSN5hC9ACm7tMPVXVqr+/3+XUPfI/TA0M2IhrLU6efVB794chsQgNTjl9itb/nLXwiLZCkTKEs/iHLOUV9aQ/3QscstQnTW7bvve89hFOnr4vPbJCA9u0Q98/oMU/d2pSQ+ZtihSr7AFlTqagsIpWOByOBga27xWmnR0/cdvxpNDRiPEZUsvQPVFS++ptQLhDXJkQ2ffZGlhRiaDDwXja46GqiUJ20HS3PebeclKgj/5LlNgv+evMMkSi4RQSUG55jGhguXnlQY/iVFNvGYZhGIZhGIZhGIZhmK/Lz62BxcbnkPHO/ZeSaYBr4uwTuKLiasn04UNEdCoZz5wPkkwDkNT057h91TWDe1lt/PcMjEtWOapmd7W2dtCqTRY2vpLpwwfvS2GwTJx5QDtha704pCjLYx0d3TTpRDtb6HVcNuxw6QPy2PETwsKAE2ccwFVkIcrK65asdiTPX6iB1dQ2UzgXLg/Rft6/f+8nKi5wSg2so7N7lBj/M+fUExfkHNHKY0pIA4M7dTZQMon09Qlb2sD+22iT5BRpzBe4uN2DETFv7xgyFaC8on6puNMV3DA1MJdTA0ENnVWAoGjTLLgv0cCS3hbQvCuUQMk0wF1xOhFc/sCahLV1LTQ2fV4xJguQ8levR1I4Kv3p0eMECqTgXaVkEtFqYEgreqJ5S+1VD6tEFKKEOKiGaBGHgBtRFD1VHF7FZpMdiakaNT7qJChef4zbh/Qky6mzwjKb46dbtw3VAyqrGlasF1Y1hFNqYGCHiTCuPWPBYeU8S9DY1LZ41XGcQsk3NDpPiEqDEDKKtDKGrW2dtL8dnFIDq29ooTH9M+eGtAzwcP1WtJQIrIH9JMgaGNyaja6Fii4gISmfJl3NX+agXPuOpi6hWXhXJM0DBm3tXRYHfSkcuOFrYNm5ZRSBbbs9lN1B4tv8cdMEOWTdZjdlWSouqaGZiweOXFEqN+h31m4SNgWcu+SovGprT28fWmMY/9l2WqmZnTgttmzTrZUtAyq+1SE/qgtwqnlgsCCeqvlk6DGpe/Lw0p/MClAx6fHtjl9X1sQ3cTnjxOSFG6YGFhmThvZn+jxbUuufPBtMZBmSx/B6EDdU+Q4Ji6dqq2xsP1UDQx2n/eHwRCGPE+Q2AVmMzpfqvmq2HF5RYERBik3IVTYvaJz/GCtM0bt6I0oyGdbAcnLLSMtEb1Lf0CpZGYZhGIZhGIZhGIZhmK/Nz62BAdos5LfRJg7Ot+IScssr6hOS8k6euU9DY2bWlyR/A8hjmnv3X3gcLuzhHxgcu2m7oHXBuQ8VpQoKq2hVq/nL7IMexWXnluXklT15lkQbd/01wSwtY3AiV1l5HY3iLVp5LPRxAmLS1t6VnVN22EGYeASn3B6GBvUQbRe3u5nZpS0t7ZVVDaFPEqfNOwS7coj/zYAqtnnH2eS3BQg2Ja3wtMdDRGzNJlfaaenL9wOjaRB/TzS/fiv6XVFVUXH146dJMP4xbh992K7UwAANAiL+zq53M7NKmgfiP32eLeyLV31EoiANjKYL4C4Pgt4gI27dfb5ttwcscDZ2VyWvIshZsm/a7p4kJkJqWuGZcw/HTrFc/c/JKbNtcGqYGhiCoplqG7efUQQVNHaq5aqBoL5EAwMkWyJx7I7fkMvkqbOBtKKauJGV5BNsFmdjIOUDbkS9KxRS/smz5I3/noFnmsyk0p8QGpXt2YuOIMyXA+PXWg1MXlcTtcDLJ1TrZJ1yy86z8IY4XL0eKccBlQJx2K0XB0AzV+BQPJDveMCHIbFy9p1QaGNJyfk0jrxh2+nE5HwhwdOLznoGo0StXO8ydY5Q4FUaWElp7ejJQlWaOsfm8pWnCDwuIefKtUgqMKMm7Ue1krwaoLe3T1aIkU3hEW9fvsm6cj1y1sIjqDgkpKn2A6PI/zXB3P9aREFhJRIBVyF3hEQw8/5tNGtgPw2yBrbH/MKf483+GLsP7YbVIb+la5yoKI6ebBGflCf5FsnJKyfhB00KKpH7+SBLG98xky3+HL8PFZNCG74GBu7cf0nSMorrv3vO4e6rNpygu0+ccSA3X1opVOZB0GuaiYgmCJXL7WwgLqHeBxGTqznhfSmMZC00BainPeKUo7z8ClocGFfZ2gdIjzDF4s9x+1Cv6emUGlh7exeJ0Ljv1l0e57xDvHzC0GTRTdHHyUu26kKTm+HWbnJ1PfPgmMttNMWIFR6T1msdpgbW1tZJXRIcug/tTDjQ2NhGPRQSEPUUDayD0821m10pEbbu9lDKmZ+qgYHGprY1A9L4wuXH9h+4jLZX/lADiamq+PBP38co47NusxvlL5pT5VMY0sDQbFL4cGgYJSvDMAzDMAzDMAzDMAzztfnpNbC+vv5jzrfolMqZH7isHQXr7u51FCUKlft9rOmps4Fa5SYzq2TaXGGYXuUmzzoYpdlJ5U1c9oz5ggikcn9NMLs8dN0kROPA4Ss0SKpyK9a7lJXXSf5ETp8TZtKonL3jzZ6e3oUrjuH/L9fASkprSGBQuunzbJPeFjyNeIv/VRoY4n/wiIH4r3P+6OJONLyIBD9/4RGN/CqdxUHf7oFJDzLu54XFJ1XO7vgN+Fy0UpA0hqmBAVrHUuXsjl1HUKSOfKEGhjJJGqHWmVpcbB86la20rI5231E6FLn4xLzImLTf9PSnW3efyxM7XNzukVGrge02E+QrI+76wOQJlDea16h0U+fYxCfmRj9PF+QfTRxQ9sQF1oZcAod6hGdXDRkjl7U+EdWu7l6aqabSwEBufvncJUeV/smhlCqFZyNUVTUuEmuH0s2Yfzgru5RESpUGVl5RP2ex+o5TZtvExue8EBdgZA3sZ0HWwHz8wt+mFqJFUubp2k2uqWmFklcFr2OzZyjaQOT45p1ns3PL5L3iPkkDA2g8/9l2mnQRcn+O37fPyqdIMS9NCSKwYespZU3BtRv/PZOiiW1Pb5+HVwgJ9sopYm/ic2YuHPIIm3a4o8D39vWTPKbUwEBjUxsaw0nihxSyg0+0bMr50Lq0t3eh+VU+HXoWL5+wru6eoEdxOBymBgbc3KVdJO31duMj2to63dwf0Bw+2eEQ6aCSzT5DAwMI5My5IOo1ZIfW5uadGO0WcaCtvcvtbOD46ZJORm7cNCukZ+fQ+BjSwNDg0NvC0tVOqkneDMMwDMMwDMMwDMMwzFdkZGlgvleeevmEqr55J9Izir18wnC2q1vnO/Hi0ppz3o+sDvlt2XnWZP+FM+eCUtN1RjllSstqPbxCDhz2h3/89fELNyLb9PT2hYUn2jvd3GXquWWnu639tQdBb1RSnExfX//TiLdOrnf3ml8QPQdcuR7Z0Ki/0lF5Rb2P35ODR64gGqaWFx1P3omNz5HODSUuMfeYy21422nq6XLqnrxO4L3AV0iTt4plA4HvVSEZY15mSMdDGTir3voLT+QX8AzRQLQtD/ndvPu8uUVYAbKktBYpf1lvL5bySiH+NnZi/C3E+Mfpx1+FrIHh/9y8cvyzw+T8ThPP4y63k1MKyI+W+KS84yfERDDxdHG7lzTg8/7D13iipLdDPqX3u/oMRtUaVjIJg0GdF4J6OySoj36Vj4SCN60IqqS0vM7zYqi1rVDG9pp7n/J4KO/oo6KltcP/WsQ+Sx8h5W18b9yJobU3y8rrhJT3D1dKNURFZcPD4FiclSsLRSkyZnAbttAnCbAYccr1KlspDlYDcbgd09TUBruROAAUADzj/gOXfxu9d+GKYxcuPzY0vo8kRfFAUiCjnd3uyimMqoSY6G7u1dvbFxmdimwysbiASo1/wiPeavf3MkJPTy/CtxaruZmVj19ARKP4UK9js3DToEdxqmdqbetEbZUT4fqtGPKPeup9KeySf7hWI2dGIEoNjCw5uWXhEckxL9ILi6oMqSygt68/I6sYBePFqwy0e5JVrG4oAx0KTQXVgYyoOJLJAPAWn5j35FkyyryhXkNJRWU9egHEAX+rqxslqwG6unqqa5qUT4QOKCOrJDg07vmrDHSLklVcvVB4BD2tBYHk5VdEv0hH/UpLLxpOJGXq6luQVqFPEtFuy5OxkFC4V03tkIgZobOrB08N91EpqLu7B08XEZWC9EQXj/ySTihob+9CUFXVjdomCxZKB0PPiBYDbxooJ69js7Nzy3QbPSV45EwhPqlSfPRaJyM3xfMiweV0YxiGYRiGYRiGYRiGYb4FI0sDY/4jKDUw5mfntMfD/40xuXYz6pMEKob5Rmg1MIZhGIZhGIZhGIZhGIZh/puwBsb8AFgD+2Voaelwdr27ZpMrMnTVhhPysmwM86NgDYxhGIZhGIZhGIZhGIZhGII1MOYHwBrYr4flIT/kaW5euXTMMD8I1sAYhmEYhmEYhmEYhmEYhiFYA2N+AKyB/RrU1bccc771MCT25p3nU2bb/D3RvL2jSzrHMD8I1sAYhmEYhmEYhmEYhmEYhiFYA2N+ACYWF7bsdL99/4V0zPycpGcWz1p45P9G7YWbvcjuWVSKdIJhfhy9ff0hYfEPQ2Lz8nlWIsMwDMMwDMMwDMMwDMP8p2ENjGGYL6Kvr7+ltUM6YBiGYRiGYRiGYRiGYRiGYZiRAWtgDMMwDMMwDMMwDMMwDMMwDMMwzK8Ga2AMwzAMwzAMwzAMwzAMwzAMwzDMrwZrYAzDMAzDMAzDMAzDMAzDMAzDMMyvBmtgDMMwDMMwDMMwDMMwDMMwDMMwzK8Ga2AMwzAMwzAMwzAMwzAMwzAMwzDMrwZrYAzDMAzDMAzDMAzDMAzDMAzDMMyvBmtgDMMwDMMwDMMwDMMwDMMwDMMwzK8Ga2AMwzAMwzAMwzAMwzAMwzAMwzDMrwZrYAzDMAzDMAzDMAzDMAzDMAzDMMyvxk+sgaWkFZaW1UkHI4C+vv6EpDy42rpmyfTd6ezqkf4TqatvqW9okQ5GGIhbYnJ+b1+fdPztkTOopqZJMn1fEIGenl7p4MOH7p7eisp6/JWOvxd5+RVIhNy8cumYYZivCvomJ9c7ppYX12w8OW+p/eYd7keP34iMTv3+lf37cOf+S1v7gAuXH/f390smhvlJOOsZjNLre/XZ+/fvJdPXA51+zIv04ydub9l5dt6So0tXO+3Ye97zYmjBu0rJh4Ke3j5UomMut4pLaiTTr0JaepGtQ4C9083Wtk7JxDAMwzAMwzAMwzDfkZ9VA/PxffJ/o/b+OW6f7lDCD6G1tQNRgrv/8LVk+o40t3Rs3H4Gd58yx8bF7V5OXnlTc9vk2TZHHW9IPkYSrW2dk2YdRGwtDvpKpm8PbvrbaBPc9Nbd55LpOxL6JHHMZIvfx5r+s+100KO4trZO/2sRiMz3V0z3mHnhvv/uOfcthvwY5r9Mekbx6o0nUb903ZzFR59Fpfx69c76sD+ebt1mt97e7/dNA8N8FRavOo7Su223x1dXcCurGtDd/zZa3Q7A4U3A1v5aZ2e35FUk6W0B7Di7d/+FX6yVCHuSiOf6e6J5Xf0I/SqLYRiGYRiGYRiG+bX5WTWwo443aCghPjFXMv1ofqwGdtk//PexppaH/Fasd6FokEtOKZB8jCSqqhv/N0YY69mw9ZRk+vb8QA2ss7N73DSrhSuOWRz0HT3ZQs6dzTvcv/9QF2tgDPMtCH+W/PcEc6raaze5el8KCwlLiIxOvXEnZo+ZNzU+aPe+0YyTH4ghDSw9s9jLJ9Q/IIK1sZ+U5JR3yMGbd55/0xnbnV09l688xY2yc0ol03fkG2lgLa0di1YKIaPib9p+5u6DVy9eZYZHJKNZmL3IDna43WbeyqnhFRX1k2Yd/N8YkyvXIyXTrwJrYAzDMAzDMAzDMMyP5WfVwBoaWi/6PnkQ9EY6HgH8WA3s4JErVof86f+snNJz3o8OO1wLC08iywgk+nmal0/Y91zz5wdqYNk5pXMW2yWnvMP/7R1dwY/ijrvcdnG7V1v7A5bNZA3s+xD2JPE3sUFgAeC/QFpGEc3hmDDdOuZFurZyZWULjQA8oBWKTRgpn258FQxpYDfvPId9yuyDXUMX6WV+FnyvPkUOLlp57JvmYGNT27iplrjRg6Af8O70jTSw0CeJ/xsjvG94eIX09w9pDbq7e/dZ+uAUmgJ4k6wibW2dtXXNv17PzBoYwzAMwzAMwzAM82P5ifcDG2n8WA2M+Sg/di3EkQNrYN8H1sD+O3R0dC1ccQx5PXaKRVp6kWTVUFxS85c4UWztJte+vl9n6yzWwH5VWAP7bOydbiLY8dOtmpvbJZOCyqqGseIj79rn9V/oiFkDYxiGYRiGYRiGYX4srIF9NVgDG+GwBkawBvZ9YA3sv0NYeCK1Lc6ud43XKpdT9+Dt97H7mpraJJMCVMmMrJLHT5MehsRGxaSWlNZKJ4YCbxWVDeUV9W3tXWSprWuOjc9BNDIyizs6hmwypKS/vz89ozgyJhXhv47NRgjSCQU9vX0VlfU4pRsOjDhVWdWgbD20Ghg8IBDvS2GwT5x5oLCoClfBtbR2kAcl1TVNMS/Sgx7FIf7JKQXd3YOrw8ngdghTGat3hVXPX2W0d0gpYIj6htb4hNzg0Dikamp6Ybdi6TktfX39mdklTyPfIn0Sk/PbB5J3+PT3v0/PLMaDIITo5+mlZXXSiU+hra0zPlGIc0hYPOKsmkWkpaGx9XVsFhLw0eMEJKChBgc9IDIFqU15h4dNSSvEw758kyUayZeAnNpnzgUhB+ctPVpYVE05iEDID/7BYU2tNGkJRREplpCUJ56UQFa+TX2HB0FqvHqTVVKmLs/IPgSSnVM6ZoqwRLDf1Wd0l6rqRmUBI8THzMZjhoQlJL8t6On55Ha1s6sHMQwOjX/yLBl3IaNxDQzRQPTCnyXjEZBW+QUV2ojpYm59GcHOXHAYuSmZFCDxnd3u2joEoI7Icjj+oWTXLXio43FCSY5/IpTkIvkqXYRo55ZRTY+KSTOkPKE+llfWyzPPcIj0QZaJJweh5gUpj0pUXFLz0RTIy6+IjElDVMXSK8STNTCGYRiGYRiGYRjmxzLiNDD8eHY8cWfpGqdxUy3HTbNattb5xKl7+AUunR4gIiply86zW3a6KwcLIqIF4x5zb/zf1t555Xrkqn9OTJp1YP4ye5P9F9IypM/z8QM+POLtLlOvWQuPTJ518N895+4FvqJTSu7cf4HwLW18peOh2DvdxFkf3yfS8cc0sJrapjPnglaudxk/3Qp+cOv1W06FhMYbGsfp7OpBONv3np+x4DD8T5tni/8Dg9/0Ghj4kMLf4DJhurUcfrAQvv6QX1dXz50HL9dtcUMKwD/+wj/SwZB/XdIzi20dri1eefzviebjp1uv3ex6+cpTeVjWOCYWF5CAV65FSMciZHz0OB7/5+aVH3a4Nn+ZA1Js+VpnJLju99QAz/Ig6M2OvednUlrNPYQ8hUU1FGhIA+vo7N66SyhLkdGpkklBRmYxlbTqmkbJJNLd3fswJBY3RVIjzNmL7LbvOfc04q10WgNKrLn1JVoMbcxki7lLjh4/cTu/oFI6rQEVwcH5Fvz/MW4fHPwjBbJzy6TTw6CmtvmsVzCq0ujJFhNnWG/ZdTb6eRrsRjSw9o4uJM7mHe7T5h1CWs1bao/yn/R2WFvKvY7NooTq73/f2dl99Xok3XrSzIMIMCw8UTtu9jo2G5fsNvPCJajjbu6BK9efQJIqI5ZfUHHM5bYyHY463sjS2zbmTZwQGlx/f78QgRtRy9Y4IaknzTyACIQ+QQT0R+6QC8iLwVssFm+Rrb8zDSoIqtVOE8/Zi6R8R0o+fpqkDNzZ7S7SgYZW4XB3HMJduPxY8jFA1PO0/Qcu49a/jd47evJ+PJ2D802UfOk085Owe59Qp/4cv6/+YyO8mVklaNZs7QMKi6ol0wDPIlNoMpnS/fPvGTSzko8BOjq60eTi7K27LxoaW23srv4+dp98CSo7mjJtYY+MSZXLJDnU8T1m3gXvhrRCeQUVf44TQkOdlUwKYMQplFVUMcmkp4Gh3tEtVM7zYih5INC6rt/ihsKv9DNxxoHzFx6phvjRSuOmOPvocUJxSc3Gf8/QVWXlOjIe0dzSfuTY9b8mmMkhw6F3CLgZpVU7UH/vPHhF7bPscK2T6x3lkxon9EkCOixlCEhhVP/ht9uNja0HDl+Rd5UjN2GGNV5mdDWPxsY2a1t/tFoq/9oEBOidcXbRymN4IiQjWhvlVchEWa2BB7x9Kc/Kzn+gy6YpYis3nEDWePmEUo6bWl6kszC6nw9SFYP/jTHZtvucsmnFK43Sg+zQlSvVzaamtoNHrvw5fkhW4pXDwztkmF8YoIvxu/oMRUu+nPZPxWubEQ3s+asM9GKq8rl2s1ticr7kwzCu7g/gGQUgIkrnvUKX6pommg9398FLySRS39CCFuMPRR2HmzH/8J37L7W5jJKMSoqHUkYbKb/T1FPb5pzzfoSzqzacwIu0h1fI6ElCFUNSS6c/fKiorDc/cJlWeZUd3mMTkvRTAF3z2k2o0cKLFjm8fscl5KL/xf+sgTEMwzAMwzAMwzA/ipGlgck7KMDhF/7UuYfo/1GT9qvGEW7ciaFTLS2D35XfHDAWFVerhqLg/hy3L+ZFBn6Bb93loToFd8rjoRTKAKfOBsI+a+ER6Xgoq/45gbPKwQIjGtibuGwaXICbMN169iI7PBEdrtnk2qEZYquqbly1QQhf61b/c7JRM4HgTXyOHP54MXz5cM1GV+3n/JVVDSvWuZAH4RLFaNfK9S44K/kzio/fE/mqiTMO/DEwSjJnsR3SX/JkmIkzBK3O3ummdCxCRrezgQj8f2OGDLvAzVxwWDvEXF3TtGbjSZVPcis3nGhoHEwrQxqYITvxOjabxpKKSwe3Luvs7F6/5RTdBVmJBKchabhN291VUxO6e3rNrC/RWdwInqfPt6XD38eaBj2Kk/wpuH4rWn58hCyP/cG/PARpnIysksmzBXVT5c5feLTbgAaGfF+y2pG84UYkjpI7fe6hAf1okODQOPJcWl6nLF2yO3Q0QDVgFxIWD/voyRYF7ypR38nbmk0n5YjdvPNcHn37e4L5X3I6jDH1vfpMFaVHjxPobGlZ7Yr1OhGwsbuqHTFEphu+xVNVEnV29SB/ycOoiebKirxh22l5BHnT9jNkVDlrW385vJ6eXqtDfmSnUjFDLhVjTHVVeWZk0tLaQUILGm1D3yh8lICbUdT3oRjYHb9+1jMYxYNKF/5Gxgzp/mQN7Mix66TFovps3uH+z7ZTFAjOlpUPmYH0KjaLyvnS1U7unsFePqHHXG6NFSffIATlVyZfRQPbtc9ry86zC8Re+I9x+1AjSAZ+GBJLHkBqeiE9IHqrIw7X0LJ5+YSt3eQKC5zjyTvK2idrYGjBps6xIT+4EH2l5GMoaIQ3/itUQ9RTdNN4Xg+vYMSQGnM/ofUYUrXxAkBJhx7WyfWu+/mgvfsvkAVRQsWX/BnGxy+c/M9adMTu+A2EYGnjS9k0ZorFi1eZkj/DVFQ2zFsq6FLIqeVrnYU9Pm390DLAAnfc5Zaq+aquaVywXBBN4X+PuTf6zeMnbqMHJ/+7zbxVX7SQBoZXGmT9/0aboNCu3ngSmULfjsChOFGydHf3IkCcIp0M2STn4OOn0iajpIEtW+OE0KgDxV8UXbp87/6LFCZyAdmK4u3gfAt5AQs6ppraJgrkxetMhPnPttNUOBeuOEZ3sbDxlVdfhOdFKwWZCn7Qebm5C4+JukazbHeaeupOHFSCh0JxokhOmnUQKXPo6FU8Oywbtp6iZ9RqYHiRI3ER5e2wwzVUSeQIfcOEnkK341aSnllMvQk6OKRAQ0OrdMIwuhoY3k/oZQOlCF0YgjrrFYx3HpRklDd0kUML8gcPrxB6eZg088BOE09b+wD0WZS8U2YfRO2W/ImQBoZ+H96oaiBNnF3v0tmS0lr6BmvMZIsDh6+g6okNjlAgUbCfRaWQN5m0jCI8LM4i3VDXkMh7zLxRSeEQJl3FGhjDMAzDMAzDMAzzQxhBGhh+G9MPdfzOrxsYkistq92yQxh0HjvFskkxDci4BjZt7qGpc2z8r0VkZZeWV9Q/CHpDK+3MX+Ywb6n9n+P2OZ68k5icj1OxCTk0XA5jReUQ7edraWAdHd0TZwpfHy9Y7pCSVkjG7u7eC5cfk3/V7JDe3r51m91gR2pcvvL0XVEVjEiHs57BNMRmbn2ZfBIIfxKFv8whZWARG4R/0VcK3/tSGBmJvr7+1f8IotH46VZIGVLgEMi9wNeUSkiQj84GI73ht9EmJ0/fb2gUBnfev3//8nXWnMXCcBKe1PiSU8CIBkbizbbd555GvsXjw+EusMCdHipVIq02bD0NO9LKx+/Ju0JKqzoPb2kYSP4sHXxFDcz9vLBC1NipljEvM2ihKqTqw5BYGjI7cfo+eSNu3JaKJSIvyyT5BZXL1jrDOH6alWrhoxevMumOe8y98/KlEav8ggpTcRd9uJCwBDIaAkWRhjURH7+AZwWFVV1dPdm5ZZY2fihCE8REVmlgSEkSwOYuOfridSY9VFNTm7PbPYrM7XsvyKchZA1s4YpjyMGbd57X1DYj2MysEll1RrWVfIuQBgaHpPh9jKn5gUuos/EDq2m9ElJeyJfd+7zkqVEF7yrNrCRB8eHQUUhZAxMiMOsgkr2mtkmIQHbptoEIXL8VLfkWETNXuMWufV45ylsMaJaBiiF74OUjrO2GahIVk0YDpn39/cGh8TTWeczlNqVodk5ZQlLe+QvC8CJcbHwODuGofBL3Al9Rwp48c19eIA5FncRvFC1ly8YMn87O7gXLj81eZCe7OYr/4axt/VEqJN9fAzTOJBpZ2viqxqOHCYooNR0WB32VA/roE9dtEfqCqXMPKcfQZQ0MbuaCIy9fZ8p1OTmlgIKytQ9QVnCSpTfvOKvUUdDl0YcmomfJ+FU0MMLIfmCIGyKDs2iplF9dwH7oaADsoyaaU89CyBoY6tqU2TZoSWQdRZeXb7LQ1qF2JyQOWZ0P3SiMCFwp++FlgBLN7+ozpRCCtmjUROGmaLqN52xyyjtKNEReObdb+JxFfFXAYza36M9jJpAv23YLzdToyRbKeaUoDw7Ot2BHH5eRVUJGAP97zLxhRz+eqtiCDk032mp6lcI7gDLapIHBIWVc3O7VN0hqBHKHgkLLVj9UqjGyHxidwo3g9h+8jHctudNHi0ffxIhfKgzGAH5oPzw390DJJGJkPzA8pomFIKeho1Su0YfHvPvgJeWal0+o8i5akL+UO5u2u8ufEOGSZ1Ep8kcMKg0MnSad2m3m3aH4qAXNMmXThOnWKplZBcLHqxe9s8EhquhzA25GoZE3FFtdDSwyOhUl9s/xZuhJJZP4+CdOoWs2QbIoqwl6GfpiBpFUzptPTS+kkJECyvJJGhgyC9GzEDNRrsL4Z8tOoYYuW+NUWTWoNLe1d5lZCa8iU+ccUn6PhRoKn7CPm2YV8yJdsooP9c824SUNjjUwhmEYhmEYhmEY5kcxgjSwiKgU+p2s+rK7traZ7MGhg0PexjWwVf+cUE0Yun5LOjVhuvXblCG7HRQUVtKpazeHjI9/LQ3sWaT0XNoFkf7dcw72FeucpWORu4GvyL/yk3mCRtV/G22iHDSU0y07Rx3+9r1C+MuHhv8gSFp96OVr9ZfpCcn5dOrylaeSSY/u7t4ps4Uv8Y+53JJMA7wrrCI94KOSiRENDE61RiLYvvc87ItWHFcOHwUGx5J/7dgZbUWDtJK3/fiKGtgqUUS0OuQnHQ/gJi5/NHuRnXKQC+kP405TT9XAV1p6Ed1XOdbc19ePy2Fct9mtZ+iAMk7RFK6JMw9oRySVXL4SDm9wIWHCqpJKTns8pFMqDQyFFsZRk/Zrx/WOOgp7+8+Yb2t8jousgU2be0g1EbCzs3vpGkFgQ20idY2QNbDp82xVpbevv58+z1+zyVWlyOLU3v0XcGrCDGvlQLysgSECqkWf4G3ZWmF4ToyA9BSDt9h4UiXZ4hQNvOIWymma68Tv8fdZ+agGMT28QmCfueAw8kgyiTugGNkPbLU4eXHrLo/+oUFlZZeSfKut/sxwaO/oQt1RZoSSoEdCKbU46Kua8/ElZGSVkORw/MRtyfSJWNoIMwJROLX1uqKygeSuM+eCJJNCA1u44lijYgSc2GMu6Bmr/zkhFzwU1zFThBFwbQxd3IT9yVasd5E9fx8NrLm5nTQG/wB1U48qQNpGlLh2KyFrYGiIVF+r6EIZPWayhWo3puKSGpq0p5zFssNE6Fy27hoiEBIXLgmfkkydY6N8Xi27RQ1p/jJ77ZPm5JWTLKFdClVJRmYxJTsaE8k0AF4taGVCu+M3JJOom1Kwul3tMVE2mzr3kHJSMmlg/xtjcvfBS1ULlppeRGkeG58jmUQ+qoGhC7vg+0QV2jnxRWXeUnttopGAtPHfM719g0XFiAaGtybKrxu3h3w/QTidvINTU+bY6O65JSOpaNOttQJMRHQqPbhKA6MERNHVrsBcV9dMK04fcbg+9LnVIFmiYtKWaVZTXLDcwcsnTDvhXlcDC7gZBQtKoGovvXdFkkqXoNiDjVQreG5qUkf72q1onEKNUGpmpIGhSFz2D1d2zSAtowgFEomPkimZBkDMKZ545ZZMHz7EJ+ZRM+h79ZlkGqCpuR2FAadYA2MYhmEYhmEYhmF+FCNIA3v5Jgs/kuHkxXZkHE/ctrUPeP4yQzr+mAZWqtl6PSWtkE5pVQFA85/c3B9IxyJfSwPD4ZzFdivWuUjHCmjofOLMA9KxCC22tnDFMdWQBCh4V4mgZi+yU456PAh6I4Y/ROgiaIBj4gxr6ViEBqHWbnKVjodCUtOqDSekYz1ex2XDD5zqm3HCUlzhDeFIxwYwooFZHBwy0Y3w8gnFqdGT9iuH27aKIz4LljtoR7TfFVZRWsUm5JLlK2pgtNjdopXHVTJV0tuCww7X7B1vKiMJb4jGzTvqwDs7u/8n3veSX7hkEgsqRUZ3c7K0DEk2C49Ilkx60JyPxSuPq4YmQW9vH4oWzqo0MHoiZXmWeVdURTdNMroJiqyBKeupzMMQSa3MzB78mF3WwJTzGIi0jGK66dNInS3WMrKKKenCwgfbClkDi1Z8hC4T9CiO8lGeS5GeWUwf6Yfr7eKWmVVCZ0OfDCoB20TRev4yB+VkHYD4I9+POt5QlkPjGtjS1U4oFVqtt7Orh8Zkz114JJmYT2E4GtjUOTYfneo6fFJS39Hg78mhE0CHSUtrB41lHzkmrCOnxVyclbh8rbNckGQNzPuSjqxCPRdKl1LZ3bBVkG+nz7NNTStUtgrVNU3oTdLSi+TW4PtoYOi4L/o+QateXDLYrhI1tc30dEp1R9bAzg+vXuChKFOc3e4qZWzEMOltPs7KX8k0NbdTyLfvD9mEiUjPKKb6mK23ByFRV9+Cjgl+nAYWkVNBqzKu3nhS1V8o8RI/2sCriFKikMFbBNIq9EmCnHf0kQf868o/sqIWo2iN5bUQlQlC4JWJCqFqFdaPamBCaJrFlqNi0hDb+0Gvte8wLqcEzXXlehdlE2pEA/PxE77nGDPZQnderDCxTBQCI2MG5VIVzc3ttNqzpY2vNj4o9vOXCfKMUgND2UYTAeP+g5e1fShAa4+z85baK6eIGQIhpKQWohzihQRXye6vCeaov8oqo6uBvXidST3RWc9gZaVDC5acUoCSLBeYqupGuly3HFZUNqDMIF/wwiOZBl4R8SCqyeiA3k6XrHbUCpmAltzcYTK4eSetdjhp5gHdVR/pBYA1MIZhGIZhGIZhGOZHMYI0sI6OrkniFkR/jttnax/wJj6nq1s97CJjXAPTDpeUV9TTqQdBbySTgqXiEi42dkMEgK+4H5ghLvsL4zvjpllKx+IUK5oF4jpUkPs8aJRKN/wz5wdnFSihj4XhVB8dK/G8KMhR85baS8dD8RUH2mbMP6w3djSIEQ3sqOMQI3H3gTQ9Ts5cPIs8ykkW43xFDUwuaQuWO1y5HllqdE0kI9DYlnKxSr+rz2D5a7yZdmAR9PX104QAQ8PloK2tk4J1PHlHMg1lj2Y/sM7ObhrnvaM3Ctzb20df4l+9ESWZ9JA1MN0hsKLiaopVwM3BQGQNTCum4l6w/zneTDs2B/r6++lL/ENHAySTQgOT1/hSUlxSQyX/6vVIsly7KRR13KLN0C3E0njQ7qpkEkeiqTCg8PsFPCspVWvtSoxrYEagvHA3UEMZ43x/DazgXSVlmbI0Dp+8ggq63NDs21v3XuDsmCkWsg5hXAO7LrbhU2bbdCs60Ddx2dRawi1f63z+wqP4xDzdVPo+GpiKyqqGjKzi2PgcZNCN2zF/jhcicF0x9edTNTA8u7wt39gplgcO+yNk7cwbkDswT8ve6YaXjyASKJ3LqXuUbuHPDH52IE7JEiKs/dCBoAncyBHdVp0gpVNQmwy/9iihuU1zlxzt7NTx39zcTpu9KWeVGdHAGpvayL9qv8nP08CUoD6i7U1Mzn8a+fZhSOzufULvM3wNjJalnb3ITldtam7pIH1LOUtSRWFRFe1DhjcTyTSUxauEzcaUGlh5Rd0YcV8r1dq5MmjbcfbvCebKxQA/Cjrc/HeVSGG8cMozw856BsvKnK4Ghh5Q3h0Wvf+Bw1eCQ+N1FwIVl5oUSvITzWdkhjCigdEqBXMW2+F9T1Up4Ggl59X/DE6hpuq21IBmJqUYa2AMwzAMwzAMwzDMD2IEaWDgbeo7eXt2OPye3773/PXb0U2a5Wg+VQOrqGygU7oaGA0xfFMNrL6+JehRnIPTzS07zy5cIWxXI49IKjUqWatTDv8Nh/qGluDQIeHThhyq8CsqpfANCXVRMWnkIX/o3ulKjhy7Tn6MuHFTLb+uBoYIU8hNA6NOlZUNpF3JqoZxvqIG1tfXf/zEbRhlhwTHsyQYmCn1/v37tynvvH3CzKwvrdvsNmex3WRR7iWn1MAcxcWdUOpkgUoFldU95t6GkhdFiB7H96r+kJ9WA8MlJFAZd54XQ8m/LsY1MFRhkqBOnxvc0c2IBkbTBdAaaGf4EWvEtQR3CStMSk9hXANDBKjGuZ2VtqI5IW4yN2P+4T4Dt1i7yRUedpoM3gI+ETFKXnLIqaOON+IS87TZ8VENDMGmpBVeuPx4/4FL67cIpYKWGCXHGtjn8f01sOqaRhJRdu3z0k40+ShJbwuoZOrOXwThz5KpCZI3lPoMDQygKVuySliSVHZjp1qi1VJJud9TA3v1Jsv8wGUSm7XuSzQw0NLa4eR6h1QB2aHdeBgSq8wmOf2NO90Z5ERcQi41bsr52Uqo1Alyu+El+2hf0g1bTw1TMqeJOGg3dP3DSOLQoaODEv731MAaGls9vEJWrHNRtpayG74GRu28dkVcAo9Jm61a2/pLJg0ZWSVUPQ2pmFoNLGdgAcYIxYKZSsS3AuG5Sss+5/MXFL+w8CQqz/hbXSMJWroaGMA7j93xG8pSirujuqEyKvtHoRyKsVLuG2ccIxrYguXCfHHjbtkap86BgkHT6f7Zdlq37WUNjGEYhmEYhmEYhvmxjCwNDLS1dd6+92Ljv2eUP/jHTrG8M3RQ4CfSwHp6+856BtMoDNzUOTZbdrrjQlv7AApEqVHl5VeQt0dPEiTTx+jt7fPwCtENf7W4bdWQ8Auk8LULThIvXmeSh0TDC99Z2vgKwU61xI0MuT1m3sYHg79cA8t/V0lDw0GPBjeKM8JX1MCIrOxSB+dbStUW7p9tp6trhmxol5VTumajoKbA/TXebPla591mXsgdOApZqYEh42BZpLeMIbFe3JIKFcSQh3eF0tKFukUdaDUwebXDZWudVPk44M7ib6DRHaqMa2AopVSjlbPTjGhgh44GwL5guc6KoARts79h6yn5KYxrYHIE5E3saD0r3YU0CVrBDAmuikN2btnxE7fRMtDtyMGbapsi4xpYbl45ZSUcKu/SNU6790mlgvRI1sA+j++vgeFeM+YLjQCCVW0spwUt8JFj15DLSW8LyCJrMIbWc/taGhiRklZ4zvsRkoiqPNyoSftjFPLb99HAUOkOHLlCcZi75KjTyTt3A1+hsUW/k5ScTwvcfaEGRjQ1twcGv7Gy9VcqbTtNPWUNJjlFWsryou8TFI+gkNiHQx2M+KtdYFlG1sDwj2QayvA1sE3b3Q0VXRWkgWnTnIDxB2pgKamFNE/3rwlmppYXL/s/xftGQlJedk4pvTx8qgYmLCP5uRqYvHFaqIF3qu+vgRF4paFA5BcYQxoYgVS6F/jK4qCvsiSbW1+SU1LWwPDKQZaPYkQDW7xSSBZ0TMq6oHIxL9PlzpHWWEanplsgWQNjGIZhGIZhGIZhfiwjTgOT6ejoiopJO+xw7e8JwmAfnHI84ifSwCic30abuJ0NLK+ol6wi2rUQa2qbKBBDqyppOe0xEL57YNnQRflolEoZfl1dC4Wvu5E+eBaVQh6027TIOLkKc5WWrHaUjj+LL9fAauuaaQhJubyeEb66BiZTWFx95XokDWLCLVnlKAsz1TWNNEi3cMUxFGDVELl2LUQUElimz7M1JHEtWyus27nPykf/tDiORgNhXj7607a0GlhdfQvFRB6M+wyMa2A1iJV4C+UQthENzP18EOzT5h4yJFCtEPc8M9l/YZgaGGrW7+I4tbw42FnPYLqFoUFnGmXeaz54CxWoI1dvRFFTALdQUOwGgzKigdXWNtOUr3lL7cMj3iqHgwGvhfglfH8NDNBQMlzMS/25XDKXxDYfLie3jCz5A0spGl8LcexUS1mH+BINTKaxsc0/IALBwvPMBUfkJfW+jwaGcNAgoOG9eiNSpTGjl/xL7PS/igYmgyIRn5i3Q9zwEu7GQOB5+RUDGonO8w6HrJxhrYWIUqc7ZYqQdn1b5/xRGZUws/KB/4+uhahMru+jgbW1d85ZfBSn8CxV1UM+BwE0iXz4GpjFwcuwf3QtRDTmkkkDWmna6uzC5SeSaSifvxbiRHP5bUQFisT8ZQ6INrpFyaQhO0dS2nwGNgQ1roHJoJbFxudsETdDhZPfaeW1EF+80tmSUxcjGtgucdXKDdtO9w5PlN22W1g7EYmpLV2ANTCGYRiGYRiGYRjmxzKCNDD8Ni6vqG/WLHtYWlY7cYagIphYXJRM30UDoy3Bx02zko6HMkwNrKe374+xwuiYm7u0ApsSrQbW29tH43HHT9yWTArev39P36QXFFaSBf5p/NT1jM7+YVoNrK+vn0YS5dkwKrx9hJ32Eaa8xI2Wq9cj4Wf0pP3awX3Q3t5VUVmvu/OKki/XwHB3GirV9S+nlbyooyGtq6urh+wXLusMKGs1sO7uXjwgyqp2ihIpN3BpGUVkuSKm1ZjJFrobeGg1MMQNFsRHKwuBzs5uKh4ubvckkwY8Ds2isLW/JpmGotXAkJI0FH5GsVChksqqRjyykS3igHENLD2zmBL5nqJ2GNHA7gYK27/hkro6nSEzpANJ48pqYlwDy8gqodS+++AVWahE4Ra1dc1kUdLZ2UMywzFnqab09BjMd88LoVRIklKkyT3g8dMkMmqr0m1R1UBN1K0mrIF9CT9EA8vNK6dcW/3PSUO3Bmg6lqwWViMUZowNaABol0h+sLXX305sj5k3zqKTktvbT9XAiktq0MigfdO22Kg1VDELi6rIgr6SRtL9Ap6RRYmuBmZ3XBA21mw8qQqfNLCJMw9oqwAeFqeEpfz61FH6KhrYtVvRXj5h0c/VkiTSZMZ8W4QjzFQWG8COji6atOSkt4EicsfH74mXT6iRxYEbGlspbsdddHptgAKJs4bWLSRIHB092UK3mT3qeGP2Irv9By/LpWvQv+ZtB6SmFVKBfBOXLZm+QAMTlTb1JYY0MNQFKj+p6VInqMS4BqbVnPwDImDHy4au2oRuhdTHl68zJZOGtrbO8dMFnczM6pK26QY0gUmpgXV190yfJxQS4VsTvQ8grG0F0XfBcgdDomZRcTUJb7ovckTKQB7Jn55oNTBkN1IAxU87xRDlhFZUNre+RBbhclERPHH6PlmUFBZVLxJXyc5WzBIzooFRaUE66BbI6BfpiNWd+y/lAkkfe6Eq6b66UO/MGhjDMAzDMAzDMAzzoxhBGpippbDH+17zC9KxggPiZ+ZrNrpKx99FA3sQJIku2tDq61umzBGmcSg1sJ7ePvJ/RbE9VWFRNRmfv9T5MveIuBqbUqMCpuJe97MWHtGO0paW1VJo4RFvyVJYLIWvXMxKhoYmVeHb2F2Fcf4yB+140Pv375euFqYZ/bvnnGTSQ16wMTI6VTIpoG/eZy48bGDyjMSXa2CANsyfueCwckCNKCuvo7FdeTZDb28fWS75S59dy8wQ1zNEcknHCmgkCE7WwPILKiiclLRCssggg+jU00gpg2jBvZUbTmiH0lAmybNSAysplUK4FyhJNUqin6eTrGJkpUqww0SY6zB1js4Mp8bG1rlLhI/0lRoYOCCuwbh8rbM2nh0dXTRUd83AR/GErIHpbmvkeuYBTuHRamoHBScjGlhpWR1JVroTFp+/yqBUik8cHBmUNbAovTXlaIIdrqoe2HwFJYRWMLupN//vxetMuoU8+FhYVEX+tYlfXlFPy6kpp5LIIZRXqNfLOuYibCa3bI2TdpZbVXUjBcUa2OfxQzQw4C5OK4RDA2to8iIKIdXfc95DhBxa+XPy7IOtmrXy3hVWUe075y3NXwSfqoElDyy3mJNbThaZ1PQiOlXwTvquoqu7h4bv8SCqxqC+oYU0PJUGdkLcvW/+MnvVHKYnT5NhR/y1fSjNYtm6y0O1Gx+Szs39AVWcL9HANmwV1krdbebVr2nQNm4X1jjdaeop94AkyM1ZfFQrachiUnpGsWTSw8xK6IlmzLfVagnZOWX04cJlTb+jJCdX8ubjp56uhDBRYnHKwsZXfpqcvHL61uGir9o/2nCLg8KSg9Pn2Sqf6DM0sMDgWBjHT7Nq05RMQxoYmkcqUap95kBuXvm0uYdwSqWBdXX1kAyp/bYjr6CCPnfw8hnsJQk8JmlRCLOt3eAik2CfOGdu/HTrJs0nVq9isynZlRoYoA0pJ8yw1mo2aO3HiGnlMPB5hBbUDupn8aJYOXSNXAJlj2ZP4u5FxdKrhe48MNpny8TioqYgf1i6RnhbM9k/+M68y9QTFmSKtsbhhRaNDwpzraILNqKBZedIs8pkiU4GKU+bZW7bfU6uRHK+a/dnbW3tWL7OGadYA2MYhmEYhmEYhmF+FCNIA/O8KPwanzTzgHYaB31GvcfcWzr+LhoYftLTJQE3hiy1l19QsUj8cBhOqYEBGqiyPOQnHSvWNpSXuyH6+vodnG/RKZVGFRWTRvbTHupJOSRf/TFuX/XAEkM1tc3k+eLQdX4QPo2zw6nCj0/MI7uPZuws4GYUnXpmYBsMmc073eFt0crjjUO/zm5t65wrroMkf5tsiK+igT1/mUFGV3f1NDgSn5BWyqk29HG3mSZutEAWzipH+pCGFy4/pvDhZA2ss7Obxoi1c/uQtjTGLctjJ0/fx+GE6daqMaac3DKKDJxSAwPbdnvAOHPhYdVCUg2NrYtWCgVv2RonrVKlRE4rValrbe1YKRZ1OJUG9jblHY07q0o7QGj0ULn56gF0JbIGNm3uobz8IXMm8LA0ZL9l51nlTY1oYICUvBkLDqsmS6HILV4lDMQvWe2o1HFlDQwRyM0bElUcUgQ273BXRmCnOGI4Y74t2gfJJIJb0Fg/biQPjHZ29YydIgxQOrveVSU/Uo8UO6U8lpldSsbgsHjJNAAtwzh+mpXqE3u0LfL2cqyBfR7tHV3Iu7iEnISkPK2jmZrfQgPr6OjasFXa4G3tJtfnrzLkkoaWBCUE/RdVsWVrnVStQWFRFc18Qq1UDtO/K6yav1QYAZ+9yE7ZNH2qBoZraSoMwlcuaoeyfdTxBuzodpVKxpZdgkA1bprVq9gseorunl7Ur1kLj9AjqDQwUhb/N8ZUpX+jGaRh8ctXnirrHUCLDfvYqZZ5ivlVyDtrW39qbeC+RAO7cTsG4YyaaB47dAJNQWEltd7KpEM603C/pY0f4iBZhaX22teIY/3zlzl0GV1YUpj8JEope8y8lZU6J68ceSeGYK8V2JSgKTO1FKSa0ZMtnkWmyMmFvCOJDimvbF7g4cBh4cMF+I9+nib77+7u9fAKoZbn1lB1/zM0MFnYQFCqHDSkgZWUSmsPOp64rVSV0FmTdASn0sDA2s2UzvaNjUPeKHBTUohHT9ofEZ2qfEzPC6H0UYJ29piK+KQ8EjLR/ivnkaPcjpooRBVOpYGVV9STHLVh22nlXOTKqkZ6HUUbojuBWCYsPIlW352z2C78WbJcKpDR+e8q8S5HeYRMlwV7XQ3M82IoLEi6pOTBScYAlWvUJKERUGZZcso7Ksl4HGWvGhufQ1O9N2137+kZnIxoRANDUlsd8sNZvL3EJeTKmY/433nwkpY3wHNJVrGG0vsJ2o0Xrwan5RUUVlGKwbEGxjAMwzAMwzAMw/woRpAGVlFZT3vkLF55PPRJYnlFfVtbZ3ZOKQ0AwT1R/N7+DhrY+4FJUb+PNbU85OflE+p5MXSnqef/xpjMWniEZDCVBka6C5y1rb+8G9M/24QP0kdNNL9+O6awqCr/XWVIWPy6LW6/jTbZKg01DtGogKWNMPQAt8f8Qli4sJl8YHDs5h2C7AR35tyQwfGN/wrh/43wb8nhJ6yXwhfUFG34duK4J5yFjW94xFuEj7+0HwncoaP6S3IpKSyqJj1g3lL7hyFxyKbcvPLwZ8krxK99/5pgpp0jpeKraGCAxgHhdpt5h4Un4lkehsTKW2W4nR0iU+F2ZLcSM1Qe1ol6LumOsxfZuXsG45SL2z1SI7bvFXa5gFPuB+bpIwxLIYWdTt7JyCppbm6vrGpETs2YL1yyaOVxeVQrMTmfhnQ3/nsmKTkfpRoWxGrsVEt4o9mEKg2suKSGxgqnzj3ke/XZm7icN3HZ/tciKPBRk/arBB4tvb19CBye4eyO33ga8fblm0yEgCdCrtEplQYGaJs3PNSRY9fjEnIRVSTmaY+HNHq4e5+Xyr8KWQObv8wed3F1fxD9PC36Rfo570ejxSHRP8eb5RdIc00I4xpYSWktDdtNnWNz+cpTJAKS4sq1SMoXpEN2jrSjEiFrYIgAEtD1jBCBmBfp5y88otFzREAlzpWU1dKYI1qewVtcj0QFF24x0TxLsWwU8PELR24iiY653ErPKEZRrKpuRLtE/ucvc1Cuddbd3UvzC8dPs0I5QaF6NjA7ELWDBkDXbzmFREZSJ73NR70eN81qwTIHmirBGtjn0dPTRzMnjLhvoYGBzs5upYQDN3vREZQNFBjZsm6zm+q7ASIkNJ4qGgok2hz0LOg4aGO/iTMOKMUP8KkaGECXSoIBnh2lF6XxnHcIbWEIO7pFZeWWlQ843F1+BDSPqB34X6WB1dW3UNMt+reWJ4509/Su2nCS7GgEcLm8d2N+QQU1C2MmW6DHQWlHJzt2igUSwT8ggkSUL9HA8Ozb9whNN55u224PPCweGe8SFPKKdS5KrQsEBr+hR5486+Cho1fRfAnxERsHJPWrN1mSP8PcC3xFIaC+b997/sBh/w1bT1E1R5hpegsDqqipbV62VuhA4ZasdrS08UU4tN8VnJPrXaVIAxoaWtHR01m8w8D/HnNvWURHM65aevEzNDDkMn0NAIecQg7eHZigbEgDQzex/4CwiRfc+q2n3NwDHZxvoaSh2OC158y5h7BrNTB0UpR68IYwkXRyJBsb2+glSrhwgwsec6+5N/yQBXnaY3iFSQJRsj0aQLsz/j3BfPN29x0m5/HqgsNN28+s2UhTmoZoYOBZZAopZKMnW+DsQbsreAejSWNoqHVn3ivBTX18n5AMRm7y7IN4QSKNihzaf+XUT10NrL1dEtdRNXaaeKL8oyTb2F0lzRUpo9op7ZJ/OKUk6gt6ebzqLF/rTPUXPUtRcbXkT8SIBgYaGltX/SPUXxRjpADaDbvj1/EI1MSZWV1SzftEu0GT9nC7BcsdzKx80NwhMuiOEW3YWQNjGIZhGIZhGIZhfhQjSAMDqelF8uQYpftrgpnvlaeSJ5HvoIGBt6nvaMcFpduw7XRlVcM2cbKOSgOrrWumL2HJkbGktJbUC6WbMtsmMjr1yTNhqSitRtXd3et0UhAkVO73saZu7g+Uc19AaVktDbUrHcKPiE4Nj9APv6+v/9TZQBqeUzqEf9rjoSp8Q2TllOpm1qRZB3BryZNhvpYGhrRycROWLVI5PMvJ0/dVz1JfL63lRU4WdfAPfWyudH9PNA+4GZWaVkgjPkoNDP4dnG/RmLLKLV/rXKLwCc6Joz8qt//g5aZmabKRSgMD+QUV85c5KP2Tm7fUXqXKGKKysmHBcnUIMxcczs4tIyFQq4GhVNCaZlpnsv+i7hiZElkDKyqpWSLO01I6YU6JZhzZuAYGCt5VLlw+WKFkN3fJ0YysEsnTALIGJkRAkcvkxk211N0z5l1hFe0Ho3LCLTLVt0CKoWLq5jvuKO+oJPMmLpsG7slZ2/rLSX7h8mMal1S6fVY+DY2tK9YJygRrYJ8N2mdaiMyQ+0YaGOjv738dmy1P+ZIdDtdsckUjZqR1Tc8oQreivBAd34EjV7Rryn2GBgaev8rYsvOsKmLL1jiFhSeqmgIQGZOGEGRvoybtd3C+iY71VWwWOg6VBgbQLsmRR+8sWcVhfVOLiyTvwXlelD4NAbEJubMWSUoGHK7dtP1MZlZJb1//mMmCHvMlGhhobmk/fe4hTYCT3aiJ5nbHb6CWSZ4UxMXn/LPttDJ98P+Grac++j2HTHJKweYd7soQkE2Hjl4tr6iXfHwMNLMnTt9XxXnOYjux5AxRaAjkwlnP4AkDAiQ5tEW6Je0zNDCAyO/df0Fu9GQPhjQw0NrWif5U+YIxaeYBH79wVLpb4laIWg0MJfDazWi52qKrUoqUnV09Hl4htC+s7BavOn73wSvVWpqG6O3tO+cdIk9Eg0NJQFJ3dfXQgooovdoUzskt22XqpXwQlGQz60uqjzmMkJzybreZFylnSrdgmQPeLlQipa4GBhob206eeaAqFXgWx5N3UMglTwrQ1aK1UZZDRMDK1k9bDo1rYABV3tntLonBssN7Gvov5XwymaSUAlnHhRNq0LbTaBxQiZB0rIExDMMwDMMwDMMwP4qRpYGBvr7+8IhkJ9c7e829t+x0t7UPuHo9slEzYpWeUezlE+blE6pcoSg9U8dItLZ20CldCeHug1c4FaG3AGB9fcuV65FHHW+YWfk4u919E5dD9uDQOFyiXTOwp7fv+auMgBtROCuZhMG4Dt+rz0wtLuKJrA754Xb08W9xSQ1idXmovCdTWl7n4R1C07OWrHb08XtSUqYeDCUQvh/Ct5TDf9naKoZfaiz8qupG70thNnZXtuw8i3S+5B9eXTNk8b2P0tvb9/hpkoPTzV37PMXMuvYg6I3uoIwWJAiSSLV2Fp5CaySyskspBzsVa3nJlJXXnfN+dOCw8CzWtv4XfZ8oJSsliPOL15nXbgoZpBr4ffk688y5IDOrS1TqaKUjpBLdV7uVSEVlAxLNxu4qbmpiccHx5O03cdnSuaEkJOUfP3Eb3naYnD9x6p48qHr/4WuErJrkQaAiIB1wlcn+C0LgJ25HxqQOU54kunt67z18jdTAfc2sL/lfi2hqFuRDPCZuigJM3lQgJT0vhtJVe8y9T50NTE4ZsgSTIWQNDDHv6uoJDI5FUUQglja+wq315r7k5pVT2mrHZGX6+vtjXorpYHEBSYF/IqKRDjrjnrIGJkSgu+dhSKyVrRQBv4AI3ck3BG7x/GWGeIuLe+kWUSm6tyBQJFCnKN/J/6s3WRoRQaK5uR11BJUXjynPAyOSUgocT95BICgVLm53k1PekR0xh+fYeKmpYT6D9o6u8op6chWV0j+yQw4ayq+vRUNja3ZuGcpV6BNhcqq8eu1HqaltQoPwNOJtalqhaqlMmffv36PxwYOgX5NMCtraOiukZ9R5yFoxfNRWFDB0QLp+CJyCB0Q+Lb0IYZIRNQvpWVnVYOjC2tpm2bMStJ+IsOqJUFUzs0oQGSQU7iVZRRUTnpXh4HZk1H7gYpzu7p68goqYF+l4r0hNL6Ke1whlFfVxCblBj+LiE3Orqj6tQySQ8ki0p5FvU9MLP3o7Xbq7e3FtVEwa8igvv8JIHhHwn51TFvMiAzEvLas15B+RQd7pFgz0LJS8RiKMJlTpAf/g0FAxAzW1zVT+0YPIeglVTJwy9EzooFG2dYMVHjO3LOal8JglpQYf0wjoaJA1IWHx8Yl59I4E6LmMaDN1dS1Jb/PDI96+TX2nq55+FHSISW8LIqNTg0PjxTnWdbpxR3WgXNBVpBBIbn559PN0oXFAlfzYVynoynEvRBvpLz+sCtTH8sp6vPgZT0zcGndEULh1WkYR4imd0ANlKS+/HO/GkTFp7wqrKOCenl6UPeSskY6VYRiGYRiGYRiGYb4dI04DY1Q4u979bbTJjTvPv9HEBYb5Kig1MMn0fVFqYJKJYRiGYRiGYRiGYRiGYRiG+Q/DGtiIpqmpzfHkndXilgz429v3kX0vGOZHwRoYwzAMwzAMwzAMwzAMwzAMM6JgDeznwNTi4v+N2qvdcIhhRgisgTEMwzAMwzAMwzAMwzAMwzAjCtbARi41tU32jjfv3H959XrkmCkWoyaad+lthcUwIwHWwBiGYRiGYRiGYRiGYRiGYZgRBWtgI5fU9KJZC4/QsP7cJUdjXqRLJxhm5PE6NmvLzrNbdrr39xvbXf/b8SYuW4zAWd51n2EYhmEYhmEYhmEYhmEYhgGsgY10+vr6W9s6pQOGYRiGYRiGYRiGYRiGYRiGYRhmGLAGxjAMwzAMwzAMwzAMwzAMwzAMw/xqsAbGMAzDMAzDMAzDMAzDMAzDMAzD/GqwBsYwDMMwDMMwDMMwDMMwDMMwDMP8arAGxjAMwzAMwzAMwzAMwzAMwzAMw/xqsAbGMAzDMAzDMAzDMAzDMAzDMAzD/GqwBsYwDMMwDMMwDMMwDMMwDMMwDMP8arAGxjAMwzAMwzAMwzAMwzAMwzAMw/xqsAbGMAzDMAzDMAzDMAzDMAzDMAzD/GqwBsYwDMMwzBA6OrrLK+rhWlo7JBPDMAzDMAzDMAzDMAzD/GyMaA2ss7MnJa0w/FlywI2o+w9fP3mWXN/QIp37oeTklSUk5eUVVEjHIrV1zYnJ+X19/dLx9+KSf/iWnWd3mnqWltVJpm8JHhDPDldT2ySZfi26usRSF/H22k2x1D1Nrqtrls5p6OzsptRQufTM4qrqRsmTHu8Kq+AtOaVAOhaRQ8vMKpFMRqmsaiD/9fXDrRe4RdCjONSp9++FQzk3q2vUsa1vaEV57u3tk47/S7S3d1GytLZ2SqavDW6RmEy3YIGB+XxQhX38wo863igsqpZMXwN0vuu2uP3fqL1LVzs1NLZK1pFETl75YYdrtvbXurp7JBPDMF8AOv1jLrds7QPwAiOZGIZhGIZhGIZhGOaXYIRqYKVldS6n7o2bavl/o/aq3KbtZ+ISciV/P4htuz0Qk73m3tLxhw/NLe0TZx6A0dLGVzJ9F56/zMBN/5pgFvMyQzJ9Y1rbOn8bLWTEnfsvJdOvQnlF/ckzD8ZPs8LTqdw/206/js2W/CkoeFf522gTlWfZTZ1jY+90UysvgQOHr8DD2KmW70mMEnlXWEWh/TFuX2Z2qWQ1QG9v36KVx+lGjx4nSNaPcfveC/g/fuI2Hba1df5vjHDHa7eiyUK0tnZOmW0Du4nFRWUM/yNkZpVQsqhEyq9IZrZ0i6S33+oWzH+BlNTC38eaoiBt33u+v/+rVVVX9wdo55euGaECGEDfR61lW/u3EqoZ5j9FaVntmCkWqFPhz5IlE8MwDMMwDMMwDMP8EoxEDezl68wxk4Xf4XBjp1ouXeO0Zac73MQZgshEzvHkna843vepaDWwqupGGtHetP2MZPr2VFY1TJhu/T0FMPCramCx8TkobFS6xkyxWLLakUrdpJkHyQhn73hTVeqMa2Dkxk+zSk0vki4YwLgGBrdus5tx8SngZhT5hBumBtbZ2T1t7qFRk/bXDsxsM6SB1dY2/z52H+xrN7uyBvYtYA2M+SpU1zRNnXsI7YaPX/jXqqlPniX9b4zpSBbAAGtgXxffq0+9fEKjn6dJx8wPAjX6wuXHyIv6hu9d+1gDYxiGYRiGYRiGYX5VRpwGFhmdSl+1j5tm5X8tor2jSzrx4cP79+9fvs5cPDD35cTp+9KJ745WAwOIuZdPWGlZrXT8jent7duw9dR3FsDAL6mBvXiV+cc4QfIZO9XS98rTtrbBQVWUutex2cvWOFGpO+YizaAiZA3swuXHkkkEIaRnFpta+tBV85c5qBbJ/KgGBncv8LV0QkNNbTMqiOxzmBoYTQKzd7whHRvWwMDzlxkoz1+ywNrk2YJ86HjyjnT888AaGPMT0dHRXVPb9LUEMAS1fK3zxn/PjGQBDLAG9nWZMMMaiXlU0TswP4S0jKI/xwtvI/kFlZLpe8EaGMMwDMMwDMMwDPOrMrI0sIaGVlqBbcJ06ywDa8F1dHSt2yzsU/LbaJOcvHLJ+n3R1cC+M80tHQlJee8Kq6Tj78UwNbC8/IrDDtc8vEKk4xFMY1PbtHmH8ETjp1mlaSZsEZ2d3Zu2n6FSl6HYrMuQBka8f/+eigrcy9eZklXEuAY2dY5QCybPOtjc0i6dGwrSli7HX7jhaGDtHV3T5gqPqZyUZkQD+3JYAzMCa2AM8yWwBvZ1YQ1shMAaGMMwDMMwDMMwDMN8dUaWBnbM+RZ+fsMFPYqVTHrkFVSQt+NDJ+V8N0aCBvajGKYG9vJ1JvwsXeMkHY9gTp6+T8XJ+BMVFkkCla19gGT6mAYGnkWlUOBXrkdKJhHjGtiV6xE0zctOb0QyJa0Q3uCu3Yom/8PRwMKfJf82au+cxXb9ijuyBqYLa2A/NahTFZUN5RX17e3SNGL8HxmdGhwal/Q2v6enl4yGaGxqex2bFfQoLiQsHgXAuP/+/v60jCIE/jAk9nVcdkVlvXRCj7r6lriEXIT85GlSalqhbsgNja2IrTCvSzIMoVJ8rqbmQWlcftiW1g7JNBTZQ6OBeV14BGUI3T29eAocKqMnG+X5rEXF1S/fZKJVyc0vV01yVdHb24cmKyw8EUn06k2WIV2/uqYR4etOPkP4FMOOjm7JNDwNrLKqIeZFOu6LuyObPmP95NbWjvjEXJQcBJKeWaxsrpXgRkICtkhZUN/QGpuQ8zg8CS1JV1cPGQmkamp64eOnSW9T36GkSdZhgx7naeRbRIZSXjc+eEyKDzpryaQA8aGs7O0Vcq27W8pZ6nGsDvnhfzgkuJxcnZ3dsFRVN9LtcAkij5KsvDvyKCe3LPRxAuIW9TwtN08/blooAnDy7XBtWHhS6JNEJLhulg1cIsUQBSwjsxhFS1UOu7p7EpPygkPjUeNwtr6hRToxFLlsoyKQBRFABgkRyNCPgJKS0tro52lUxj7qH4mPBh+Bh4QlJCTlqQpAU1MbohEZk0qz0l/HZlNeoN2QfChA3/0mPgePBoe80PVjHBQSVCLE/E1cDrIYlo9qYJ2dPYnJ+WgYcVVScoHxis8wDMMwDMMwDMMwI4cRpIH19PaNny6Mwixcceyj4w6LVwkrIi5f5ywdi+zd771lp/sT8df746fJO0zOz1p4JC4hl86Ctvau67eiN/57Zqo4IWbG/MPWtv6paYXSaQ1V1Y1nzgUtWe04atL+STMPbNt97oU4m0dXA9u7/wLuHnAzSjoWIePj8CT8n5pedODIlTmL7SZMt167yfWcd4g8yFhZ1eB2NhCPM2nWwWVrnW3srsJCp7Tk5JbZO91EOL+PNf1j3L65S44ec7mVm18hnRZGUdu27DyL+wYGv5FMQ0lJKyQPxaU1kunDh/b2rhu3YzZtP0OzhZA4VrZ+b1PfSacH+KYamImFkFyPHsfj/9y88sMO1+Yvc0CpWL7W2e74DUMjhl1dPXcfvFq/5dTkWYLogr/rNrvB0v2xwW7Q29s3caawz9y8pfYfHdBBNOBzySpHeXTvoxpYZnYpefgkDezR44R7ga/wD7I4PbNYOi2CCK/+5yROHToakJZeNHwNbLeZN3yqFCkjGpip5UXkxWX/cOl4AEQS5Q2VFJEfO0XYru+4y23lEqBZ2aVbdwmliwbyps+3pcIGpxqmj4xONT9wCSUZ3kZPtqCSnKcoyR8F97I7fh2twahJ5n9PMF/1z4mLvk9aDYgBukTGpKKSorQjqVHYTpy+39jYZlwDi4pJ23/g8kC09yPaDs6ogAbnpMK/6hYNja1GNLDu7t4HQW/++fc0TYpFy4Pm4va9F6rBdJmi4mrHE3cWrTw+bqolbWWH+Cir9n+N9o6uv8abIenuPnhZV9+CxKdqQm7y7IMPQ2J1x+ebmtrQ9v4pXis7tD8eXiGod5InBRFRKfLavORwo73mF7TTc5tb2m3tAyhWskP+BtyIUnV2lod8cQpNje4d0RPh7IlT96RjcSHEvyeaw+h9Sb8JQguzeqPQYqAU9eo1cWhhqKq+icvGIfopWo44K2dwKjaamj9EY1FxDZ5u6y4PZZKi7OmW//7+fnSI0+fZyj7hEPiBw/7yloQyVKGsDvlJxwrKK+pRu3FW2dAZ18CKSmp2mnr+TxFJONwC7eowtZmm5vYjx67TfWU3e9GRsPBEbQjjpglTctGJo4lD7ftLcRX6o9j4HPhBhl7yD6dKTQ4lTVsADJGQlI9+TZnscCvXn1DNMAZowUjJUHU6xOvYbGp5ikuEJgJNHOWsyqGkyQ0pGklYkI+oWWiaqJ/d+O9pKqL46xfwjIxKt26L26s3WRSCEfCOQcWvpqYJRQ69m/IZ0b/gdUXyOgAsuOTP8fuQR9HP06jkLFzuQEIOQJQu+j5W7iALB/9439MWPLwBUgTwvpedU7Zmo+uQCKx21L4FEej9VRUBbt6So4Ehsdo8Hcj9IamEmuvgckt+sXFwvqk8Kzt0oLI+B2pqmw8euUKVVHYocjAOUwlDB2Rm5fP7mMEQxk+zQheDImFIA0PWu555IE89J4fCfPNODCthDMMwDMMwDMMwzMhnBGlgL19n0e/qs57BkukTIQnNLyDimMttCgpO1sBKy+oWLHMg4+9jTSfNGhwf0b1jSlqhagyFnI/fE10NbMJ0YSkhxxNDpqaREeGfv/CIBp6U7p9tp/v73wc9ihstjmwq3aRZB8srdKYUXL0eKYfz90RzebgWT3RNIb9t3XkWxlUbTkjHQ7E7fh1nkRrSsTjIuHDFMTko5XjWmXNBkieRb6qBTRSXY3I7G4hE/p9igIbcjPm29ZohnqrqxpXrXWQ/VAbIrVjnXGF0WgaIT8ylxzlxenBYefh8VAOLeZH+mxgZ1UjlRzWw3gGta+0mV6WfB0GvYUS5qq1rTssYrgbW2dlN4+9PI99KJhEjGhiVgUNHBye9gYiB7frgkB0kl8KhHMoPiBqnGhaUnbzJf09P7/6Dl8kIz7MX2SE0Ovx9jOmDIH3tVoV/QIR8owkzrGkcE27G/MO5w1glta+/395JZ8xx5oLDj58mUbKoNDBE29JGkCjgtNG+91C9fxtu4eB8iwqY0ilvodLAkK1rxbVeySnL85LVjiWl6u0GUcB+Hys9+PR5ttPFVT3hkCPRL9IlT/8xZA3M8eQdFAbk1Iatp23tA3aYnKcxXLQtdx68knwPgJRftFJoA3F2t5mXm/sDx5O3V/1zgtLz3z3nenqGiFIo8FQXlq1xQgvv5ROKvKYRZBQMZUvV1dVDXcaoSfsPHPaHz3PeIRu2naKQL/s/VVbwr66BAXQxSATEtrS8TjIpOO3xEJfPXXKUPhowroH5X4sYNVGIA/qLLTvd0fZSHUSRlhUIor+/H62HfNbU4iKyYPVGSeGYt9ReNS/nK2pgWdmlVHH+mmBucfAycueo4415S4/CAnfi9H2loqALWqoV64RuBfXIzPoS8svp5J2lq4VdIVFtr1yPVMlgpIHBJyop/pmx4PDmHe5oukmEQ6nIf1dJZWDizAM4tWn7GbnTfxoxpE3WJTziLbVv46ZZIVU9vIIP2l2ZJH69AfvNO8+V0fkkDSwvv+LfPR7CJwti/qJJp+8Vdpp6dgzsxkoaGG7ne/UZXQu3d/8FEj+QMpQRi1YeP3M+CJE5eeb+eHFWGUqmculdXWQN7F7gKxTvvyaYbd97HkVlw9ZT9A4wbqplZvbg+sOANDCcCg6Nk5v9NZtc6SsBVBwLG1/qdlGPjrvcPnU2EDWaSjUaBFUrKmtgdx+8Qqag6di+9xwigNczigAaDeUCyERaRjE1JnhGi4O+KCGH7a9RGUZq4I5o/CWvIu6ewbAj9bbsPOt5MRSNAEoLRQnlpFOMOd7ukPJocyg9YafPR/ByIotqDY2ti8RXNVxrsv8C3pTQgJhZ+VBUUR8pKCPU1bdQCLjL4pXH0SJZHvJD34HDo8dvjJ4sFEuVBob3BDSAwk3HmO4x80YuoxKJdVkIxNX9wUcrFMMwDMMwDMMwDMP8WEaQBuYX8Ay/seHiEwdnbn0SNOw1XxS65i21xw/14NB4Wp6op7dvwXLBvnDFsTdxOTSg0NjU5nrmAd006FGcGIZEc0s7je//NcHs9r0XVdWNCCEzu8TM+hJ+89ONhq+BTRG3dzKxuBjzIr2svC4ru9TU4iIscDtNPfF3xXqXsPDEouKawuLqi35P6NSRY9elUAaIikmjU7g8/520V0RuXvkec2GKD9yTp9LIxaPHCWTRzkjo6uoZO0UYu/HxfUKW3t4+EsAWLHN4HZtNidPU3O52NpACUWoS30EDozX0tu0+9zTy7buiKjh5uUJESfIq0tfXv3aTK+zjp1ndD3pNK2V1dHbff/iaxqeWr3Pu7jY2G+zW3ecU8nC+WNdiXANrbm5fs1GI3tLVjqpvpT+qgeFQlrhQAslDU1Mb7drify1C6eGjGljS2wLyqRr++yQNrLGxjaSF/QcuV9c0kbGisp7KMCoFfYSOGpeQlAdHw6D7rHzoEE4e1scT4RScm3ugvGBXQWElKgKM46Za6a7ipeRZVAqeCM7p5B26L1ISj0kzROcuOfrRoUDEgUryus1uaelFnZ3daBAehsSi4tOyYHAqDezug1d0CdoNeZIEcm3lBkEpGTfVUjXRDXWEkh2lNFVxi+nzhFtQUEoNrK+/n7adQ8G4c/8FLeWHB3kYEkdtzuKVx5VKQ1NT+yhR/9hn6VNV1UjGyqoGahCQ/jW1Ujb9p5A1MJTtWQuPKOeRlJbVoWzgFIq3ctk9FB6kIexoG5X+YUdjQuPL5y88UioNy9YKisjWXR7K8d/yynpq7dF6y55fxWYhJigJb1OGTCihYXF0McqYfAsNDOGT4nLa46FkGqCzs4dmJrm6S02rcQ0Mbv0Wt0zFbp1i+giF/MbtGMkkgnJOdlv7a0r58OmAnHPM5Zay9ftaGhjaf/Q7sM9daq+cn4r0dD8fTBkhd5SGoM9Eps+zVarpPT29pzwe4nIkOAlIMqSBwc2Yb/v8VYa83uzLN1n0sMg4/HP1RiReJOhUdXUj7UO5euNJlbyqoqKqgV4kNm4/o1xJEq03ze4dPdkiv2Bw+uwnaWAyRvYDIw0MpeL3MaYo8GjJUcXoFHpnKn6HHa4p+7jKqkbqx//dc874PCFZA8NfeC5XyLTolOlBNmw9JU+aB7IGhlRdud4l+nkaulrpnPCZyBs8IBw6NeV8rIzMYvryCaEp3wpkDQx/t+32wBuadEJMK3pZQh+hnFbe2tpJ75NokJXf2cAPSjVKCNIq5mWGZBVmbjWhd4D/U2cDlVGKS8hF9Ydd+f6Jbt3IfmDo+nHqrwnmqk8c5GYKL5mSyQD05ccfY/fhDVDOGrwWnj73kAoGnEoDw+sNeisUwsTkfMkk9laX/Z/ipmgZlHaGYRiGYRiGYRiGGYGMIA1M1jmKiqsl0ydCw8Rw7ueDVMMuATejYB892aKqWhoplrGxu4pTMxccVl5yzjuEgnoWmSKZBnB2u0unhq+B/Tba5O7QaQe9vX3yXCtEQLVElbWtP+wTZxyQjkUQvRkLDsMurEHUN2TIDKe2i1/pTpp1kIaKOjq6x4qDR2fOqQc98USw/z7WVB4fv3EnBpbRk/dXVKoXYDzscA2nZsw/LA/IGtLAUtMKH4bEys7VXRAXcaFsCRI3rlCOZGkhDQzuiqjxKNm+9zzsi1YcVw5DP3wUR/6fvxocbyJE1Uc45eOnXs1PiYdXMIUga4qfhCENrL6+JeZFOq2TNm3uIeVoMjEcDQzQcBWKCi2X5OQqlL0lA4ra8DUwZBa8jZtmpRyAA5+kgb2OzabbKUeWQUNDKwVy8+5zySRiZD+wZeIg9fa955SPDzIyi+kWIWHCepiGQCmaLk7AsnW4NjQAYXcWmqfie+WpZNKjvb2LKsjSNU4qtay8on7qHGk2lUoDW75OWAxz224PVbTlhQ2VQ5nCLcRxT+SX6hYVlfXyFDqlBhYekUyPr212kNc0xHnWK1gyiUOodF9Vm9nY2EajuldvDFma9T+CrIFNmW0ji7Uyb+JyKNGuK8p8Tl45CT8Beilmax+AUxNmWMv5iAKA3gRGtwHpSAYFHvaVG07IrXpwaDwsY6ZYdHUPKQZlFXU0kTciKlUyfRsNDBw5Jog6aJFUcktsPFLDFM8uTzs2roGZ7L+oasN7evtowrSlQr5CAzV70REYUWVk1UeGIjN7kV23IkG+lgYW/SId+YtTiclDKi9ArFaJcrUQK8M9UVl5HSWp6ssYgKI1b6k9Th1zviWZREgDw1uEnIwyNJ/srwlmT54lqxor9Bo4hZZWlpR0OespdFIoP1pJu6mpjWaDmVtfkhulb6SBwaE7UL170OsEXh6Ue9QRNL9w1sIj8nwyXWQNTJCmNJly0VdIIkRY2cTJGtjWXR6dnUPqFGooNa27zbypl1QSFZNGZTtZ0erKGti6LUO0MQLvDxSBd0WDnxOhHKKA4ao8zRKgeARSx9dtcZNLfm5+OZUoJD5ZCGQZFScrW3/J9DENbNN2d5xSrY4I8GJGqzrjnUEy6YH2kL7w2LXPS5U+eDeg9z04pQaGdw96MaMvb5SgEq3fIsxn3WPurXq1YBiGYRiGYRiGYZgRxQjSwKwO+dHPb0Nb938U0sBMLX2kYwU0W+iYy5BxKyI3v5zum54xuPHS4lXCikbL1g7Zb4zo6e2jmQTD18CsFQMcMjR7ZsFyB+3YwY3bgigFp9wBKOltARlVwyhEcso7OhsVk0YWkk8QVTqUQfrAvsPEUzr+8GH9FmHtNbvjOoNf+QUVFGzqwNwIQxoY0pZ8GnfakTIlNNRicfCydKzAyycUp0ZP2q+UH0gYW7fFTTW2SMhz7HTPErb20qDPMDfSUCFrYLpu4swDLm73dLd2G6YGVt/QQiNWR45dz8ou/X2sKTzQtj1g+BqYk6swLr9qwwnl7cAnaWCJyfl0O+1ahc5ud23tA2grPhkjGhjq1+xFdsrVO4nOzh4ao/S+FCaZ9JBjojvPifJ08w531cMqefUmi0J4GBIrmRSER7ylsyoNbMlqx9mL7a5qRpY7u3pIITh/8ZFkUkiGutvyPYsU5rHhrFIDM9l/AZaVG07oLi1FE5VkBRSkpBVS9t3WTMo8ceqerUNA6JNE6fi/hKyBeXiFSCYFvX39M+YLHxPsMvWS217fK09h+WPsPtWCfkTagCwU/mxw2bp14pKVsxYeQTWUTCLVNY0JSXkwysUvPjGP9MtTZx/S3D4CuZz0Nh+eaxRC3TfSwFCS6RFUq7rZHBXkvX+2nZYLlXENDK2QZFKwSly1dcvOs3IguJZ0hVtDdXEiO7cM7fkl/3DlM34tDcxSfJFYtPK47gxgtFG4Cg9YXqGzLCRBCse4qZa60hSadISPtlSpJpIGpvuCYWkjxGfZWietwBMekYxTiExrq8Fpr0giSpl/95zTbRbOnA/C2alzD8lS0zfSwFDMVPNcQXpGkZdP2LWb0driei9QWLZ30swD6GUkkx6yBqZ8AZMpKKyk4q0UYGQNDP2vZBogPbOYBCQUD8mkABlKj2lz9KrcN8gaWGq6ztaw74qqqNL5XX0mmT582CG+eKxc76JbxtA/4iyiLe89VlfXTP34hq2nVCop6gJaAKWWZlwDu34rGnVHfs1TQksg7N1/QTrW48WrTKo1ujO38LA0YVSpgcUn5qKIKh9HCTpx+EcRNZ7LDMMwDMMwDMMwDPNjGUEamCyiaL+kHiakgTm53pWOB+jo6KJBH93JJT29fTS6dy9QmqrV2tpJMVFthSXzqfuBHR9qJGi1pVkLj0jHCiKjpc+ulcvyeF8Kg+WvCWZKYUymr6+f5rXIEUhNL6JAlEt71Te00nDP4/AksnR0dNP4rK4Y0IvEEf3Ly/EZ0sCu3hC2spAdfQo9etJ+pRHO+EAJaWBHHXU+ZL774BVOwdHilqC7u5fGak8NXSBR5uYdaZ3D5oFLtMiLYRZrdloaDsY1sDGTLQ7aXa2uUU89BMPUwMCDh8JIIuxLRF1W/N5fOjV8DWy3mRe8aWWhT9LAOju7STxAkTh45MqrN1mqb/BVGNHAjEB5eu7CoJikhdZNnb3ITndQmOY1Tpt7SLUjixL6uh+p16GneWRmSfO6VBqYEaiaKHcWvOQvyCq4he5Iujx1TNbAenp6aV0s3ZF0gBqKs3DytmpoCpAIsODu1rb+L15n6ko4/zVkDczQHNBd+4TqsHK9i6zZ0BcY0+fZ6q5K19LaQVmjnPWF8k8tJ9zydc6eF0MTkvLkAJXAuH6rtPvX6MkWyKnA4FjtjGTiG2lgiANJKUcdb8htQFNzO81mU05T/gwNbIeJ+C3CZjc5zlHP06hp0h3H1+VraWA0/8zE4qKuBJ6TW0YCw7Mo9VRLGVKV0ACe8w7x8gn18gkT/0put1h40HHLkwKBEQ3s5BlhgvviVTqa3Ms3mdQIaLUlmZraZtqi6bDDNck0lOgX6ZQO8mcc30gDQ9kzEk+A5qiouPp1XHbQozg0VjTbb/gaWKHeAgC4I62pe9hhcGloWQMrLFJf8uSZICsii5XriyrZKr68KSdpyRoY+l+yKGlt7aC3OFt7qStEIZ8kdo6WNr5kUZEh6HBCcxGfmCeZxPc3Snbca+suD7wv5eaX6xZR4xqYkoaGVvQjeF1EasNR77zTdPDzJi20lCJaDLkTUVJaVkslR6mB0XvUuGlW7ueDlBWBHL3J4N0bpU66gGEYhmEYhmEYhmFGHiNIA/PyETQeuPRMnc+Bh4MhDayktIZCNu7k9fdKSmvJgh//ZFHxVTQwe6cbOKWrgT1/lYFTcEoNzO644H/OIjvpWMOytcJCbWbWl6TjDx9oLT4H50FJ6W6goCRNmnVQ/ia9tEx6WOPu8hVpNNmQBqbiS/YD09XA7otSEFyTuCogqKxsoLE/QzGJeZFOl+TlD+6VooKGhODepg7ZqmeYyBqY65kH5RX1ssvIKrl+O2bUJGHcduWGE9rRz+FrYH0De57BjZq0Xzl0PnwNjDa037v/gmrM7ZM0MIDnpUmQ5P4cb4a6cPVGpO6Ao3ENDA+ekvrO+1KYufWldVvc5iy2myL6J2dcA6Pl5oy7sVMsdAUJwkkMYdLMA7p+jGhgQrTTCi9cfmx+4NJ6KdrCdkrklBoYLZo60dAtNBpYdU0TaQ/aeWZEbHwOZbdyKk9hUfX8ZcJqWuSQI1t3eaBUf968xl+Dj2pg9P3BguUOsmbzz7bTsKzZ5GqozNBAvPXhITN6YxNyl60RWl3ZjZtq6eB0S7VYKGhr70J5oM3bZLd2s2vQozjVPOBvpIGBK9cj4W3mgsNyc/RUnO+IVheBkAV8FQ2Mmuv/jTE1rn8o+SoaWE9PLw3i2xpQjISgxORCqyWZNNDSl8Ydmkdlon07DayouFqKsIFmAQ0I5ReaFLJ8Zw0M6YAGBzWIglW5L9TAUDtoib/dZl5yX2lEA0NHBjsukfdrVEE9L7JDljCNa2CIAHWFO009KQItLZIq5ur+gPyoQDhUT5VraSIcvH1Nnycs4Su7GfNtPbxCVFH9qAZWVFzjeOIOOmJ6E1M54xoYLVI9dY6N/C2REl0NjNa0NO7wvPUN/90eh2EYhmEYhmEYhhn5jCANjDZNgbt2Uz0cr6WhobW8UhAbpGMRQxpYbp602uGKdc6qaUlK9/ipNDVK9h9mYCWxH6KBWRy8DMuS1Y7SsYbVG4UFqbbuOisdD+yCNmW2jTw0uUEc6j3mMhifvIHVDpcbTZzQJ9Lg48jRwPIF/UmwGFrw7dWbLLpE+Tm2ClqNCu6S0W3DiMbGVpK4pGOFBqbaD4wQt3cSAteuyTZ8DQykD+ySpVohcPgaGE1DwU2l4wE+VQMDHR1dD4LebN97nmbGkBs92UJbbY1oYNm5ZbSUHNyf482WrXXavc/L1j7A1v4aPZFxDYwGqcdOsVCVUtGdpX92m3npzhIjaL3EeUuO6voxpIHl5JXT9idwQrTXyNEOoGgrNbAjx4RbzF1ydJgaWFFJDY1lo6iTRUVicj5d8uJ1pmQS6ejsDgyO3Wni+ZeoE5AbPWn/lWuRytL13+GjGtiho8IekAtXHFNpYGhCP0kDIzIyi718wlCeqQzAjZq0/8WrIXlEoPFEVbWxu0p7OJHbYeKp3Jvq22lg6E0oWdAwkoVWi7W29VOWk6+ogSEc43tBKRk5GthRR/Fzk8VH0dA9FHeypHk2Soe3BWVR+c9qYKVldZRxf4zb9++ec+gHQx8noMNFn+V3VZit+4UaGEoUvRX8KA0MEZg0S6itX6iBEQgNtc/Z9e78ZQ6ygoUELC4dzAvjGtjdBy8ptkhYtGMoFVExaQlJeYVFVWjQYDeugZ05J8xxxDthc4vOqtS6Gpi7OC1yyuyDeOVT1QLZhYUnaos3wzAMwzAMwzAMw4wcRpAG1tjURkM5u/Z5SSbDrNwg7DM/Y76tdCxiSAOrrmmCHS48YnA3FyNUVDaQf+UWFEp+iAaG54JlxoLD0rGGxauEWV/KMUR55cPoF+k4lKd8ZSrmkdTUSokjS4DGGTkaWF19C42BGpquJ+/kr9xOX0Vzc/ufYhJt3eXxUb2AZJtpcw/Jg3HGNTCwcr1QUBetPK5SIz5JAwMZWSUJSXmqHWWGr4HtMhXW77I4qF676TM0MJnOzu6YF+lHHW/QeB9ccOiQtUYNaWAochT4gmUOKJmqsTNqBIxrYKfPCV+m6+6lN0zoc/gxBuaK6WpgiDbNVJu/zD76eZoq2lTRlBqY29lAukXv8DSwxsZWenZfxcYzSl4NbDBmaF5jV1cPmg57p5u0eBrcg4c6W5H98nxUA9u03R1nlbO+rA/7w/LRtRBPezyUTHo0NLb6XnlKag0adt1Fa4n+/v7E5HzqR+CUWsW308AAiV77D/qi2amsaqCHSk4ZMgX2666FaKTtVUFSiu76csPXwMCcxcJE1S9ZC9HzorD35MLlx4Y/rP/tNLC6us9fC9EvQKcl+YoaGFJ4g/h1BUq7VrChbbG+UANraGhFL4mzh4e3FuLTyLewf3QtxPVbTsll1bgGhnBoKy/bgbUQ0WhQ//XRtRB199ySQeSPudymurZ973m5LTKigcmbk6G90qrLy9YIC1Ab18Bu3RMWNkT0dKdt6WpgtAz11Dn6shnDMAzDMAzDMAzD/BSMIA0MbBd3Gv9ttEmKYgsrLfgpToM45gcuSyYRQxpYT28fDRxc9H0imYZSWdVQXlHfOjBS09nVQ+N9TgaWcfshGhitZIXEkUUgJR0d3TSOoxqlNbO6BKOFOFhzSdwDaflaZzpF9Pb20ZYwnj6hkmkoUuIMbNo/cjSwvr7+MWLMdf0DZDfOIlmMb5K01/wCvCFhjY9YtbR20HDVHkW+f1QDuyrmGlx2bplkEvlUDUyX4WtgZlY+8LZl11nVuPAnaWD1DS0VlfWNmuKHEkLrAW7bfU4Z/tQ5h2DUjgtfvy18qo9SV623JdJwNDCUPfhBpe7q1pEZUBcQT8RKOtaDpkjC6Q4F6mpgt+4Ko4ejJ+/XDZlqn1IDuy7OSIDTXZZQq4H19fePF5sL68P+eqP3H66JccaN5JaqvkGYmKgd7UXCTpsrJP7mHe6fLRP+vMga2MXLOg1+R0cXra5maSNIQWSk1vWPsft0p4+8TX1HxTLqeRpZioqrvS+FwWkFzqCQOKqVRQMaAyqXl09YVIx0rUxXV8+MBcIWPnvMvOWYuJy6B4uwYuFQwZv4Qg0s6nk6Sh0tfnjnwUu05ItXHlfJfl9FA8O1VCNu3I4hi5L4xNy5S47CKTUVmqu6dZeHdhs/4xpYU/OQofmDR4RJfvOX2esqWKFPEvHUiJuR9uHFK0Gagp+a2mbJpCAjq8TLJ/TKtQilSPntNDB0c/OWCoud4q1Dd9KqmyjnT59vizwlS3t7F+lGuoKWIQ1sxnxhmT7deXiGNDA0nrQL6e370nahSj5VA8sv0JH2M7NLSU+6dXfwFkY0MLSr5B9xlkwKULvpLfHIsetysyhrYLl55ZJJQXZOGUnFN+4MluTdZt6wLF/nrNsBDfQUFnLLH5eQizKDbksWumQcnG/CMxJfbtVlDUz1zgBI4Rs/zUpX4RuOBvYmPod2MYyNz5FMCkpKa+mdSqmBvU0V0gd1LUcTH1BYXI1Hu+QfrruzJsMwDMMwDMMwDMOMEEaWBoYf/zQ6s2aja7vhNZQOHZW261CtN2VIAwP7RA1gzcaT0rGCtvYuuun9oMElyDbvECYKTJ9vqx1Brq9vmbVQ2HX/O2tgRcXVZNQusAOeRgiDI3Aq+ZCCGj15f0dHNy2Vo10faf8BYZXFVRtOSMcK2oXEEUZM7jyQFK/e3j7SwAzNViG+gwYGaE28eUvttYOD79+/pyGhbbs9JJMBsnJK6RlXrHcxMlpn7ySMVcFFRA8Orn1UA8vOKdP18J01sHPeIfCGB1TeDiA36dlVqywCrQZ28IgQZ3HCnLpS0EDesrXOylPIfRgtD/mpfCN/YV+xzllbuSqrGqgyGtfAkFDkLSxcZ/Ki75WnODV9HiqvzpAxITc1l/yfSiYFN+7EUMIqNbBjLrdgWbbWSRvtqupGkg2UGlh6RjHdQnc20s27z+kWsgYG0FDAMnuRnXY2EhKWFjv9Z9tpOQKHHYTlFjdtP6ONkrM4bXTJKkftqOsvj6yBLVjmII8sy4gqiJDyypmvqMg0Dn7+gs6nADZ2gqyCGiFP7RLXpRRyXDsnLz4xj04VFknTSjb+ewaHO008tdm0boswtXT3Pi/51K27L2D5c9y+hgb1MPfVG1FUoj5bA4NnWoYx+FHcinXCFNXzmor2VTQwlLrZi4ReEt2KUisiaBbm5Nk28np0gJYnnbvkqOqThZ6eXnGtUaHtVTZ0CUn5FE/V0PzLN1mUStolcBETxAen1m5y1cZKpqGxdewUQUM67fFQ09R9OHJM2EwONUupaX07DQxc8hc+XhkzxUK5GSTR2NhGGYqGWtn2og2BUSsotrR00LsNnEoDo5TRVdoMaWAIgba4CwkbMgMYIKpUwIavgeElTdtYUbeLEl5d0ySZjGpgaDnp2bft8tBmcXBoPBIc1R+FXDIpNDBTi4vaS6jZ/3uCeWXVYOLjHQCBoPgh8pJpgI6OLpRhXIJaL4eGDgWWmQsOa5Mi4IbwZcO0uYfkz4zyCyqoRsuKuwx6Ddgnzz6o3c3raeRbEsiNa2C1tc20rOseM29V2UC9M7cWXgXhlBpYa2sHfeNibeuvbcE8Lz7CKbzHaltahmEYhmEYhmEYhhk5jCwNDJwR9x6AW7/llPaz3MamNseTd8jDxn/PSNYBjGhgsfE5dJV29pI8XUO5FM/NO8JYA5xfwJDlEJtb2mlkH+47a2CAlvCavciupnZwPAjUN7TMXyZ8Kr5ivYtkGqC3t2+qOCOEhtf/GLdPO48nPikPp+Bu3lUvKkhjLnDKZYJoisn+oZPwvgqfqoElJueTUStBydk6nAUwvXzCyPOajSeVI79Ec3P7idPCOCbcus1uyqHGj2pgfX39tJLStt1D1lr8zhpYSJiw2R5iop22MmO+MBNFXDpMshBaDYzmtE2YbqUcjgR4BCqZKnmMJtgtXe2oGjg7Je6xP366tWogLze/nCIDZ1wDAzTsjmKvmmXV3t61YLkDTin3j9HS09NLQ6WzFh2pqBwyI+TRgEYCp9TAaFuU8dOsUB4kk0heQcVMcTYPnFIDwy1oeTfU8YrKITsXyjIMnFIDk5U5hKOK/N3AV3SJcsHJm+LQKqJUOfQRcC3NVdWVx355ZA0Mbs1GV2XDHhufS0PA85c5qDQJ0mD+nmgeEZ0qp31PT5/nxVBKeeUOUq1tneOmCuFs33teORekv7+fhMlJsw7IAg9NOvxrgpm8EReBkkNbuJ33HiztKHIk7Vge8pNLWmFRlaWNH6JB6tpna2DglIewRCcKP+6CVFLVZfBVNDAQEpZAhRltiDz0j5IZHBpHksMxl1vKQv4g6A2lM7p4OWsSk/LRtsiVRdnQlZbV0gSdI8euK0fzUe/WbnKFffo8W3mLLNDW3klaGp7udVy2ZDXAxctP4BPho6oqI/kmPoemGaERU1bQb6qB1de3UCe++p8T5YrdKGvrmlHBYcebT3nFkFeFQ6Jqi6g+fBRLLQB6osjo1IUrjsmJqdLASOzBG0v+O/USfIY0MBzSG8623ed6FFmfkVVC3wnBDV8Dg0PdkTsFRNvv6jOpLtj4KeUxIxoYQI+Pq/CY7ueDURgkq/hdDk2P22HiqSyosgYGhxLSrIiA/7UIOmVx8LIyAp2d3bQcNx4zR/Gaiic9cNhfKDnjzZTTyuGHJjLiTUPZIDc1t5NS+M+203KUGhtb6VV29z5v1WTQV7GCvotHCwx+Ixc/XHj9doz8CMY1MECy4h9j913yC5crTkNj68EjV0hphlNqYAB1E/dFCxBwI0pZ11JS31GS4n1G1WExDMMwDMMwDMMwzIhixGlgfX39J8TFoMht3eXh7Hb36vXIs17Blja+tE4L3MIVx1QrIAEjGhg4clz4fPu30SYOzrfiEnLLK+oTkvJOnrlPgyxmVpckfyI9vX20vRacjd3V0CeJ0S/Sfa8+mzb30LhpVjTI/v01sHdFVaPFT32nz7P1C4iIjc95E5ftd/XZ9HnCANnoyfsLNKNXwMNLmANEzsTiomQdCg2LIHHsHW/KiePq/uCPscLAiunQq+yOCzGH23/wspeBFRQ/j0/VwIA8PQuRCY9IRrTDI97SzDa4g0euSv6MglJ3Sty9idzmHe4oRVeuRSLprA750SgP3Lyl9qo1iD6qgQEza2E5ylGT9ivH476zBlZUXE0+tcsZkTgKZ37gEnJTjo9WA6urbyHdCOkQHBqPQtLe0ZWbV06zZOAehQ2Jxr1AYR8ROKQnQoaj5ZKSUwooMhu2nk5Mzkc4+HvK4+G4qZao17SC4kc1sJLSWqrviNKDoDeZ2SV5+RVPI9+u/keYLPXneLOEJGMrWwJ5yyJUn0v+4a/eZIWExYtKw94V61zolFIDS0l9RwPW67ecQjFDtJPe5p9GtMUGgYRhpQYG5K16pilugRIF44p1znRKqYEBufXbZ+nz5GkSbvQ0MoUugREFW1lg6htaaZ20uUuOBj2KRZQ6Orpz88sP21+j0czA4FjJ638JWQPbY34BJQGN2MZ/z5haXpy/zJ6SZfRki/gk9SQhNCz/bDuNs3Ar1rtYHPTdu/8CTWaCO3jkimraBDoFKg9T59igFULxRhtCX0j8b4zpw5DBlG9r76IRc9i37fY4cz4InpGVoyYKjfnK9S7yFBCA/KV5Y3C/j92H4k2tIgrA+QuPSCT+Eg0MLYA8XL5111nVQ4GvpYHhQZAsVG5RVXft87I4eJnmIsMtXe2oasnb2jpRTejsXxPM8eC0D9aoieb+ARH0jMqGDuFv232O/CPCqCPyBKai4hqSn5Hg67e4oRFDDGm/K1h8/J58VBju7OxG7lPgeC4Hp5vHXG6hHaPHQeVVzXr5phoYQKdM3dBfE8yQazZHr27Z4U6yCnqWsCeJkr8B0AiQQAiHdhWJSV05WvUbdyS9RKWBoTehJfjgUMxwiRwrQxoY8PF9QmmyeJWji9s9l1P3UHphQYuE1zb8M3wN7OjxG8gdxBYPuNPUkzoCODRxaOgk3yLGNTBkLqJBCYtmeY+5N8rGqg0nKJ6ooSrdV9bAKAJIZ0Rgl6knNelweBbterZ4GaNPH1D2Nmw7fejo1e17z5O+/ue4fb5XnirLGMoqXjspAsvXOTu73kULgNpBt0DCKgUzgJde2CkoNEHoC6hmobIvWyu0MLgpnuucd4itfQDJjSjkeFvGPx/VwPAsiwaqId4kUTHR7qGdRBU7fzFUux8YwN2PHLsuJyDeAJ1O3vl3zzlqKFBUtFI6wzAMwzAMwzAMw4woRpwGRgQ9ipu/TNCZtA6/up1d72oFMGBcA+vr63c984BGRlTO3PqSdsuoyqoGWtNG6eYstst/V0mLwn1/DQzk5JVrYwW3YLmD7m4WQF5EES76RbpkHQqJQLqJs8/Kp2NgoxGirr5FFgjhlIPyX8hnaGCI+WmPh/8Tp0coHcqJ29nAj451Kgl9kiAP0aocQjvucruhUT2Fbjga2O17wuJmcG/iBnfg+M4aGJgtDgoH3IySjgeob2ilRSPJyePIWg0M5BdULNCrmH+ON/PyCVMVhK7unt37vJTe5KFMeJY/OZcdqmFjUxtF5qMaGCgorNTNrwkzrJXL3BnhyvUISkClczl1r6S0lkqUUgMD3pcea/2bWfk0NLYuX+eM/1UaGLh6QxgIVvqHc3a7i1vQAKJKA+vr7z/n/YhOKd3vY0yd3e6htEv+BkCZkQc0lQ45gnC+Yt38iZA1MB+/8LephSvErJHd2k2uqQb2m+zq6jl/4REtLie7RSuP3bn/Ujcl4+Jztu7yUOXv8rXOKH4q/y2tHdqQR03ab3f8hnZ4vbml3eKgrzLYZWudY16kI8jFqxxx+CUaGCJGq97B6S4l+rU0MIB7BT+KW7paiLPsRk/a73TyjnYxN1BaVrdhQIaEQwps2+2RkVXS0NCKtIJF1dA1N7fb2F2lU4Kep6gd9Q0tdseu0ynZbdh66vnLjGHWiZ6eXpQf2iVLdgjQxe2uaiYo+NYaGCgsqkJfrOzpkE1oYDP1cgSgYVG+Kvwxbp/1Yf/q6kbkIBoHWFQaGHgWlbJktaPcMsuPaUQDQ457eIVQgOTGTLFA/ra1db6JEzYeG74G9q6oKjAkVlae4PCA+w9erqtT78pmXAMDQsELjV8iVhbZjZ9u7e4ZjMZB8jSArIGhN8ebpyoC5gcu12oiQNTWNh85dl357Cixm7a7v47L1pYxJFRg8BvlixMc0gd1R7ugIl5H8bI6cYbUXKzd7CqvjltV3bh9zzll4zB/mX1waBxedZBWOPyoBgaqa5p27fNSvu+hqOD9BG0RvbKqNDCAjunm3efzlg55+cSz29oHsADGMAzDMAzDMAzDjHxGqAYG3r9///xlhvv5oINHrmzZKXwXfOTY9fsPX9c3qEcMZXyvPPXyCVVtEqairKL+nPcjq0N+CNNk/4Uz54JS0/XHQ0F3d++d+y+tbAXP5gcuBdyMopG76OdpuFHo0I+vfa8Kd3/+KkM6FtE1EtEv0nFKq0mA4pIaL58wnG1u0ZH6+vr6I2NSj7nc2rv/gqnFRceTdxAf42LP9VvRCM370mPj3sor689feGQtPi8CP33uoWp3MZne3r4XrzIQeQQrmb4GflefIUBdoS4ru5TSRLmFjEx1TdOFy49t7K4i5rb2AZf8w7VbpwwHlLqXrzPdPYMpqJ0m51Hq7ga+0g7DEQ2NrRQr1XfcSioqG7R+nkWlwHLZPxx3lExiaN6XBJ/aTYZ0qa5ppJBz8/XlTyWeF0P/TxwgU96RQG7iqa/dFAqJfNY/QMiLSMXmZwSKX9TzNBe3u6g+W3a6I7X9Ap5px/FlklPe3b73guKp3DYfqYGii0TeYXLe5dQ9eRzwQfAb+IxPzKVD4/T19yMlHZxv7d7nhcgcsg+4F/hKu9qnEQqLqk+cuofLt+32OOZ8i2aPtbd3UUZUVg1ZYxAkvS0YjLbbPTwd2QPFaMcmDMqcMoXF1SdO36dbIKoJSXlIY9wCJRaXqFZiJGrrmn38nsjl+aLvE9VqikqQCDEv0pGGaA0oR9Ds1Nbql9j/AkoNjCw5uWXhEclIpcKiKu3wtAo0+/CP3ic2PgdN8Uf9o/FBngY9ikOhLS2rNeK/q6sHVTX6efrTiLdpGUXGlY+2ts609CKEXFZeJ4dZU9tUXlGv/AQEFRZFCMbh6CgELod/OK2kCrp7elHYcFY5b1XXKIPqj1OGpAKAR3gTlxMRlYJqrlreTUt9fQsaB1Q0OcD+/n56RtXXGDKoTbpNEBocpHNUTBqyBtn0sZzUAc+bm1eOkvP4aZIQeY2ORaChQPRU32cQzWJq1+DumpKB8kCpOvxvNfBKkPQ2PyI69W3KOyPvQjJIeSQm+vHGgQ84enr66Ka9vTq5DxAZehw5Vp2d3ThEFhiKJ8re67hsvBEh1+RGnp4OQWkfXImsgdGapeiMENvg0HgUGEPiCnJh4BGGaK4qENuikmpEDHU5K6fUUN7JGhgt+EwRCAkzFgElqKd4BOQI0lkoY0ZzEjWupLQWISOt4F+1qLUWpCEeExVBFSzaJXR8qFDZOWX9A+caGlrhGdWHDj8K0hD9/uPwpPSMYvr2Rc567TdhRG9ff35BBdJTzOt81DvpBMMwDMMwDMMwDMOMbEauBsYwzFeksEiYZPbHuH2NQ5dzZJhfDK0GxjDMyESlgX1/VBoYwzAMwzAMwzAMwzC/HqyBMcx/BdomzffqM+mYYX5FWANjmJ8F1sAYhmEYhmEYhmEYhvnWsAbGMP8VcnLLfhttMm+pve4aaAzza8AaGMP8LLAGxjAMwzAMwzAMwzDMt4Y1MIb5D0FTwe4FvpaOGeaXgzUwhvlZYA2MYRiGYRiGYRiGYZhvDWtgDPMfIje/fOuus3bHb7w3vnc/w/y09Pb1h4TFPwyJzcsvl0wMw4xIGhpag0Pjgx7FtbZ1SqbvS0OjEAE0F62tHZKJYRiGYRiGYRiGYZhfC9bAGIZhGIZhGIZhGIZhGIZhGIZhmF8N1sAYhmEYhmEYhmEYhmEYhmEYhmGYXw3WwBiGYRiGYRiGYRiGYRiGYRiGYZhfDdbAGIZhGIZhGIZhGIZhGIZhGIZhmF8N1sAYhmEYhmEYhmEYhmEYhmEYhmGYXw3WwBiGYRiGYRiGYRiGYRiGYRiGYZhfDdbAGIZhGIZhGIZhGIZhGIZhGIZhmF8N1sAYhmEYhmEYhmEYhmEYhmEYhmGYXw3WwBiGYRiGYRiGYRiGYRiGYRiGYZhfDdbAGIZhGOa/Tlt7Z3lFPVxHR7dkYn40XV09FZVCprS0dEgmhmEYhmEYhmEYhmEY5lP4aTSw1taOhKQ8uPaOLsnEfEt6e/t6enqlgw8furt7KyrrlZaRT19fP5WZmpomyfS9SE0rLC6pkQ5+TvLyK5B0uXnl0vEn0tnZHfQoLvxZ8vv37yUTw/wIWlo6rt2KtrG7unXX2TmLj65c77Jrn5ff1WeFxdWSjx+Hq/sDW/trdwNfScdiq+XjF37U8cZ3jl5zS8fC5Q7/N2ovUqmz63toYNU1TXhMW/uAvIIKyTQiSUzOP3Ls2v2Hr79iU/YsKuWwwzX8NR4keuHdZl7IlMUrj9fVt0hWZng4u95F6bof9Fo6ZhiGYRiGYRiGYRjmv8pPo4ElJuf/36i9cFk5pZKJ+WYEPYr7c7zZ72NNN/57Jjg0vr2967L/UyR+fcPPNAzX2tb522gTRPvW3ReS6bvgfy0CN/1j3L6s7J+4rO4x98ZT/Lvn3GeP/G7b7YEQYl6mS8cM833p7u51PfNg9GQLlEOt+2PsvsMO15qb2yXfP4KZCw8jJjZ2V6XjDx/epr5DwwvjDpPz/f3fST/u7++3PnwFN/1uAhjIL6hAL4ObvnqTJZlGJNPmHhJKy7h9bW2dkunLaGntGDfNCmFOn2fb0WkstX2vPEUXxgLY5zF51kEkMuq4dMwwDMMwDMMwDMMwzH8V1sAYNR0d3WOnWC5eedzK1m/MlMHh4227PSQfPwk/SgM7cfo+pdjL15mS6SfkyzWw5JQCpP/ydc79PBWM+e40NLZu2XmWauK4aZYup+7duf8yMiYt6FEcaujsRXZ0atHK49XffZ6ojFYDQ2SmzjmEinPJP/y7VZvrt2Nwx+8pgIGfRQM77HD9t9F7V6536e7+OtOg+/vfo13Fg+809ezt7ZOsGmLjc/4Yt48FsM/mP6iBtbV3Xr7y1MsnNCOrRDIxDMMwDMMwDMMwDMMaGKMlI6tkzmK7vHxhEbz29q6gkLhjLrdcTt2rq/vJRuJ+lAbW1NTm4/fknmJ9s5+RL9fAwOYd7ggkPCJZOmaY70J/f//2veepyzhw2L+55f/Zuw+wKM71beAe05OT9j/pvZ+Tnu8cY2LsvffeNfYudmyIBXvvBXvvFbH3BoqCoAgogkgRQZp09Lt3n5dxmFnWEk2U3L9rLi/mmXenvDO7i3MzM8aLvVJT06fM2CyfD607Ts3MylIT/lzmDAySk9OuRcf9aQFYSOi1Wg1duveZm5Karkp/iiclA8vKuhURGftw7wOckZEZHhFr5zq/+PibzdtMbNluEgOwB/Y3zMCirsXJJYZrN/ypv/MQERERERERPeaYgVGe9VdlYHnDQ8nAduz2KlCkOy8Foz/Zxi3H5b3vOHiRnaRhxJjV8rVy4PBfc8dOmxnY38STkoHRE4oZGBEREREREREJZmCUZzED+yMeSgaWmJhSuFQfzMfTK1CViB6xjMysCjWccNQVL98v9kaiqtoSHhH7a/GeaKlPoXDAo341PEZ7VtPFSxGHjvil5Hx0U2Zm1nn/K3v2e2/edmL/wbN3fVgUPo6Oe/hvcfPYvfdMZNQNKZozMG3piYnJqqQrJt1MlQrmcPTE+Z27T/sHhKWn57ifHtbztPdFtx0nfXyDE3QzsSkuLunYCctabXP39DpzMS3n1U6paenhETFYbmoul4hpDdAbqmSFUf8LqnP2HTyLbVcTdO49A7NeNWVZinYx1uWQqCPHzmH+wZejDB9Q2GTPUwE7dnud8w/NbbUF9q/HyQBsO1byhOeFiIhYNSGnGzeSsOjo6/E2PwgjImNlt+7Z5+17LuQew37MDfOMyeUar/j4mzLPrW4e2Bb7x7BN6DGszM49p7Fph46e0w4bg/iEm5ZNi1ablpaWgWMARw7+Na/bxeCIg0f8MERG3rjfL4XQsOh9B3ywMu67vHBwGo5YgWMGnYn10a5HxEF+3PMCXuJ3PtT+RYoJCcnHPS6gx/Ye8NFubWo/A8Ohi98qt2637H0cgaFXotWEnDBnrJLlukzrJuMNgvXfvuMUXns9Jl7aaC5djsQHxcHDvtgQ+12EAwCbZn3fnQy8GG6z8Z0Oyf7kwabhQEWHYOcaPo6Sk9PwHjnre7lY2X7YatdFO+Utg5eYZ34jx7s+6GHd5JOIiIiIiIjosfU4ZmA7dnu16jClXLXBBYv1qNlgxKTpmxMSku1nYLv2nu7p6Fq1juURL8XK9qtWd9iYCeuCL0eqyffAPyBs2KhVmAMW+mvxnpjDyLFrAoPC1WSdfQd92nae1rbzVPycnJy2aOmeuk1GFS7dp3SlAS3aTsLKSzOzpJupK9YcbNVxijxjv2KNIf2dFnufDVaTdbr3mYv5u+86hZ937jndyWFW5VrOJzwvyFTYve9Mrzvb2xdrO3r82kvBuW5vamr6+k1HW3WYXKG65dRw+eqDO3abuWnr8YxM2w8j0c+/qHX+o8avvZj7/C8EXh0+2tJ7vxTr8Yu191zGrA4ItNxN8V6kpWWs33ysdceplWpazghXqT20Y/eZ2PzcLuDwOxc6ZMTyOo1G/laqN4YmrcbPX7wr6abxNKv9DOzmzdSVaw+1vrM7nBwHLzrtfUlNNkEfbsBKdpgip9fxqg7dZqBifqDL4WPn5Agxn/mVHdGy3SQ5PVe68sDmbSau23jE5kmoHv3mYSZb3DzwMw5FZ5cVNeqPKFHBsX6z0UNHrsjtxOj1mPhps7Y2/n1cqYr9sQgcOVjE5m0euZ3nio6OnzRtU/V6wwuX6l2yYn+s+f5DZ1G3k4HtO+DTe8B8OTyKlLEcHi54s1y08WaBgc5L0Qx9a/eUINFDc9bvMj7GcdThU+KuR93IcWuchi9zXbRT+7S5mZxaqKQlm8HXSvDlqBbtJuFnDFpwBXjP4rCXugz4IBo7cX1qmo0z9ZmZWXhL6p+tWLBYT6xbckqaOQPDdwpmheLcBTtUSVdcvf5wTEwC3k0/F7V8sslQve4wX78QNEtJSZsyY7NcCCIDFrp1u6fNM+xx8Tex4YWsKZQ24LVTZ21Nz/5MC7t6Xbpixhw3qRgsWbEPU8tVHYQ1VKXbt/GpiM8TbZ4YfivZe/SEdYYY494zsKBLEdLyjPely6HX2nedLh/sMjRuOS7kyjU0i4tPQq/KCsuAj9kjx86ZN/5GXNLQkSv1fYgB31y9+s+/Gh6jGmXD3sHUpq3GGz7q0RIf0YaZVK83bKubx12TMHwmo3GXHrMN33GRkTd6Oc7Xbx0GbBH2FNZZNbILM1y+6oB8k2oDfj+ZOG2T+SsARUxFB+KLadW6Q/LrgQx4B82Ys02izSPHzzdqOa5AkTszdOg77x7X57iHf72mo7UXyoAFLViyW2auwbYXLWN5j+w/ePZadFy/QQvlXSxDuaqDj544b+5WbBS2Al9eWkvsxxFjVmOLcsvAkpJSxk/ZgGbaSzBgWZ17zMIxqRplmzpzC6Y2aD4Gb661G47g9wT9SzBVjopjHv5Nfh+v33H4Ao2JtfEdjcMGh1nBonc2DUPD5mP1v+AJy0Vd5SyBFn4fi74ej18X9R1Stsqgw0f9tANtm/tJbZJ+qFFvOH7VUY2sR/5A5yX69wgG/O4629Xd/JsMERERERERUZ7xeGVgmZlZ+P+5/j/nMlSvN9xth/ofviEDS0vLkJP1GAoUcahSe6h2HqdgsR47duWaSOktWb5XO5NVuFQfOd0mc1ix5oBqlG31ukMy9UpYdJ3GI+Vn/TB89CpzeBN29XrNBiOkAWZb2np2Roaps7aqRtlKWtOLBUt2jxy3Vmsmp0iwvQ5950nFvL3bd1hiM4Ooazea/D5O2hiGxr+PN5zJwvx75D5/7AXVTmfZyv0/Z5/Q+a1Ub33vYZJqlLvklLRm1hOCGIqU7oMlytleDJ0cZpp7cv7iXTIVQ6mKA34pps5kVa7lfDE4QjWyspOBhUfE1G6k9h3WU06WyTBp+mbVSOdadFyz1hO0NvqhUYtxhjhq09bjMsnQt9gRjVve2RElKtw5Vd2g2RjzudfSlQdg0thJ63EkaD2sDdgv168b/w79pFegdqq9RHlHdGYR61lFDFhP/bkw4Xc+tGyVO9uuDTPnunXtNRs/GDKw9PSMPgMWSBt1eGSfE0Q3btp6QrXT2bjF0hsVaziZdyXRo6B9ROw/aElz75eWgc1y3V66kuU9iAHvo+jst9u02Vvlg6Vpq/FjJq6bOnMLPpN/tlZatptkeHAU3j4DhiyWmZStOqh7n7mDhi5t2HwMRvH5VqG6JYC/9wxsqMsKeQm+E9t2ntqoxVhJJvAJdjn0mnzO473WptPUVh0my1l+rOoZH2O0fz0moW7jUZiKD5YuPWdNmLpx1Pi1TVqNRwVD+67Ttbykay/L1ys+oLRgTIPva8m6nIYv0z4l8NEhXdHk9/FjJqzDt5sWFDVvM1GfET5ABjZr3vZiZfthi/DN27bzNO37F/3gHxCGrwD8XK3uMPRM8zYTZDXQHp/eakZWSTdTpKMwn47dZ85buHPxsr2Dhy2T7qpaZ5jhzylsZmAxsYnyDVKsXL9ho1bNdt2Ow6BeE+lSh+07bXwR69nMwPB5LsEqPkt7OrriMMbQu/986T2sgOEqPTPshZHj1sjB2aLtJHx3TJmxpVP3mTIHfJgbDk7JwPCbyQDnJTiQ8N3xe/vJOHi0b42Vaw7OdnXHQYL+b9F2IjoWn/kyqVf/+Vl3e4recQ//X0tYerV4uX4uY9csXbEPh0f97Ehsxhw3fVaoZWCjJ6wtW2UQfqhWZxhWBn0lX3+Yii9u1doKewRvKJlbxZpDevZzxS+Q2AsFCnfHzxIGGzIw9GHHbjPkJb93mDxnvjvWaujIlRIGl6s6yBBcSQZWtc5QHAboWPSMdJH2Pbt05T4cQthl2FKsKroIh5BMcugz15DzhYRek29MvBx9jt4YOnKFHLeFSvbed9BHtbPSMrBR49aUs/6lDlYDi8aOwOIwWqRMH/wWKo3R1XhH4PNHJmGfYk0wDHBenJqdPWOG8lso2nTpORvvepexq7V0E+90rSURERERERFRHvN4ZWALluzGf8Ux4P/5fudDU9PSY2MT1208WrbKoJIVLLEQBkMGtnDpHqlPn71NO8UfEHi1jvX8FF5luGOM2d4DPjKHnv1cL15SIQrmIOf+MOzae0aKQsvAqtcbXr7a4LUbj0Zfj0/PyPQ7F9Ky/WSZtGnrcdXaClPl1AP+PebhL6e94uKSJkzdKO03b8sRHkgGJqcXq9UdNmXGlq3bPeMTbmLSkuV75SVTZ229s71BV+taz75he/V/jw8ZGZkS3hQs1mP+4l2XrNfGhUfEzJq3Xc6L9eo/X1qKpda/67fMf+YWbf6BQeFydq9EBUfD/A8c8pX2Dn3naX9DHRh0VTsz5X63GHLy9M1oVrxcv0NH/KRnMjOz0IFyRtIQELrvOoVigSIO4yZtkHNVt27d8vQK1LpXO3ULuWVg6BM5fVmj3vCjx8+r3RF/U9YEw/pNR6WlQPsWbS3XgqAP5y3cKdfbhUfEzrGeHEQd2y4thc0MDBsl5z1LlHfcsPmYdCMOzo1bjheznueq32y0fuVBMjDJ59p1mY7jEIsOvhxpPQVvmf+4yetVUyvMTZ06rDvM68xFKaalZ+BtJe2n5ezMxMRkdfatRK8Vqw9ERMZiS/0DwhydFuPYkIPQkIGhJ1HEMHHaJnSvFPGukXP6xcs7mu8Ih7eSnIwOCbVcq0H0qGlP+bpx454uVTHQMjC8L8pVG7xm/eHo6Dth8xnvS3KWednK/fq3xmnvi/KqmXNzXDKFjzX5pO3aa7b+3bHvgI8W9t97BoahVkMXvLu1JeP7UeZftEzfImX64KtEi1XwcSE3Ruvp6KrPWrDava1JdtGyfbHaqmqt47NLtg4fMrJ1B63rjw9SfKpLM42vXwg+pTEJ331S8fG9LJ/bi5fv1S/xjE+wrP/UmXc+gh4gA8OAT1F8Rkkdazhm4nqpFy7du0wV61Vf2V1z9MR5WZnRE9ZKRWzZ7oF1xkf3FjePO6tovdpJtn3Rsj2qZGUzA8N3BD5UC5fuo/3OANjkgdbGlgvj7P7iYTMDwx5HEUcRfklQJSt8R8guNmQkZoePncMmYMBLtH6A/QfPSgfOX7RLlawkA8OAqfhqw5Ev9ZjYBPn1A7PCZvZ3WqzliOnpme27TsckrKchkTLAV578WlKj/gj9nRXRjV16zEIdvaSPG7UMDAO+yk94XtA2Aesvu3LoqJX6Xea246R8BfcduFDLb9Cl29w9tQPGkIHhYLNulAMOUX0Xnfa+JO9f/CapSlaSgWH4tUTPOfPdtbtKxt5IrNXABXWZW79BC7XrRPH7ntPwZdaX9NIyKkC9dcepqDdoPkZ/USk+Fvo7LUIdv0/Gx1t+zRNaBoYBu+PYCX9thfGpIjdxtcbPUrOwvCSX54Fhd8ifN5WqOMBHd/sBdNeqtYeke2fP267vEyIiIiIiIqI84zHKwBITk38raTlN1rTVBMPjIi6HROH/7ZiEwZCBSfjRs5+rGs/mdUbdO3HfAXunjTIzs+TmNq07TsHPqmqFUTnXU6byQP36aBlYtbrDDOeAUlLTazeynBapXneYKlmtWH0AxSJl+kREGp84MniY5VxJpZpD9LcllPgBw+QZmzNyrlWthpb5d+8zV41nO+19SV6yZ5/txM4Qs8GsedtRL1DEQf8cFJl/t95z1Hi2Mz5q/rt1iSC6SO659Hv7yfrzg4BJnRxmYlLpSgPs//V6oxaWP8kfMGSJGs82bvIG1KvWGaqdk0lLyyhb1ZLxjBizWpWy4QiRE1jLV925bi+3DGzNBkuQU7h0H/OlV0NHrsSkCtWd9Bc9rN90FEUMGzYfU6VsctYSS9HPymYGttXdU4oHD/uqUrbT3hdlPfVnvUEyMAyGc7LQ2XoOsWYDlxwnOg+dlazLN/uUtEYC3bpNRunba5Gz+fI+LQ40ZGByV6uO3WcazpRhibIJ5lmlp2fI+TWbFxESPXTdrEc7PhAMofI90jKwyrWdo7KfLaTp2lNdH2m+CEY+DSyfHrpPvHZdpqFYpspALWDQuO86JdnGvWdgdRuP0j8nDPBJK8l3yQr9zbdTk3PxtRu66L/CAoPCtaRKlXSGjlyBSSWy/5wC/8r8XcYaP3UnWRMUfCZoM3ew/ulD287TDF+mIJ825asN1rKKB8jA0O2GfXotOl7ug1eppnOAKaVrbL3eq3XHqfr1kcvymraeYPjOArkMC5+W+s83mxnY9NnbUKxcyxlf+qpk5X02WPo2t3vDCpsZGFbJWpylL0JKSpr8ncTw0atUKRdNfrdcydd30MJM08E5forlD27w/a6/1kcyMKyw+cK15av2YxKGCVM2GvYmPu3l6q4D1rvm5iY8Iha/86CZ4U+CwPNUYEFr3Oiv+3VOy8CwFYa/pcDukIvFW7abpO0FFOWSMvySkGx6c2nBoSEDk682/N5o/uuoRi3GYpLhV0HJwNBFW7Z75PzSu/PL1diJ6wxddCHwaiHrb7N79nurUvaxgTey+YbeWty1Zv2d31W0IlbM8GA/bDt+6cKkZq1z/LZsJwPDQuVjbcMW468xIB8U+Oy66xMEiYiIiIiIiJ5Ej1EGtnPPafwnHMNe3VkDjdxRDYMpA3OpUnvopi3GkyzJyWnSfvlq480M9U56qajsuIfx7CF4nbkoUw/ocgvtxIfHyQBV0lm59qBM1T9YQk54jRqX46/RRWBQuLQ/63dZlbIzMHPQBbUaWrbXcKESaNu7ZMU+VbJq2c5yogSvMpxWg4uXIqrWGYq5eZ4KVKXs+a/beESNZ8P8JV/RnzY97a36x+ZJTC0222s3hmzVwbKGdRqPNERlp7yChoxYPnz0Ku3E03HPC2hZoIiDzUdhOTpZzmx26DZDjeeegcnlesNGrVTjOugTeYn+7mGtO05BpUb9EeYTu8GXI6vWGYYe0599tpmBdXKwpFbNWk8wpEdCTqw3aD5GP1UysF6OxnwX5i3ciUmFS/fR71a3HSexQxs0G2N+Go3rIsvd4UpW6K9v39B6yq92o5HmVcrIyJQ01JCBYTdhY1eY3lMpKeny9/iGGE9IUDp5ho2bTBI9dO26WP52oWiZvn8wA3NduFOVssXFJRUuZTmtj28BVdLx8Q2WM/vatUGxsYkyq+Gj8DlmfJehIrc4u/cMzOb7S65SxVabY7mF1uSpdKUB+uRjyXLLxb5YVfPNUcHvnOXqLjTYut1TKpL3VKkzVN+fWCX5gJrj6i6V+PibkmHY/M71zZ6t9pzIB8jAzC2xyfJ1OXjYnT7UyK2V8RGnX/PN207Mdt3uvuuUcX9kf0q37ZwjM7OZgW3feUq+KeYv3qW/wWNKSprX6aCTXoHmK2L1bGZg+O6e7ep++Og5Na4j4Zzhom2D8IgYfCOgmTzQ0QC/zGCP/1zU4Zou1pUMrHajHMGYOHTUTzbQ/Ic7qEi4tXLNQVWyJSY2Ed9T6Gr9EgXeIHI86zdWy8A22gppJJqt23iUtqpXwq4XsW6v/uJCTXp6ZinrjUwNGdie/d5YJXxHm38jwiGE9o1ajtMfLZKB1Wwwwnxh37ET/tJFWBNVyhZ17YbElkt1v4/JrOo3HW3ubZBfM/CbgPZBoWVg5t/HwGWs5WpXfE3rV8xOBjZjjhvq6JM43aVmGvz+KW/Poyfu8mYkIiIiIiIiehI9RhnYBOvfKRco4qD/s1bNqdMqrDL/CW1upP2SFTb+1F0z03otVKGSvWyelcjMzJKnPoyZuE6VdBmY3JzQIOhihEzVrhlKTk6Tv0fest1DKnoZGZnyRKu1utMcclJv5Ng1avzeyHIXLt2txq0XTklx/JQNqvQHSAa2YPGdmylJEoPeM/wtvEDvyWkg8wUEelpqWK3OsKUr94VdNZ5O0syZ725pVneY+WwyLFpmuStmhRpO2lSbGVhySpqcpzZf1AXYHfIX7trZPfShzMRwQy07zBlYWnqGLHRCLjtCLk3DoL8VkpxiNpzCE9oibJ7PMsPmoDF2h3biL+lmqhyWI21FsyCP2TNkYHbIQ/5nzstxIzghVyfY3BCih06SD7xtzZd63As7GRi+feSNPHTkitmu22e7ulv/VcO4yRskCdaeQ+Z/4Yp8vOsv79CrVMsSD//BDKxjd8vzjVq0nWQO6bfvtDxHs0iZPvqPaPlzgfLVB+vP9WsSE5PlyqoxE9S3XuDFcLnxmv6vJY6d8MfGFi7VR3tMWkDgVWnm7LLc3DnjJ2+QrtuzT/2Ny0PJwEDyoX6DFqpxnXGTLHdKrFpnqM3vd8Dn7YWAsIOHfTdvO4GhQTPLPV3vJQPDB6/2NLIylQc6j1i+xc3juu6Of/bZzMD0YmIT/M6H7j3gY1kxtxNyKZ79DEy7BG3C1I36npdh1Pi10v/6P++wk4Gd9r4kh675Hrb4XpNvdpvXEdqEzQyPiPE6E7R1uye2aMGS3fI9q39in/0MbMoMy/VbtRreuX5Luxwtt1tEym2E7Xzv4DcEHISHj52Tvd+mk7pRYZou1LSTgWl3/tTfD1Pg8Chpfd7nfN3vS5Kw4nCdNU/bL3feI42szwrVX9dlPwOTZLpG/eH6C0ztZGBydSy2zuZ7Ae9ieUApVkmViIiIiIiIiPKQxygDkxOX5aoOUuM52cnAbt265XXm4qx52x36zmvUYmyV2kPlfJkM9jMw5xHL0aZqnRy3LtSTm7/1GbBAjd8tA4u9kShT52WfPw29Ei0V+4P+fnf2MzBs72nr9vbA9rY0bq8+AwuPiJGi/YvhDCzz974423V7j3425q/PwIaPXoUKGuSWkjSwPibKfKdKPSxu4lT1VBIZqtYZijljj6sW2eQvwe0Pxcv10zIbmxlY2NXrUrQ/zFuozjVHRMZK+3s/32fOwLSZGK5I0xy2/NG95SXaRRJgJwPbvO2ELCLW9MQjHIHb3D3RgW07T0NP4g0lLTHoM7Cr4THymK6FS+4cMHq5ZWAYPeNzac58956Oro1/H4e9X0h3eNjMwLr2slzl1m/QwlwOE6KHaWL2cxbl0X33y04GdtIrUFIu+8POPacN7Q8d9ZOKwV+SgbWxPpQIb159qKMndx7uO1ClSnjLN21luU2f4+BF2qdBf2uQ1slhlnbxGb6VJGWxP2CVpP1fmIFFRt3ApNoNXeRT1zDcSwYG+KR1dlkhKYgMPxd1aNNp6p793obPTLPcMjAcsSPGrMYKa/PUD/YzMGsqefevNv3NeB91BoZ+2H/wLH4BkHzFPPyRDMzjZIC8uS5kPx/OILcMDDtu2qyt9ZuNsfmbwKPLwLBEWYSdoX6zO1eJPdwMrLE1Y2vVwXjTb5F0M7W0tbuGuqxQJSIiIiIiIqI85DHKwHr0szyvu07jkWo8p9wysLN+IfJAKQyFSvZq2HxMt95znIYvk8cbYLCfgfXuPx9t6jUdrcZN5IEi7btOV+N3y8DSMzJl6rRZ6v48AUFXpYJ1a9t5am6D+647D+Swk4H5nQuVcxkYsL0NsL29cmyvPgMLvKhutHjvj2LyOx8qV+1gsDl/fQbWb9BCVOo2GaXGTeQBJ207T1PjuTvnHzp6wrqqtXOc+2vVYUqU7jZKjoMtz40vVq6foev0A9ZWO/9oMwPT7nbYoJm93aHdB0xrv9n0QLXcmDOwi8FqJtvc1WwNjnv4y9nYE7obbN5vBpaRkTlr7nY5fY+hbNVB2JCBzkuw7+SUqz4D07Zro+k+osJmBuYfENastWVWGH4t0at+s9Fde822HB4jlsncbGZgcvPJvgMX3u3MMNFDsH3nSTka9SegczN99jYcwPi41rIcOxmY5YZy1tPuCxbvlmtHzMMWNw/t6YD42pL2j2EG1qjlvWZggG8QdGnZKoOwJhiNvZFYxBpX7NI9HtL7rLoVpOuiXZvdLP1g6BkZtCt9/6oM7OBhX1n54uX6OTotWrR0z5593ie9ArE++KpCHR+b95KBiZjYxHUbjzr0nSeXjMvgPGK5zaRBYzMDw3xkM8tUGeg0fPmylfv3HfDBil0Kjqxi/Wa0n4Gd8LwgmRC+7wx9rg1btp3QX6z2SDOw9PRMhz7z5J2Ib9txkzZs2HzM42TAae+LWFV5+OsfycAsDxWzbu95f9v3BrCZgeEtXLycJSUqUroP+hMfETv3nEYnXwi82t/J8gvGo8vA5JdJdMWd3eHmscUte+/gLbPtBA5O7ZBgBkZERERERET0sDxGGZizi+UqH/wHXo3nZDMDC4+Ikb8vrttk1JFj5ww3UZT29jOwkePWoE2lmkPUuEntRpanIg0YsliN3y0Di4iIlamLlqnlXouOk4p2ccBd5ZaBRUTGlqxgmVSn8cjDR7G9Oe5kJUvRZ2Daou0/t0Njmb910XUa2Zi/+V6IY61nGCvWGJJbtlGn8Sg00J9Lvavgy1FLlu+VC8gw1GsySpv52InrUMG232OUYjMDi74eL8V7zAW19ktX5njQmh3mDCwmNkFmYn6SljhwyFe6F5uvSvefgc2YYzkphgVNnLpJOwsvzPdCjLoWJxcNzJq3XSoG5gwML5FVqtlgxMHDvoYbqdm5F2Jt66PFbG4I0UN3PSZBbpLWrPUE+1FEXFySpA6dLdczqePcTgZ28VKEnPX29LpzV0A7tHshrttofIKj+EsyMAl17novxAlTNqqS9Z6BKvTaZwm9duz2wudM+WqD9dlJ8OVI6czjuocj2vGXZGD4TpTv0M49ZulvPCvkuYz3lYFp8HV58IgfmqExBvsbZc7AcGjJUTdgyBL9zhI16g/HJPsZmOXegNaDEx2rSnfzSDMw/KaEgwQ7but2D8OFcZdDouQY+yMZ2Fm/y7K9+iBWz5yBJSQky8Mp0f/Xs+/hqRk2aiUmPboMzKGv5c+8Wne0nUKZPdwMzKGPZenYOvO+Bu1eiDY/YYiIiIiIiIiedI9RBiaP7MaQkJCsSjo2MzB5QFSxsv1ibD2HQ9rbz8DkIVIFijjE2XquUnJy2i/WP2yfmn1RF6y2m4F5nbkoU7fvVNd1pWdkypPbczu5EBEZezU8JlH3CP3cMjDXRbtQL1a2r83njshy9RlYRkam3KfO5hO5bt26JX+qr53BWbB4NxoXxfxNp4fAnIEtW7UfFfSeFvboJaekyRmiiVM3qZJJWlpGeEQMNj8j03h6cfJ0yzkvDL7nQqQii0Nn2jwXefNmKmaFzlTjuWRgeK38wf70OdtUKSfZHQmJ6iBEe/mL9aEjV0pFT+vDQN1pR3MGlpn9YDnnXP7IGr2KqeguucxC3FcGpu3rUeNtPN/LnIGlpqZLe6fhy6RiYM7Alq8+gEqRMn2jdBfnaexkYGWqWM5FTpqW62FA9HD1GbgAhxwG/Z3fzPApLR8RrovuxF12MjC8a+TDecqMLaqkgw+ceQt2zHZ1DwxSnwb4oJZ32YjRq2wm9xWqO2Hqn5yByRu5YLEe5hAIfHwvy+Vcew/keMyS3Pm2S09LbCNPTsJHoj7bSE1Ll9RBH55pktA5C3fOdt1+IVDd7vVyaJR0zsEj9vYRPMQMTG6ghw2MirohFb17zMDww/zFu7Cj9c/WEtYr5Cxf9yPG2HsKpjkDw6GISvHyjjZ3yr1kYHFxSfItY/N3npjYBGv/u1+5Eq1KjzgDk85s12Wa+bB8KBkYvqYll7X5CwaOTPMXKH57lLe2v63bJz7qDEzedxVrOOG9oEo6eLvh3bF2wxGtux4gA7sWHV/CmoGZ/+xp4VLL77olKjjiOFElHcvutm6L/pl/RERERERERHnGY5SBeZwMwP/AMazdYOM//POt8Q8GfQbmaL13TfM2E9W4zpWw69LefgYWfDlSmm3Lvved3s49p2Wqj+9lVdJlYMc9bPy1+/AxlhOFBYo4xN5IVKXsOy42+X28GtdJTEyRuelvSZdbBiaPTGvaaoIa1wm7qrZXn4FBj36uKFau5Wy4qAuuhKkHle3KvkBNO9kno3pXw9WjxfQZ2OWQKClu2mrjPoF79nvLVPOJQk1gULhEa2d1PSxCr0TLJO1UbOBF1Xjvfm+p6MlVUJVrO2unZTMyMuUEt/48FMg9FRu2GKs/gSuSsmOzNbqDsPcAy/n0SjWHmC+b0J4upkWeYM7AwNnF8uS56vWGm08IYjXkure2nafpV+m+MjBrd1nWZM8+G50zynq9oz4Dg04OM1EsV3WweZVu3EiSM8v6DExOETZsbqPfIiJj5aoycwaWnJwmd+jCOqsS0SMWEXlDrofAZ6kWohuEXrkmp5jLVhmUdPPOWWk7GRjI9cr4RDXHBqdOB8mh7n02WJVu327VYQoqhkumxLKV++Q9+ydnYJcsF2xZzndPm23j7wCGDLd8UpWuNAALVSUrudVh0bJ9z50PRf9gzc3PYZKcDB+VWlChwbeARGteZy5KJTwippD1zwvWmK5ZMXiIGRg+HlH5pXhP81+9YCnyzXvXDAwfgDhmUMT2SkWDSdjXmJTbnzsIcwa22PrnOGWqDEzWRRoCv34ULmXJ1exnYCBXGjVoNsb8VXXk2Dk5OMPC1L0o4ZFmYPWaWq4C79JztuH7AqMz57rJkf9HMjDMp771ca34VjUcq5iEd4psr/4L9KRXoByE2g05NRERsXKJ2KPLwPALjLyLzbdExmGAL1ZMatdlmnZIPEAGlpCQXMp6DE+abswFtaUvWWG8oh3d1b3PXEzCx5r+j7Hw69kWNw/zAUBERERERET0xHmMMrC0tAw5eVSj/ojonNchrdt0FHUZ9BnYiDGrUSldacDNmzlOG/mdDy1b1XKKCoP9DAzkHGXVOkMNC42JSahez/LH141bjlMlKy0Dq1RzSHDInTvXgffZYDlV16XnbFWy0uK9NeuNJ/uWrVSXUgVfjlSl3DOwUePWol6qonF7z/lfKZe9vYYM7MAhX6mbz4kMHmY5tfdbqd4xsSquGz1ezV9/RhjQ5+WsuwaDPgODtp0tFwRUqe18LTrHtUGYZ80GIzCpYfOxqmRLckpa4dKW8zKTp29WpWxHT/jLEvUBpDyvpVZDlxu6ewBCfPxNORPaO+dZwoo1LGe1DKcOT50OkixthelvpeV6KeyOIN1ZrcNHz6GIYfyUDaqUTZIt9KH+yjybGZjXmYty1m+2q7sqZVu51rJQDDt357hb5n1lYFgBSaG0B9GJzMysMdZ7SGIwZGCbtqqZGE6sJyamaM+c02dgcsK0ZIX+2kVyIiDwaoUalstZMJgzsHPnQ2XD0UyVrE56BeH9XqRMX5sBKtEftGvvGTlDjWNswtSNV3V3B8Wn04LFu+WeeD8X7bEp5yPx7GdgIaHXJLkZ6LxEn/TgE6l+M8sZeXzuaWEJ7N3vI2/Mbr3naElDenrmgiW7pY7hT87AYOhIS56Nee7ed0Z7g6dnZM6Z7y5rtWjZHilqMHP5SJcPB3yw6zdThF6JlrSmv9NifSwRF5fUqIXlFD++UrV4Bi8vVcnyEdey3SRzZqb3EDOwMz6X5Npu7Fxtw/GpiKNFnoKG4V7uhThu8gYUS1XsHxCU42PN81SA5Ivuu7xUyRZzBrbvoA8+JzG4ud+5SS+WuG7j0aJlLUEIhrtmYBcCwuTQdXZZod/jkVE38GsV6jhE9fHYI83A5E+UylYZqA+c8Fqsm3bk/5EMDNx2nJSgq9+gRdomYMPnL94lWRcG/RfoxUsR8j4aO2m91vM4DA4d8ZNfFTA8ugwMCxpoPZZw2Jz0CtSSQawJfhWRFdbHYw+QgWER9ay5IFY4Nvv3OoFJg4dZnuparGy/A4d9tYM/PT0Dnyqy9OW6ezXj+1r6qkQFR6yJqhIRERERERE9mR6jDAy2uVtO2GGoUtt50dI9R4+f37T1RA/rnzY3+V09ZkOfgR3Ljknadp5+2vvi1fCYk16B4ydvKFq2b72mo+W+THfNwC4GRxS23quwYg2nxcv3nvC8cMzDf+HSPRLIFSnT51LwnXQKtAysWt1hxcs7Tp6xec9+7z37vLFcOWVQqGQv82kjuYamQBGH4aNXeZwMkFUdPWGtnI/r6eiq2lnlloFh3VDH0KbTtNNnZHuDJkzZiO2t22SUbK8hAwO57AlDp+4z3Xd5YbnoVbmZFQasv2qny+ow1cs6/1Ons+ffeJTc0c6QgQVfjpL7EVWoPnjRsj1Yw+Me/vhB7vFVpHSfoIvG00MGrot2oiV6ZsyEdb7nQrBQDFjD0tbTo/WbjtZOFUFwSJScfUPnb952AgdDQNDVnbu96jWx/Mk5el5/BQbIdQkY+gxYMNt1uzYrl7GW9BQLHTZypbY7xk5cL6e0uveeq18oyBV4GDp0m+G+8xQaY+ntulgCOQwTpua495fNDAxkoRiwMrusz+HfvfeMdtO2AUOWGBZ6XxkYyPrgIFy6cj8OWhzY23ee+r39ZGxm+67TMcmQgWVkZDa0/u05hv5Oi/Hu23fw7IIluyvVHFKsbL/ajUairs/AtBgP88SBIYfHpGmbi5frV6uhi6Sw5gzMzfqmxt7Myspxgh7HMOoYqtcbrl8roocFH0fyWSoD3hpVag81VNZtPGp439nPwGDD5mPyQVG26qDBw5ZNnLYJn7Fy+h4zPJIzp8Hbp5ej5TpgDPioxBsKb0bJfrr0mI3PVfzw52dgcfE3W3e0/PEHhgbNx/QduMChz9yqdYZKBZ8G5lmB/ImADIYvAg0+uiWvwvfF4GFLpXOKWe/R91vJ3oeO+Kl2Vvjwlz9HwIBPlTTTxcriIWZg2C75QwoM2BH40nF2WY6PL4x27zNXPufvJQOLT7gpqR6OBLxwxpxtGLr1miPpTmeHWfrGZuYM7ObNVHyJo4g5dOs9Z+yk9Ti0KtdyRgW/PMjOumsGBlqagl9gpP/xdSMHD77HtYvwxCPNwM77qxsP4tsEfYhfJHr3n481wYAXyq8NfzADS0/PlCvdMeC1HbvNwJeg/OaA40F+hdN/geLNKBflY2jeduKo8WudXVag23EQtuowBQcD6o8uA4PY2ET5VRZ7GR8FI8etGTpyRYNmY+RdgANJ/xZ4gAwMtm73kFwQi8Dxg83U/qQJO65lu0mYhKFhi7F4Y2KJ+EjEKL7Z0VH6uwXgVxRpiQG/baoqERERERER0ZPp8crAQB7xZRimztx6KVjdtFCfgYH21Cj90N9pcUJCsvzR+l0zMLgQEFa1juU8mmGo1cBFe7KLRsvAgi9HySL0Q8kK/T29bDxQITMza+LUTdqfP+uHXv3nG06v5JaBAbpC/1oZ+g1eFJ9wU07kmTOwtLSM0daTO4ahYLEeE6ZuNMQP02bZmv8gy/xrW+dvPvUZEHhVLpgzDDXrj9Ae/WLHrVu35Poz89Cg+ZgrYXceXiKwR2wurnSlAeZ7JF6PSZATizJocQ52x+QZm+VUkWHo0c/VfDcq9OFY6+lUw4A+HDd5g6EPc8vAsNApM7aYF5q9I4wnne83A7saHiPns/RD6coDd+09vf/Q2QJFjBkYRF2LMx/DlWoO8Q8Ik/hQn4HBrHnbC+RsjKF3//nYUvnzc3MGNnaipd+69Z6jnw8MG6XiyZbtJxsmET0s+ASYu2BHJWuWoB/KVB7o7LLC/PECd83A4KRXYJtOUyUSlgE/t+o4RX/RqiY9PXPi1I1ygZQMxcv1mz57W0ZGJt5fGP3zMzBITU3H21n+ckIb8CWyev3h3DLpiIhY6RnM0HAlrt6pMxfbdZlm6Jzf20823xQXPYBvfPmDiap1huovUdJ7iBkY4MMKjfXfxZVrOa9adwifwPL1dy8ZGODQwiTpEG3AZyz2tTkvMTBnYBARGdvZYZa+37A73Hd54eOx78CFGL2XDAwOHz3XuuMU/Xywse27zjD87gSPNAODg4d9q+jeevim69h9Jn7dwhwk3fmDGRigq13GrpHDQ4YSFfrPW7gTO0tCSsMXaGJi8pARK/TfwmWrDJq/eBfa43dFjD7SDAwSE1MmTd8sKbg2lKo4AOucqlsuPFgGhiNq5dqD2u9IFWs4YZPVNOsnyZSZWyQm1IY6jUZu2nrC8BtIeEQsXoupOAhtPqOXiIiIiIiI6Any2GVgEBgUPnrCus49ZsnfycqJM/w3frar+2zX7YY7FsKJkwEuY1e37TzNoc/ciVM3+p0Plfq6jUfQ3nBhUG4yM7P2HfDBfLr3ntuj37zR49ceOOxr81SgloHh55TU9A2bj/UbtBBLdxy8aNnK/fZPFlwNj5kxx83RaRHad+8zd8qMLTZXb+HS3Vhzw5/MazxOYXvXyBwmTN2oPe1m/aajeNVpb9sP38KiFyzZ3XuA5Y+g6zYZ5bpoZ6ju2fh6nqcC0e25z9/GXwSj9/YfPGvpvT5ze/SdN2r82v2HzuZ2ItWmC4FX5y7YMWjoUixX5mDzcWsCi9u198yIMau69JzdtvNUp+HLsBfiTc93ERkZmYePnVu2aj+OH0PUEh4RO3Pu9v5Oi2VjJ0/fbOfRZYD26ENZSbxq3sKd5vOD4B8QJseqzRt8RV2L07YUa+66eFdk5A01LadFy/ZgJvqzhJoLuSwCb5PFy/f27OeKbhk0bCl2mRyQYVevo/2CxbvMaVNaegZ6TzqhV//5eLk8M//I8fOY/9btHtJMc+p0EPYOGnfrPWf85A3aSf+NW46jveGJ+uh8Ocm+2fQwsMSklOmzt+GNZn40C9FDhzcv3t27953BIYqvGDuxKyahMT4w9eeObboek4DPw117T2OeUddsv4s1STdT8d7Zs88bL9EiB8wBC7qhe3ikzaXbXyWZifmbEZKT065GxERExua2vXj748ME3zUnPC/g08xOt4jIqBtY1rXouLs11HdOAF6lqrlIS0vHB2NuS8fHSHiE5fpgc1QD6HlM0j+AU4MvBUxCA/Oc0V3HTvjjWx5fcNpUdG94eMz1mBw9eeNGknSvzbXDJ3DgxfAjx85hOOcfanMNzWxmYAJbKnPDd6K2YrIOhrvb2Yc+x/G2Y7cXDk7DFmniE6R/bPR8WlqG9Dk6X5WyYZ1xRGESPsNVKXdofP7ClT37vXEY4FVaUeagj2bxtS5Fw62eRXxCcm6rCnHxNy3XVe874+1zKT1drfD16/F4ieEvUQS+4457XjhwyNfnbLCWd2Jz0N56bN9ZBL5Ac1su3juWLoqw20WJtrsI3Rt0KQJ7+fDRc2f9Lpv/Agbsd4idFRPWd00sDgPzMZZufddj0R4nA65cvW5uIG4mp571vWyOz4mIiIiIiIieOI9jBvaY02dgTxy5uGfZyv36m94QPSJnfC4VKOJQooIjz6MREYmG1kuUejnOzyW/ICIiIiIiIiKih4YZ2H17cjOwmNiEUePXyuMoGrccZ/7jZaKHa8KUjTjYps7cosaJiP7eroRdl6dhTZ5+52GcRERERERERET0iDADu29P9HVgoqf1MfJBpodYED1E0dfjfyvVu0QFRz5NhIjo4GHfbr3nyMO0ipbta/NWukRERERERERE9HAxA7tvT2gGdi06btiolWs3HFm6Yl/Rsn2LlOlzj08uIXowU2Zswdtkxhw3NU5E9Dfmumin/PJQutIAN/eTuT3JiYiIiIiIiIiIHiJmYPdt30Gftp2nte08VY0/IXx8L1eu5Swn4Go1dDnu4a8mED0CKSnpXXrO7tprNqNWIiIICLq6c/fpc/6hSUkpqkRERERERERERI8YM7C/l8zMrJs3U9UIERERERERERERERFRHsUMjIiIiIiIiIiIiIiIiPIaZmBERERERERERERERESU1zADIyIiIiIiIiIiIiIioryGGRgRERERERERERERERHlNczAiIiIiIiIiIiIiIiIKK9hBkZERERERERERERERER5DTMwIiIiIiIiIiIiIiIiymuYgREREREREREREREREVFewwyMiIiIiIiIiIiIiIiI8hpmYERERA/NcY8LQ0YsHzJ8+bbtnqpEj5/MzKwFS3YPG7ny4qUIVfoDUlPT12066uyywmn4sgVLdmVl3VIT/t6SU9I2bD62YvXBCwFht6xdEnoleujIFddj4q3TH0eXgiOdXZZjPybdTFElIiIiIiIiInqSMQMjIiJ6aJq2mvC/wt0x1GsyOiMjU1XpMePrF/JL8Z7YTe26TMvMzFLVBxJ9Pb5h87Gy0zG06TT1D84wb7h161aPvq5atzRvO3Hhkt2dHWaVqTwwKenxjZc8TwX8XLQHVjg2NlGViIiIiIiIiOhJxgyMiIjo4Qi6FCHJCoYCRRzOX7iiJtBjJvp6fMUaTthHc+a735JrlB4U5oDdjf0+Y47bkWPn/C3XPPE6sNshodcKl+o9ceqmk16BI8etKVmhv7wp5i3c+Th3z98qAwsMCp/tun3h0t0pqemq9AhkZGYtXr4XCzp87JwqEREREREREf2JmIERERE9HLNdLXFIvSaj6zYZhR+GjlzBOOSxlZKSdu1a3B/fQXUbW/Z1l56zeQtEvesxCVu3e9xMTpXRtLSMoEsRV8KuP+bviL9VBua24yS2tGTF/nFxSar0CKSmpperOggLGjNhnSoRERERERER/YmYgRERET0EaWkZ5asP/l/h7jPnuq3dcAQ/lK82OC09Q02mvCgzM6tYuX7Y1+MmrVclepIxA3vomIERERERERHRX4sZGBER0UPgcdJy9rxgsZ5RUTciImN/LdHrf4W77z3goybrZGVleZ0JOukVqJ16vhgcceiIX3JKmn7q9ZgEmRoZdePoifM7d5/2DwhLT8/xjLHExGS0dNtx0sc3OCExWVVzcSUsGi03bzuxzd3z9JmLNvO5gMCrmGFuQ0ysWiVNekbmGZ9Lbu6W2WJjb+RyMv1adBxe7ut3WS4DyszMwgrv2e+NrUZ32b80SL/aXljtNBurbe20i1jEjRtqBS5djjx01E+7DslAa381/LoqWYq30C0oXouOlwp+OOF5wX3XKax5cs5Zxd5IRMujx88XLt0HO3rQ0KUYxXDOP9RwqVN8/M3jHv5b3Dys6x+Ummb7vnPR0fF4ud959fKUlDQ0xkElM4u+bpl61u+yXG2GDvT2ubRzz2msHvrW0kLnQmDYwcN++w74hF65Zv+6q7Cr17ff6dtc102TlJRy3OMCtgUvwX6/6xPv4hPUtm/d7nnqdFDq3e65hxl6nw2WVcLhEWM3iEJXoLv27DuDxgeP+FouMlNT7lXQxfAdu73wcqybPMXtrhlYQkLycU9LD8gWPdhdBAODru7ae3qL2wnswfDwGFXNBd7X2Mt3lmj9lDCLiUnAEYK3lWwI/vU9F7LvoM/Bw74REbGGwwCdjMYz5mzDlhYr2/fAobMYxRB6JVoaoG+xf1HRPoVCQq8dOXYOO1RGRXhEjPvOU+hAm+uGxpjDsRPnS1a03AmzV//5spTT3hfNRw7W8EJA2K69Zza7WXb9peBIu0cuERERERER0b1iBkZERPQQDHBe8r/C3Vt1mCznoDt2n4lRm7fIS05O/a1Ub0zducfrckhUy3aTClgfIRYRecM6NU2mrl5/+Pr1hF6OrgWKOGBUhup1h/meC5FmE6ZuLFq2rzYJP2/d7mkz8zjrd7lxy3FaSxlKVRowa952WVtNJwfLauc2uO86pdpZz1mvWneoSu2h+ga/FO85fPSqxKQU1SjbqrWHMLVqnWFpaRnb3D0Nr+rdf358fI5z6wJb2uT38fqWGEpVHDBzrpthtZNT0oqUsXSF2w7PkCvXWnWYUqCIpXHY1TsRlx7aF7W2nzHHTZWkaO3P5av2x95I7Ddo0c9F7/R8yQr9d+89o3Xv7n1ntEn6oWmr8enZ5/fjE5KdXVb8VtKyN7WhWLl+k6dvNgeQ6zYexdQ6jUdiNRYv21vcenlZ5x6z5PhZv8kytUpt55SUNHRgtbrDZG4YsJJjJq6TaPCMz6WW7SfpD5i2nadpkZ7eOf/QZq0naM1kwDZOn73NZrKVmJgyYvTqItbATxuwLbNd3W22T0hMHjZqpRzJd9qX7Tdx6iabKSY6dt2mo/rtwoDDaciI5XG2jo0jx87VazJa3jgyYKtx9PoHhKkWdgVfjmzdEQfJnY6qUN1p/8GzkmRj1JyBoQeGj15dOOcW4YAZP2XjXbM9zbET/g2ajdEvF0PL9pPP+l5WLXTwPhoxBkvM0edY4rjJG8zZ2zZ3y0VdFWs4JSYm4+Cs0WCE/lVde82JyU6zoHw1yxWr5mFs9uWM2KKyVSwXb61Zfzg8IrZDtxmyzgGBV6UBfvi9/WR5l2lD8fKOOLa1JPW4h79+qjbgMNOyanH0+PkGzdEtOZo1aTUeu0O1ICIiIiIiInpQzMCIiIj+qJjYRDlVvWLNQans3H26QBGHImX6ms/gaxnYrHnbS1ceKCd8i5TpI1mFloENHblCbq5Yv+nobr3nNGs9QU5Dl6k88FJwZL0mo/FzpZpDOveY1b7r9ELWy87Q4IxPsCxF4302WE7cFyvXb6jLiiXL98123d40O/8YM2GdPjabNG1T285TDUPFGk7S+Mjxc6rd7dsTpmyU9Wnaavy4Seunz97ay3G+hEaNWozFVqh2VpKBlas6aMLUjWjzW8nerTpM7tV/fo366ky9o9MiQ1jo43tZEhestrPLisXL9852dddim5Hj1mbpVlvLwKbP2SY3XsOAl0dGWWJFM/sZmNPwZRLGVK83vEvP2W07T/uleE+MFirZKyT0mjQ+dToI9dYdpxQsZolMqtR2lr4aMWaV5HM4JBo0G4NJ2N7ODjPRXaPHr7XuRMu6tek01RBjSAZWo/7widM2ScdiGDR0qewdycDKVBk4foqlA7GxbbtM695nrraxeNXyVQewMlhVLKWXo6s8qAxDy/aTDTGV3/lQ2VL86zR8+eJle+fMd2/RdpKs27BRqwz74npMQv1mluMNi67bZFR/p0UDhiyumZ2y9B200DD/2BuJOAakfafuM8dP2TB6wtrmbSbKdrXqMMVweMC02dskfGrUYtzYieumz97WZ8AC6Vsc6ok5r3H0PBUgB3ztRiOnzNiM43nUuDUlKjiiUqG6U3hErGqXC7x9SlcegMaYf8MWYwcPW4ruKl7e8dcSPcdOWm8zA7sRlyRxLLaoY7cZ4ydji9ZZe8yyRejhmzdtX3Got2b9YTmQsKwO3WbgMOvsMEsqOMgNeU9cXBLeWbJENMYS8VZt0S57ie0mJeVcomRgpSoNmDx9M7br1xK90KZ3//noItQx4DNES45Rx7Fap7Fl0i/FevzefrIcvSuzP760DGzi1I1aYo3PpeDLUZgaEHhVehtvMRyii5bumTt/R6vsTHHg0KWyoHPnQzFPvEfQsajjY0SWguNWv0O3uHlIg7JVBqJPps3aOtB5CboIFbzjNm49rtoRERERERERPRBmYERElEekpKTVbOBSpfZQbaiq+xlDf6fFNq9Z+ePcdpwsYE28tOuZ4uKS5C55S1bsk4pGy8AKlehVrurgdZuO6u8xqGVgGGrUH37a+6KW9axcc1DOMhct07dImT6bt53QsopLwZHFylquHOrlOF8fYNy6dat1xymoV6ntfP36naWgPnjYMtR/K9k7txsYirDw6yUrWG5l1rOfq3YO3dsn+JdiltPWS5bv1S/ujE+wrPyYiet0EZXKwDBg/V3GrtZusIYZdug2A/VCJXvr8yqsXtvO01CvXMtZfxkT6s4jVkh7/Y3ytAwMXVq2yqA1Gw5ri7DJfgaGoWKNIYeP+kn+BF5nLkpW0X/IYq0IeEkx60umz96mSlZog4MNdayV56lAVbXWt273kFlNmrZJPyvJwAoW6/FzUQd0td/5EK23QTIwDJg6dtL6xER1pV1iYrLEdb+W6IW+RadpKR32izWntMwzIEhdvgNYqFykiG009PmIMatRL1Syl/7+iqj3GbgAdezZTVuPa+uMt9KUGVvkgNyx20uKgAaDhi5FsUjpPic8L6iqtY63iaQd4ydv0OYD5/yvYKGouy7cqd9q33MhskeGjlqpb9+8zUQUm7WZmK67nA7rjPc46r0HLNA3NsBqt+44Fc2wetvc71w3mZSUgl2mXYqkz8DQZsiI5SjiHX3sxHlt3qi77zolaRwOeENwaBAYFC5RdIu2k6J1h/TlkGvlrFdl1Wk8UruXIObs7GI5zrHEI8dzLBFdLX01esJa/RIlA8OAPeI0fJm2Z9GfPR1dUccRIgmWBrsDdZvPA9MyMCyrVKUBy1bt1w4JrIND33mYhM+uK2F3rrNEfdzkDbIg/fWXmJWd54Fh82UXd+o+M+nmnetH4+Jvdu4xC3Ws3pUwdYdGIiIiIiIiogfADIyIiPKIm8mpzdtM1J9D19vi5vG/wt37DlyYlWW7wR/Rst0kzLxrzjsfyt0Rm7Yab1glLQOrXMvZfKGSloHVaTTScMewtLSMMlUs142VrND/hKfxLmFOwy2ZVu1GLvpnhsXF35S5LTVFcX7nQyWM2X/wrCqZpKSkt2hr2bRqdYbpHwXk0Gcuim07TzP39oLFuzGpfLXB+hvESQZWoIjDspX7b+XMJ3zPhchq7D3grUrWZ2hJgrho2V5Vynb+whXVfv+d9loGVrHmkLteBgT2M7Aa9UeYI7RuvS2b3LD5GH3uklsGdik4UoU6i3apks7UmVsxqXh5Ry3KAsnAMEybvc2cpkgGhg5csmKfoQN37PaSIKqno6u+zyH0SrTkLmvWH1Yl6xOtillvtOi6cKcqZQsIuiqrrc+0LgZHyCE0ctyanEu2xBsVqluuEcSitUmXQ6JkoXPmu6uSDjock4qX66e/+2W/QQtRxJtI37di+eoD2LqyVQYmZd9gE5sv8Ywlj5RStmmzLR1bu9FIO4/pwvEj2zh20nrDy1PT0rULDfUZWEjoNbkkcebcO0eLZrarOyahSw3vVgPJtNDMfGvKnXss14z+XNQhIlIduthxcjzPmJPjuBJzF+ywzKpsP30MLBkY5oOphuMn6FKE7BF8BqqS1b1kYGWrDjIkZ9gRZaxXrxqOeUDLImUsHbV52wlVulsGNnr8WstSqgyKvZHjwjvAe1AWNGTEClUiIiIiIiIiun/MwIiIKI+4lwysXNVB5vPsf1Dw5UhJZXbsupMcwNHj538u6vBz0R7apTlCy8DmLtihSjpaBmZzqiRS7bpMNyd5C5ZYwqfSlQZoz+OB+ISb8xbumO26PfRKjnWAa9fiJAxYt/GoKplMmGq5kKhwqT4+uucVxcfflBP0y1cfUCUdLdPSHh0EkoGVrTLQHE5EXYszp3QJCcnzFu7Eal/O2XUQHR0v7fW5jpaB2UwpzOxnYDaDh+nWfKVSzSH6TcgtA1u55iCKBYv1iE/IcRM/EXQxXHp+45ZjqpSdgZWuPBCHsSrpSAZmmWq655732WDpcK8zF1UpW2KiirsmTt2kStai66Jd6NtLlyNVKdv1mATpAf2eRT+j8muJXuERMaqk477rFGalvyRxzfojaI9tt5kJXQqOlN23duMRqSQkJpesaLnQcMHi3VLRuxCoYrmzfneOQLl2sEyVgcc9LugTwesx8Se9An3OBuf2IQDLVu7Ha38r2dvms+KOnfDHexYN9BnY+k3HUMEW2by4MDgkSvLa1esOqZIJ9prEOT36zTMHnDGxCa7Wo11LxDduOS5LjL5u41lueFNI1LRyrbp1IUgGZgm0TDdfxfzlUs5Z87arktW9ZJ/GqMoAAIkGSURBVGBjJ6onhGmSbqYuXLIbaxsYFK5K2W7cSCxl3ZXzF9+Jfu1kYPgklCeTdes1R5VykgsTq9Qean7EIBEREREREdE9YgZGRER5xF+Vgbku2ok5l648wBDwpKSkyRlhw3nkP5KBdexuOfvfot0k82Zut57RLlKmj52LYCIiY097X3TfeWrzthMr1hyU7GRVLufu9x08W9D6QKallmuPVBEuBF6VFzq7rJjtut0wjJ+8QV61R3edlp0MDNsrJ/QNJ+j11Grvsqz2yjUHf7XefW6FLqf5EzKwtRss0U6ZygOxwqpkfYnNDEzuM4mDTd9Yk5aWIdHUiNGrVekPZGDn/a9Ihxw87KtKOhJ+DB+1Uo2boG/P+FxSfbv24G8lLcfe4uV3Lr9zGWvJISrVHGJzW8zkgqeyVQbpb22nwbbLKqGZVLRUbNDQpYZjCcOEqRtl69x2nJT2gINBihjqNhk1ZcbmI8fO3ePqyeWS2BzD87SE56kA8/PAho9ehQp2fULOx5KJtPQMeboYdroqmYRdvS6H1tyFNt7UZpL9YHfbzFDxCSbXgw4culSV7GZgqanp0n7cpBwfRA+WgRlERt3w9rm0Y7fXZrcTq9cdks3UXwJoJwNDt8gbYfyUjaqU05593piKw8NmFkhERERERER0L5iBERFRHvGXZGDp6ZkVawzBnMtXG+w0fJkMQ4Yvlx8q13LGpCq1h+oX+udnYIeO+vXuP1+yB/NgMwMLu2rjMWDC68xFSbnsD9t33gktHiwDO3zsXO8BC+QiIfPwOGdgHbpadlODnDdO1KtQ3XL5S49+87Rw8U/OwI4eP9934MJSlSzhjXnQZ2CdHCwPD2vQbExa2j29cTo7WB7jVK/paP31iHqValreL117zZFt9z0XIg8Jsz/or5kD77PBLdtPkptAylCoZK/+Tosv6K4+tEmtXpNRqbaiYpsZGFYVlbqNc73FYtU6lueQdXKYZbhNpcY/+waM+jeFHd2tN96s0+jOE8IM5CFwHbvP1Jb4J2dgHicDHJ0Wy8Vt5uEeM7CAoKvyWbdp63FVyumkV6DsYj4SjIiIiIiIiB4YMzAiIsoj/pIM7KRXoJw0tz94eF5QL7CkPn9eBoZmfQcuLFDEsg61GrqMnrBu3aajx074nzodhEGyB3MGZn0M2ERMMjwGTHifDZYMzHXRrs3bThgHtxPoavygv9fc/WZgWG3HwYvk9HfNBiNGT1irrbbXmSCJEx7/DKx+szFpj18Ghr4d6LxU+rZG/eGjxq9dt/HIsRPn0benvS/Kg6PMGVjjluPu8Y0jIVPdXEImMGRg5/xDZf1nu7rnOJByDoYbioqAoKvzFu78vf1kuYEhht9K9t6557SabEvXnrPR7AEyMDuJ1L1nYHv23bk40g7JwGo3dMEBpko5/YUZWGZW1rBRK6XDsRouY1fjrXH0uOX4wSdDcet1XfebgW3YnCPg1DADIyIiIiIioj+OGRgREeURf0kG5mS9tVrJCv1nznWb7epuuJMbBrnUps+ABdrZ6j8zA0OxQBEHDOs3HzOcoA+7er2QNXswZ2DyGDBM1T8GTBN8OVJCixO6YM+++83Aduz2+rmoZbXXbTxiWO2r4TFyv77HOQMbOtJyP0AcbPrGGu1eiKPHr1WlPzED27Pf++eiPdC32O+GZ1NFRMbKvjDfC7F6vWG5JUAGI8ZY7hx413shjhij7gN5JSy6iPV5WjbX/x7Fxd9cvuqAXDJYvtrgBFu3EBTyhq1cy9nck2AzAxs1bg0qd70X4tCRud5wUrsX4rJV+1XJrtET1qIxdrf9eyEOcVmuSn9iBnb46LmCxSzHz5Llew2fQtei40pUcMSr7jEDw3tZMjP790IsXLqPzSexEREREREREd0LZmBERJRH/PkZWFxcUuFSltP3/Z0W53YJyKTpm9GgZIX+2jn3PzMDGzR0KYq/t59sbp9bBrbvoI92mZfNjUpNS5eT/hOm2jhznZSUMm/hztmu2/V3pbvfDMxp+HJUsJkZmZmqlO2JyMDWrD+M4s9FHWJ0UYrmQkCYpFY7d9+5YulPy8CGj7JkVE1bTUhPN/atzQxMFv1L8Z5R1+JUSWfqzC1V6gzt5DBTu1Pi+s3H0B7bHh1t4xlOgUHhhay7T3u+F15YsYYTKi5j7zwdTYPemL94Fw6nc+dDpRIeETt3/o45891TUozH0sEjfpJgoU9UyQSbhgY4hDAfVdLxOBkgVzjpM7BNW08UKGLZosioG6qkc/FShFw8t3W7hyqZ4JgpV0278s/4nsKa1G0yqkrtodpVYviwkiVij0hF71JwZGFrarh52wlVeqAMzH2XF4rFyzveuJ8MDDNBvX6zMWijStlsZmDYv5KBmfcv3j5yUSCOH5sfNRJY1mwwwmZgSURERERERHQvmIEREVEe8ednYG7Wq6ww25Negapkot05ULvf15+ZgbXuOBXFdl2mZWUZ2y9atudn68rrMzDrY8AsZ7G79JydW0/C8NGWHKVSzSHma4PO+FyS7fU6c1GV7j8Da9t5GiptOk01r8OSFfskpXicM7CQ0GsS1E2atsl8bl96r1TF/olJd66U+tMysE7dLfc2bNluUkaGMQNDl0qGpM/AQq9ES+IydtJ6Q1CRmppeq6ELJmF/aXsqNEy1Hz95g3nb5ZoqrJX+HpsSq5SvNjjRdKHVufPqTonHPPylgu2V7BbvLKloLgSEyS0H/c6FqJLJueyXT5q2WZWyxd5IrN9sNCZh0Gdglqu4rEfLmAnrzFHNmInrMKmErSRJb+xEyzZiw82x1r4DKnX2zV7tq+ExciiOGr/WvETpLiwRK6xKD5SBHTvhj+IvxXqYsz07GViPvvNQb9xynJZ6anCU/lLccntVfQYGlayPRezeZ675eJg4dSMmYVvM6xAREVu8vOWzCO8XVSIiIiIiIiK6f8zAiIgoj7iZnFq3ySiPkxdOegWah6kzt/zvYWdgLdtNwjyr1hlqvqRGg0kVqlsuc2ndcYrkBH9mBjZ+8gYUi5btG3QpQpVu305MTB45bo0kSRi0DCwlJb259TFglWoOsX9C/8rV63IBXPfec/VBDl7VqMVY1Gs1cNE/Cut+MzA5M160TN/AoHBVsqx2yujxa7XVfpwzMBg51hL2FCrZa8duLy3GyMjInL9ol+RMrot26iOBPy0DmzbL8kZAn5+/cOdiqaSklHGT1ksSg0GfgWHlh41aieIvxXuuXHtQC1PRD2MmrpMMGNsoRTFmgiUWwra77Tip3/aFS3fLIubMd9dve0RkrNwcslP3mfG6CCc+4WbzNtbn0tUdpnU7+keuqWrZfrI+M8vKujVu8voChbuXqOBozoE0eD/+3n4KXl6kdB/rrlH14MuRzVpPQF0GfQYG8j4qVKLX1u2e2g0ksUXoKNkiHHjmsEovJPSabGOD5mNCr9x5utVZvxC5TKpO4xzPG5tgfQtgz25x89AvccmKfb8Us+RMOEr1S3yADAxvLvmomTZrq+GumHYysHkLdqBeuHQffQaJnTJ5+mYJwDAYMrA+AxeiWL7a4KvhMaqUDbse64ypzdpMvBZ950LDsKvX5ZMEnXPN1gWFRERERERERPeIGRgREeUR6emZNeoPl5OwuQ0PMQO7dDlSzvnavIeb3rTZW9Hs1xI95VqHPzMDC7oYIRfloD7AecnEqRv7DVqIyq/Fey5ZsU8WpGVgh474SaRRrGy/KrWHVqkz1PKvbujp6Kotd8duL4leSlRwxDzHT9ngOHiRBEK/lex93CPHo8LuNwO7GBwpmVaR0n0GDFksq42f0eGLl+2VLXrMM7D4hOR2XaZjEob6zUb3GbDAoe+8anWHSaXvwIXpOS/D+tMysMshURLGoBv7Oy2eOG1Tv8GL0Bvo2wWLd8skfQYGCYnJrTpYciMM1esNw7Z07TlbHnSHYaDzEsMlZWjfoZvlQMVQr6ll23v0nYcXSqV3//n6fFTsPeAjR2Pxcv36DlyAwwnrJpcBFSrZ60DOTdt/6Ky89UpW7D/UZQWOnMkzNjdqMRZH789FHVauOWg/jsKbQh5DhaFmgxEOfeY2az0BLyxUoteUGVtkzoYMLDExpZPDLHlJvaajeg+Yb90i9WmD94X5oiizXXtPyzZif7XrMg0bKMtFBetzxueSameVmJTSpcdsmX/dJqPQaT36zdM+3/Bzas630gNkYNhrbTpZLrjEgBXDG1zLruxkYGFXr5eyplZ4CY4cHD+OTouw/r8U6zHb1R1vEEwyZGAnvQLlEMVQqeaQhs3H6JNO7E3tzY5uweHUuuMU2Qs4GvcfPKvaERERERERET0QZmBERJR3RETGajGDzeEhZmCui3ZihgWKOOgffGWT77kQuVhEkpI/MwOD454Xajaw3LBOBqxw287TzvtfycjMKmINk7QM7MChs5KB5TY0bzMRr5LG4H02uEPXGfqX/Fy0R7su0318L6sW2e43AwOPkwFynz0ZZLX9zodiBSSpeswzMEhLy5g7f4c87EobsFEr1x7MNN2a8k/LwOCkV1CdxqNQlwF927rjlLN+l3FQSXtDBgapqenYxrLWK5a0AZuGvWA+FAHbPm/hTnnakzbUbDBieS7tATu3s8Ms7To/DPi5dcepXmcumhOt02cudu6RozGG+k1H66+asiMwKLxl+8n6Q7dJq/FnvC/hvSyPKzNkYJCWnjF/8a7K1tv6aUON+iOWrdpvfmpdbvzOhXbsPlO/2r8U79ml5+wAW58h+KRasGS3aYnDl67cbwgd4QEyMIi9kTho2FK5gSSGsdkN7GRgcMbnUoPmY+QlGNCNLdtNwh7Bni1f3XKJniEDA/ddp+o0HintcYzduJHjMtPAi+EOfeZplyFiwCHde8ACm91CREREREREdF+YgRERUZ5yMzn1aniMDOER6gdtiIy6YfcSkftwPSYBM4yIjLV/0QlkZWWFR8SiMV6CUbSXUfPTj8D+VFlo9HUbNwdLTk7LbX1Q8b9wZd8BH89TARERdx5HhMZ4SVJ2rJKSkm7uMf1gc7lYpdPeF/fs9z7pFZjbHRSxCLzc2vk21k1WI8G0vdbVDpPVRp+oqrbaunsw3plJgo1OM7PZ3v5Mbsom5Ozee1luRkZmSOi1U6cDvc4EobH+5Xo256+xMzU9PUP2mjlfBFk9837BfC4EhO07eNbjVAAaqGp2e/39LfWwLf4BYTXrj6jbeJTvuZDctkWD9qFXsO1B9rddLyY28YzPJRxOnqcC8bOq5uL69Xg03nvAB4u4x/nrhV29fvT4eQyXgiPltenpmfLuMz8/T1i3KPq+tsjsxo0kzGHnntOWt0zONMhMv0SsW1YuS9Te/uYIECuJtx6m6q++MsC7D0eR1uCuL0GDwKDw/YfOepy8cCXszq0d5VXm97LIzMrCGtpcSYiLv+l3LgR9ct7/Sm5zICIiIiIiIrpfzMCIiIiI6J4sXrb356IOZSoPnDh1Y6qt1I2IiIiIiIiI6PHBDIyIiIiI7knY1evHTvj3HbiwQBGHKTO2qCoRERERERER0WOJGRgRERER3V1SUorciu/IsXMFi/bo1nvOA90LkIiIiIiIiIjoT8IMjIiIiIjurmnrCZVrObdoO/G3kr1/K9V73wEfNYGIiIiIiIiI6LHEDIyIiIiI7iIzM2v3Pu/ho1c5DV82adqmc+dD1QQiIiIiIiIioscVMzAiIiIiIiIiIiIiIiLKa5iBERERERERERERERERUV7DDIyIiIiIiIiIiIiIiIjyGmZgRERERERERERERERElNcwAyMiIiIiIiIiIiIiIqK8hhkYERERERERERERERER5TXMwIiIiIiIiIiIiIiIiCivYQZGREREREREREREREREeQ0zMCIiIiIiIiIiIiIiIsprmIERERHRXyM9PSM8IgZDTGyCKhERERERERERET0kzMCIiIjuwuNkwILFu/Yd8ElPz8BoVlbWyHFrN287IVPpwdy6dWvYqJX/K9y9TJWB/gFhqvo4uRYdhzV0Gr4sIOiqKlG2S5cjh45cuWDJ7szMLFUiIiIiIiIiInrMMAMjIiKy59BRv5+LOvyvcHcM5aoOnjRt05SZW1DZsPmYakEPZJu7589Fezy2ARhcDI4oVLIX9vvho+dUibJ16z1H3hRnfS+rEhERERERERHRY4YZGBERkT0du8+o2WCE15mLq9YdatBsjJz3r99sTFqa5ZowejAXgyOLlOn7OAdgwAzMjkXL9v5c1KFiDaeYmD/7PpY4Zma7bl+2cr9cl0lERERERERElBtmYERERPbs2O11xvuSGrl9Ozwixu98SGpauhqn+5eentG999x6TUdfeIwDMGAGZl9EZOzN5FQ18ifatPUEdkqlmkNu3vwLlk5ERERERERETxBmYEREREQ2MAN7PDEDIyIiIiIiIqJ7xAyMiIjyjqysrFOng056BV7Pvj9bRNSNoyfO79xz+kJAWHpGphRFQkKy56lAtx0nfXwvJyYmq6otKSlpR46f37ztBIb9B8+GXolWE3KRnp552vuSm/tJtN93wCcuLklNuJuoazew8md9L9+6dQujaWkZx06c3+LmsWvP6eCQKGmTG6zk0ePnt2zzsCz0oE/IlWtqQk5R1+KwiHP+obKI5OQ09Bj6QaaKlJR0zGqzm2V7LbMKtT0rPd9zIZitf0CYzNYMS0SDgKCr+Bm7yevMRYxeDY+RqeJatGXdzvqpzc/MzPLxDd673/vQEb/IqBu5zNgC7bFo7GVLX+09HRl5Q03I6dLlSMzf71yIzZU87W1ZJf3G3ksGFhObeODQ2dXrDm/YfOzYCf/klDQ14W6uRcfLxmZlaRt7ee8Bn+yNzX1rb9/GEbh1uyf2zjZ3T68zQfd4VSIWJNuIfpYKfsA679jtdf7ClbSc9xVMSkpBS7w7vH0uxcffVFWd6OuW9T/jcwlrrkrZRf1G4Wds1MEjvhGRseaNSklNx/rjJXihKungjYNJaJCRvQgsDpUpM7Zgp5SpMvDwsXMYxXAlzPiWRJ+c8LyA4wG9hBUIvhxlr0OJiIiIiIiIKI9iBkZERHnHzeTUQiUsocW6jUeir8f36OdaoIgDRmWoUW+43/lQNEtOTh0/eUPRMn21ScXK9nPbcdJ8jj41NX3S9E0yT23APDt0ne53LkQ10sEcVqw5WLmWs779ryV6jhy7BrNSjXK3fPUBtK9eb1h6esbGLcdLVx6ozQQL7dprzg1bcRrmPHnGZklr9O3bd51+1s+4klg9TK3fdHRqWvr8xbuKlbV0gkPfebLtKE6ZscU8q3ZdMKvLMgebJkzZiJalKw1A36qSTnz8TenteQt3YjQ5Oa1I6T4YnTVvuzQQq9cdQrFqnaFpaeluOzyr1BmKUW3o1X++zTBm3wGf2o1G6ltiaNNpmv8F440WBw1dgkl1m4wy5D2ieLl+mDpy7Go1frcMLD7hprPLil+K95QlylCsXL/J0zffy3Oq1m08ivZVajunpKRt33mqat1h+vng0LUZnZ47H9qs9QR9SwwlK/afPntbRs6I1wwLKl7eEe2XLN8beyOx76CFPxftoc2kSu2hp633/ESzKTO3FC9v6Q0ZipTps37zMYm1NDg+MQl7PCkpRZWyizj+cRjs2O1Vvd5wbSYYcJjduJFjoy6HRBUu1RuTNm45pko6Bw77YlLh0r3R1VLB4rS56YdJ0zZJA0hLy8BxVdh6gGkDjuHWHad4nQlSjYiIiIiIiIjo74EZGBER5R1aBjZs1Mpy1Qbjh/rNRnfvPadxy3EFilhOhZetMujipYg6jUfh50o1h3TpMat91+m/Wl9SoIjDGZ87z/2CzMysHn3nYRKGTt1nzl+8a/W6wyPHrSlcynJ6vVSlAZFRxuuNxk1aj/lgarPWE8ZN3jBt1taejq4/F7VUWrabZDN60ZMMrGzVQbPmbcd8ylQe2KPfvAFDFmOFZf3xQ1LO+79hJXv2c8UkDB27z7izktYMoFTF/hGRsaqplWRgtRq6YPVkVQsW6zFs5Mpbt25hVr0c58usOnSzzmr94VHZsypZsX94RI5Z6Z3zD5U0yM39pCrp7NnvjWUVLtVbrs+zn4GVqzpo4tSN6LRCJXu36jC5V//5NeqPQB2D4+BFhiRm6Yp9EuSUrNC/k8NMp+HLOnafKZUS5R0l8tQ8xAwsJjYRhxYmofdwgE2atmnsxPVYW+nSNp2m3jXylAysbJWBE6dtsm5sr9/bWza2ZgO1sX0GLDBsrO+5EIkSi5d3HD95w5r1h+ct2Nmi7UQ5NoaPXmVob6BlYIOGLpWYtm7jUd16zWnaarysdqmKAwKCrjZqOQ4/V6juhP7EYfCbNaNCg+Me/mpGVnYyMBy36BDsBdmo3v3n43hDHQPeDllZd64bu98MDG+Htp2n1m5kmRtm3qrjFIxiWLPhsDTAMTzQeUkB67KwF1wX7UQvjZm4rlhZy87F5mOJ0pKIiIiIiIiI/g6YgRERUd6hZWAYajcaqc+01qw/LCf6C5fqXaRM363bPbSrvoIuRUi00LOfq/5SMM9TgZKmLFq6R3+FWEDQVYlGxkxcp0pWp89cLFjM0n7Zyv36+Zz2viTtZ8xxU6VcSAaG9cQwYcrGlOwb62Fuc+a7S5Y2adom/cxPegXJQhcs3q2vB14ML1TSki6MGr9WlawkA8NLsIje/Rf4X7iiverUaTWr+Yt36WcVdDFCgpCR49aokgna12tiyYQ6OczUhxwCRUzq2F1Nsp+BYcC6uYxZrd3QMjMzq2O3Gahji8Ij7tw+0e986K/W4K1Np6mxNxJV1bpDS1Xsj3qrDlMyMu9cHfWwMjBsrKPTYtSLle172vuiqlptc/eULHDS9M36PjSTDAwDNnb4qFXazQCxsZ17zEIdiw67el2KgLl1sHZCxRpDoqPv3DkQ9eGjV6FeuHQfm5cJarQMDEP1esNxeGtruNXNQ3Y9ZoJh3aajWA2ZFHLlWklrZ2IXaEWwk4FhwEYNHblCu+kiXtit1xzUsVH6u03ebwYm7DwPzPdciETaM+Zs0yeCWKjEYIOGLbW3V4iIiIiIiIgob2EGRkREeYeWgTVsMVZ/ah4yMrPkRmolK/Y3PP4KBg1dikl1Go/U31Bu7oIdKFap7ZyebrzLXNdeszHp9/aT9amAFDt0m2EOgeYt3IlJFao72b8UTDIwDBOn5gi6AKMt2k7EpMq1nPUzcV20SxXTjHPu3nsuJrVoO0m/kpKBYZjt6m5YxPzFuc+qj2VWzdtM1J7MZLZx6/ECRRyKlO5juN9dRGTsb9Y0btfeM1Kxn4H9XLTHqrUHDevmdy5EsqW9+71V6fbtfoMWolKivGOc6R6Jm7aeKFDEMqtY3co8rAzsYnCk1NFjqqTjMnY1JhUv75iY8wg0kAzs56IOy1cdMGzs+QtXJMjZtfe0KlkfX1fUeuPK+YuMC70QeFUO+4OH/VTJFi0Dw3FuSMtwhFSyXhlWvHw/80VvI8euwaTq9YZpoSzYycCwUUtX7DNs1IWAMOk0912nVOkRZGAr11oO7/LVBhve/uDotAiTGjYfaz68iYiIiIiIiCivYgZGRER5h5aBuZpyApAHKbXvOt18yzjXRZaMqlSlAfp05OARv9mu2zdsPmY4mw+Tpm1C+wbNx2iZWVxcktwzcNW6Q1LR8/G9LNfZBF2MUCVbJAMrWaG/PmzQ7Nh9uoD1UraAwKuqdPv24aNYSXespHmjpszYgsb1m43WB3uSgZWtMig1zXizvsNHz2F71286ap7V1JmWWdVrOtocB2qir8cXKWPpgeWrDqiSFWZYoIglltBuD2g/AytTZWCK6UaCUdfi5Fq0Rcv2SCUxKUWu7BkwZIl5B12Ljpu7YAc2R7uYDB5WBqZdS5eQkKxKOlqCtXHLcVWyRTKw0pUH4qBVpWzXolVP6jO2xMRkHKXYouDLxrv5Xbf0vCUe2+J2QpVs0TIw7E1V0mnbZRomtWg70fxcsZXW7S2RM9Wzk4EZigKHh2R42C+q9AgysBOeF9BFa9Yf1ue+wtWaQ9dsMMLmm4uIiIiIiIiI8iRmYERElHfYz8Dad52OSZaLt0zXaW3d7oFJRcv0ze0akeTk1IvBEUeOn9vi5rF52wkH63VR+gzM/8KVX6wp19CRK2a7btcN7hjGTd5Q0Hpbxf0Hz0p7m7TngdlcDb/zobII/eVBesnJaZeCI7WV7NHP8jCze8/A9GRWR4+fl1nJI8fsZ2AwYIjlDoEt2925PO7WrVsNmo1B0dllhZZUPUAGlpySJrHQzLluUrkcEiUB1bKV+6VyVw8rA5OrBstVHYS1UiWdpKQUCXtGjLkzKzM7GVhKSlox68pMm7VVlUwiImPPeF9y33UKe2fl2oOynn8kA5NDunHLcemmztl30AeTCpfuk5B4J/O73wwMSy9RwbL0ydM3q9IjyMD0cBQFX448dkIdw46DLdeBMQMjIiIiIiIi+lthBkZERHnHQ8/AYm8kzpjj1rDF2AJFLPcPNAz6DOykl3p4mP1h5x4vaW+T/QwsJPTaryUs9wNcu+GIKlndiEuaOdetkWUlLVeJGYb7ysCss9reqMU4m7O6awYmDyf7pXjP8IhYqQQGhWOdMTf/gDCpwEPJwLzPBv9SzNIb++zGinoPKwOTA6lh8zHmuEige9Ggh+Xxcqpi9mAZ2NHj5/sOXFiqouWunuaBGRgkJCTPXbCjSavx8vw8w8AMjIiIiIiIiOhvhRkYERHlHQ83AzvtfamENTMoXLpPf6fFS1fs23/w7EmvwPMXrgx0tqQp+gzM68xFudvhgsW7t2w7sTl70P+M4Wp4jLS3yX4GFnw58lfrM7HWbzqqSrdvn/EJLlGhv6yk4+BFS1bs23fQx7KS/lcGD1uG+r1nYN5ng0vmMiun4ZZZ3TUDS0vPqGx9rNT0OdukIjeZREel69bh4WZgR44Zn1+Vm4ebgTVo9qdmYJmZWQOcl0g2WafxyMkzNm9x8/A8FXDqdNBp74tyo0hmYDhWcfxg6m8le/cZsGDxsr17D1iOYb/zofJUM2ZgRERERERERH8rzMCIiCjveIgZWGpqetU6Q1Fs1HLcteh4KWpcxq7GJH0GdjE44hdrQOXpFSiVB2A/AzvtfUlitgOH1JVPWMlqdYeh0rDF2KhrcVLUjBq/FpPuMQPDaPV61lk1tzGr0RMss7prBgYLl+6xLnQMWmK5lWoOwei8hTvVZKuHey/E9ZvvJIL2PawMzNllBYp3vRciOk2VbLnfDGz3vjM/F3UoUMQBvWR4YFt4RGxha3/+zTMwvGvqNR2FSbUbjTSHzdhqTGIGRkRERERERPS3wgyMiIjyjoeYgQVdDJdMy+vMRanomTOw1NT0UhUtF1FNnnHnFL8mMSll3sIds123BwaFq5ItkoGVqTLQZga2ev3hAkW6/1y0R3iEOr9/8VKEXBl20lbwdl8Z2KXgSLnRoucpG7O69wwsNCy6UMleBYo4BF2MOONjCe0Kl+pzPSZBTbZ6KBlY0s1UuUpvwJAl5sutQq9E12rgUqX2UM+TAap0+/akaZvQvkINJ/P8wZyBhVy59ltJS0KzPzt0FNgRKP5c1CE2NlGVdPzOh8pO2bnH9mPbxP1mYMNGrUSlWesJ+ivqxJObgUVdi5O8EG8NVdLJLQOTd2vZqoMMS8FOl+Pq0BE/VdJhBkZERERERET0N8QMjIiI8o6HmIGdOh0kz/cyp1aRUTcq1rBc3qTPwEAuD6pcyznVFLFgbgWtc/M+G6xKtkgGhmHFmoOGWEe75Kte0zuZlnYDxoDAq1LRREXdqFTTclvCe8zAtIvMLuge3CWirt2QOxzeSwYGHbrNQONR49a6WO8+16n7zKycHf5QMjAYOtLS4aUrDzBkJOC24+TPRSxXTV0Nv65Kt29v2HwM7X8p3jPadGHfyjUHZXfrM7CIyFi5x+CqdYdUySokVGVjk6ZvNsdvw0etwqRSFfubcyC9+83AOlp7tU2nqZmZxqN34dI98uyrJy4Dw9utpDU57tV//q2cXXnjRhLeX9blGjOwg0f8UC9UslfsjSRVsjrnH/qr9e3v7WN8l12PSahZfwQmmTOwy6HXsH/PnQ9V40RERERERESUhzADIyKivOMhZmBXw2Pkap6ho1bqbz139Pj5CtWdJHIwZGChV6ILWaORHn3nJenu0mY5m9/Mcja/dqOR+vZmWgaGRS9duS8jQ61ncnJa34ELChSxTFqz/rAUITwiRrbX2WWFfiWPnfCvWGOIhDr3mIGFR8TKff+GjFie26zuMQPbd9AH/YNekqBrz35vNSHbw8rAgi6GS0aFfYr1V1VrnifJSvM2E/Xbftbvslzb13vAgrg4FZ8EXYpwHLyoQBEHcwaG15apbHm4FOZjuO2hxHvosR27vbTwBu1dF+2U+eAItPMwMLjfDEwuY0LdXxdSJiWljBq/VsJLDE9cBgbdrcstVrbfgUO+0pOpqelb3Dxw/MjDz8wZmP+FMDlW58x3z9L18rXoOMwH9X6DF2Vk3tnvJ70Cq9UZJvvFkIHhHSTX/xUu1TvoYoSqEhEREREREVFewQyMiIjyjoeYgcHAIZbHR2Fo2nrC6PFrh4xY3rDFWIw2bzNxxpxt+MGQgYHbjpOSspSs0L/foEXjp2xwHLxI7vb2W6neHrr78tkkGVipigO69Z6DHyrVHNKlx6xWHaZIIoKhR995hsuABg1dKpOatBo/avxaZ5fljVqOw2iz1hNmznXDD/eYgcHgYcvUrH7PMSts/qx52/HDPWZgSUkp2HyZVcUaTuar4h5WBgZbt3vKpT+FSvbG/nV0WtTk93GSnaAbz1+4otpZ3bp1q12XaZiEoWCxHlVqO0vHov3UmVuq1LY8/k2fgcGCJbtkbhhatpuUlt1p8Qk323VWs0IP9xmwwKHvPLlQD0PfQQsNB4bZ/WZgwSFREvAULt2nv9PiidM29Ru8qEiZvjjelqzYJ8fYk5iBnfW7LHsQAw4bHPPS4RVrDFmx+sDPRR3MGRgOwpbtJ8tLCpfqjR03f7F6v48cu6aAtd6w+diR49YMdVmBNwJmiLfq/EW7UDdkYCe9ArUEcfM2e71HRERERERERE8iZmBERJR3PNwMLOlm6vBRqwoWs2RaMpSuNGDugh1p6RlyVz1zBgYnvYLadJqqBScYfi7aA4v2PReiWuROMrCyVQfFx9+cMmML1kebSYnyjjPmupkXd/Nm6ogxq3/RrWSpSgPmzHfHhmzaagkk7j0DU7OyZnjarGa7Wma1edsJjN5jBgYTpmyUOQwfvcp8OdRDzMDgjM+ldl2m6Tscm+DQd96l4EjVQichMbm/02J943pNRu876HPr1i25854hA0PXYY9XqO6ESVVqD9XneegW9HPFGpZJ2lCrocvKtQcN93606X4zMDjpFVin8UhtWdiK1h2n+vqFZGZmyaPRnsQMDA4fPSc9LMNvpXo7u6y4cSNJbvVpzsAgJjZhgPMSLTybNG2T1HGcjJ24XqtjKFGhP7oRS9+97wxGDRkY3miy3yvVcjY8tY6IiIiIiIiI8gBmYERElHfcunUrPCL2anhMou5kveZ6TAImRV83PgsKkpNTr0bERETGave108TF3zzheWHfAR8f32DtGixL+/CYa9FxMmqGZZ32vrhnv/dJr0Dttnt3pWVgEsUlJ6edOh20d7+377kQ89VUevHWldyLlTyrX8m08AjLSuq3KelmCtY8MuqGeUuFZVYnbcxKtjeXFxmlpKZj0XgJXqhKOlg0uhpT9ZkKJN209KrNdbvzkgQbexZiYhPR1Tv3nEaPYRNUNRc3b6ae9buM9lfCrmvLwoGB+ee2s7BHoq5h840rlpGRGRJ67dTpQK8zQTaPn9xgHSwba+sldjYWky4EhO07eNbzVAAaqKr10WUYNcdperrZ2ugfdCAmRUfHm7cgJcWy9/HO0t8kE8tC0bD+NotCW7o50AJMDb0SjX2Ho05786LPcRQZlmsQn5Bsnifm4HEqAG8cb59LWmqLYxItzTsxLT3jrF9Ioim0IyIiIiIiIqI8gBkYERHR48KQgREREREREREREdEDYwZGRET0uGAGRkRERERERERE9LAwAyMiInpcMAMjIiIiIiIiIiJ6WJiBERERPS6YgRERERERERERET0szMCIiIgeF5eCIzdvO7Fzt1dWVpYqERERERERERER0QNhBkZERERERERERERERER5DTMwIiIiIiIiIiIiIiIiymuYgREREREREREREREREVFewwyMiIiIiIiIiIiIiIiI8hpmYERERERERERERERERJTXMAMjIiIiIiIiIiIiIiKivIYZGBEREREREREREREREeU1zMCIiIiIiIiIiIiIiIgor2EGRkRERERERERERERERHkNMzAiIiIiIiIiIiIiIiLKa5iB2eDr67vvbo4dO6Za34/k5OQzZ86okb8xb29v9CH+VePZLly4EBMTo0ZySk9P9/f3x6s8PDxUiR6BlJSU06dPq5E8ISEhYf/+/Thy4uLiVImIiIiIiIiIiIiI/gaYgdlQu3btfHfz8ccfq9b3LDY29vXXX8dr69Wrp0p/V+XKlUM/VKhQQY1bubi4oPjMM894eXmpUrZRo0a9/PLLln7Pl+/bb7+9deuWmkAPVVxc3JtvvolOrlatWp7pZE9Pz/z582OjDh8+rEpERERERERERERE9DfADMyGR5SBXblyRc7FFylSRJX+rmxmYF26dLF2bb4dO3aoktXevXv/8Y9/oP7OO+9Uq1atf//+agI9bOHh4U8//TS6umDBgszAiIiIiIiIiIiIiOiJxgzMBsnAXn31VTX+8GzatGnIkCGBgYFq/P7JlWR9+/ZV408mmxlYdHS0i4vL3Llz1Xi2Ro0aofGHH34YHx+vSk+g+fPnYysgKytLlf4iCxculDXJzMxUJZ1t27bhED1//rwaf/IxAyMiIiIiIiIiIiL6e2IGZsOjy8D+uDycgeXmf//7Hxo3atRIjT+ZnpQMLO9hBkZERERERERERET098QMzAZmYI/afWVg7777Lhp37dpVjT+ZmIH9VZiBEREREREREREREf09MQOz4d4zsKysrMaNGxcvXtzBwUGVsiUnJ1erVg2Thg8frkq3b1epUgWViRMnqvFsnp6erVq1+uKLL5599tkXXnjh22+/7dy5c3BwsJp8+/axY8dKlCiB18rjmj766CP8LBISElQjqwMHDjRs2PCTTz5Bs+eee+7HH390dnaOjY1Vk3WqVq2Kly9btgw/Hz58uH79+njV66+//vPPPzs6OqampkqzkJCQHj16fP3115iEFWvUqNHly5dl0l2FhYXhtZ999ln+/PmxXcWKFduyZQvqNjMwTJJtlHsenjhxQkafeeYZNP7www8tW1u8eN26dfWPqjp48CBWSdveH374YciQITExMWqyjuyOxYsX4+c1a9aUL18e3bh9+3aZCjdu3Bg/fvx///vf//u//8Pc3n777Zo1a+7atUtN1tm2bRvWrVKlSliTpKSkKVOm/Prrr++++y5egk2TLtV06NABy/33v/+NeYJ1IyxGjRqlWljZXPrOnTvV5JwSExPnzJnz22+/oRkaY9GlSpVaunSp/VirY8eOWO5//vMf64rcWZORI0eqFrdvV69e3VABKU6aNAk/o8PRk2+88Qbm8Omnn7Zv3/7SpUvSzCAlJWX27Nk4nP75z3+iMf7F1qGvUFctcvLy8mrXrt2XX36J/fj8889/8803mHlQUJCafA/WrVtXsmTJN998E4v74IMPunbtGh0dbScDi4uLw5uxQIEC//rXv9Dgrbfewpa6u7vnmWehEREREREREREREf2dMQOz4b6uA9uxYwcaw9atW1XJauDAgTKTK1euqFL2VVwdOnRQ41bLli2Tc/TPPvvsJ1aW2VlHV61aJW0wcyma6fOeAQMGqKo1A3jhhRfk548//vjcuXOqUTbJWvr06SOralCwYMHMzMyZM2e+9NJLqpQNL/T19VVzyd3x48clKTFwdna2mYHNmTNHGly/fh2j27dvl1GDDz/8UIsoBg8erKr58r3//vva9n700Ud+fn7SRiM5B5bu4OAgzUDLwIKCgr744gspYpPl4jPRu3dvQyji6uoqkwICAr7//nv5Wc/JyUk1vX37l19+UdWcWrZsqVpYl/7ll19K/cUXX9QvvWfPnoalJyYmFipUSKaih3HAyK4ELMuQiepprzJo3ry5anH7tgRI+gpIsX379hMnTnzqqaesL7oD63DkyBHVNFtkZORvv/2mWliPGfVTvnzffffdxYsXVbts69atk3z3mWee0b8LMLpo0SLVKHc4Vtu0afOPf/xDXqXB0bJixQqbGVhwcLAWBxr6vHv37ozBiIiIiIiIiIiIiJ50zMBsuN97IbZu3RrtP/nkEy1+8PHxefbZZ1E0nL43Z2Dh4eFynVOjRo0k+4GLFy+WLFkSxZdfflmK+HefFSqoN2zYUEYhIyNDXoVlYVL+/Pn79Okja5KVlbV3716Jdv79739rl3YJiSXeeust/Fu1atXdu3cHBwf7+vrWq1cPFShTpgz+/fHHH5ctWxYYGIipo0ePlkktWrRQc8nFjRs3JFR47rnnpk6dGhoaipXx9vZu0KAB1lD6wX4GFhMTIxv4yiuvoIi1ktGjR49K+6VLl6KOufXu3VsuHcMi0OCrr75C/csvvzRcbyQZ2Oeff45/0SfDhg1buXKlJIjp6elynRZedeDAAWmPSZgzijB79mwpCi0De//999GNzs7Op06dQv9g6V9//TXqL730UkREhDTGJNSxU+Qle/bssWzGvn3nz5+XBli6hDFY+v79+6WIpeMlEurMmjVLiqJv374oolvc3NykkpmZuWDBAjnk7Nw0UtakX79+aAbmNQE7GdiHH36I9cGOOHnyZHJyMjYQKyYL/eijj1BRra3rU6xYMdTxJsJhKVen4V8cSHK8YXv17aOionCcoI63Hn6W4uXLl3GEoPjPf/5T68zcTJs2Tfrql19+OX78+M2bN+Pi4nCEYAdhHWSSPgNDn3/77bco4njAe0SKsbGxjo6O0hgHrRSJiIiIiIiIiIiI6AnFDMwGycCefvpp643ibAsPD1etb99OSEiQy1a6deuG0aysLLngplq1atJAY87ANm7ciAro73wIkZGRUp8/f74qWckczM8DS01NlXShY8eOqpTt3LlzEjAYTutLBpY/f/6ZM2eqklVaWprMCho3bpyenq4mWKGCOl5r/0IZJycnmYN2KZume/fuMsl+BqaR7Kpnz55q3ArbK7cBbNu2rSpl8/f3l+013HNS5gO9e/c2bBR6APWXXnrJsBegVatWmPTee++hW1RJl4F98803hpd4enpKiGLYcXaeBzZ79mzUX3zxRfNNBdu0aYNJhqUXKFAAxTp16hh2gWRjH3/8sXkRevafB2YnA4NBgwYZFrpy5UrZ3rFjx6qS9dJGKbq7u6tSNu3OhIMHD1al27d37twp7S9cuKBKVtHR0XLZmf1ECm9A9B6afffdd/poDdCl77zzDiaBPgPD7sAS8arAwEBVyoZ3EBrjVbnds5GIiIiIiIiIiIiIngjMwGyQDMw+w83cdu/ejeLTTz/t6ek5Y8YM/Pzmm29GRkaqydnMGZh2K0XzDd+6devWvHnzTZs2qXGr3DIwd3d31PPnzx8dHa1KOnXr1sXUcuXKqXErycAaNGigxnUqVqyISV9++aU5Jpk+fTomgSFsMPjpp5/Q5scffzRHZenp6XJp2h/JwHbt2vWPf/wD23vt2jVV0sFG4SWlS5fWL13mYw4moXDhwpjUqlUrNa7j5+cn8Yw+QdEyMH9/f1XKhq2Te/o5OjqqkpWdDKxIkSKo62+NqNGWfujQIVW6fbt48eKofPXVV4aQ5tixYy1atGjTpo39ePKBM7CCBQuaVx7b+95772Fq2bJlteXiZ1QKFChgM42rUqUKpn7//ffa1IMHD0owZohjoUePHliZlStXqnFbtAht6dKlqqSzevVq8x4sUaIEKk2aNDH3FfapBG/a9WFERERERERERERE9CRiBmaDZGAvvvjiAquFCxfKD3rmpy7J5SPffPON3K7Q5ll7cwaWlJQk16k8/fTTjRo1cnd3R0VNsyW3DGzQoEGof/7552o8JxcXF0z94IMP1LiVZGDt2rVT4zpy+ZH+yVsa7cK1oKAgVTJJTU2V1MHBwUGVcrqX54FpbGZgzs7OKH722Wc2854xY8Zg6vvvv6+fKvMxB13ocEmt5s6dq0o66enpcru/KVOmqJIuA7OZOH788ceY9Pvvv6txq9wysJs3b8rSDbdbFFi6XNM2adIkVcq+ag0++eSTcePGmXM4+x44A2vWrJkaz6lFixaYit6WTcM6y+09u3TpIg0MzDsanYCDE5WnnnqqXr16bm5uiYmJMulejB8/Hq/Nnz+/zfeOduWZloFhcbJPp02bJhU9rL88WA5HkSoRERERERERERER0RPoscvAbt68qX7669zv88BEUlKSXN4E9erVU9WczBkYnDlzRnshPPvss0WLFh0zZoz5MjLILQNr3769vNwObJE+E7KTgaGISTYzMDc3N+vM7GVgV69elQxswoQJqpTTH8/AOnfuLI3teOWVV+4lAwsLC5O1tW/o0KHqBXfLwL788ktMuscMDH0lCY19Q4YMUS+w3mwTB4BcqyTee++95s2bb9++XbWw66FnYAMGDMDU559/XmYYEREh66ZPDfXc3d2lw728vFTJesWbPBRNPPPMM7/99tvIkSPRP6pF7uRZa2+88YbNLTJnYNoa2te/f39pT0RERERERERERERPoscoAzt8+PBXX32VL1++jz76aOvWrar6V3iwDOzmzZvffPON9eR5vkaNGqlqTjYzMEhJSXF1dS1durRcniJeeOGFGTNmqBbZcsvAGjZsiDrWuXjx4iVKlND+1atcubJqbfXoMrDz589LyLF48WJVyumPZ2BNmjRB8ZVXXlHbZkulSpXuJQPz9/eXtf3hhx/UK23R36zyIWZgFy5ckKV///335l2mWbhwoXpBtnPnznXr1u3TTz+V2YqCBQteuXJFtcjFQ8/A5DIskBkGBARI5rRgwQJpYLBnzx7Z5N27d6uSVWpqKtatbNmyzz//vHV+Fvh54sSJ5uNQr3Xr1mj5+eef32MGFhgYKBnYd999p/rXFpvXBRIRERERERERERHRk+JxycCioqIkkhHPP/98QECAmvane7AMrFevXnjVhx9+KDnW2rVr1QSd3DIwTVJS0tatW9u1a/fSSy+hJaxevVpNs8otA3NwcED922+/VeP34NFlYBERERJyuLi4qFJOfzwDk97++uuv7acjerllYNHR0bK2Np8mZdNDzMCwsZLQ5JYX3pW/v//UqVMLFiwo80efGBZh8NAzsG7dumHqyy+/LDNEn0jCNH78eGlggCNcOtzPz0+Vcrp58yYOs44dO8ptRcEcAer169cPbdA4IyNDlXTMGVhMTIzcfxL7USpERERERERERERElPc8LhnYunXrLKe6dXI7gf4neIAM7PDhw/mt9u7dO2rUKLz87bffvnbtmpqczZyBRUREBAcHm1uGhITIc8IMF2+98cYbKPbq1UuNZ5NnRL300kvp6emqpJOQkIClgBq3enQZWHJysjwRqm3btqqU0x/PwObOnYsitjctLU2VdGxub24ZGMikAQMGqPGcsC8wq5iYGDX+QBnYggUL5CWpqamqlE32qaOjoxrPKTQ0VL90vNy6ZcHmHT1kyBBZxLFjx1TJlsWLF0sz85rAA2RgOEQx9fPPP5fsDf/ivWOnvTytDUeI9tCvqKgobBH+lVFNWFiYPCesVKlSdsLOCRMmoA2Y5wDmDAzw9kSlR48eajwn6XPDcUhERERERERERERET5bHJQPbtWuX9ST2HX/hJRr3m4FpTwKTyCctLe2///0vRmvVqiUNNOYMDG1QqVixohrXadq0KSb9v//3/9S41b///W8UW7ZsqcazBQQEoA4bN25UJZ2+ffti0ltvvaUPEh5dBgYlS5ZEm/fee898sVFYWNj777+PqX8kAwsMDJRridatW6dKOvKEqjfffFO//nYysN9//x2TfvrpJ/P2xsfHS4IyduxYVXqgDGzDhg2ywqGhoaqUTW7l9+OPP9pZ+ujRo6Xi6+sr8zly5IhUNBcvXpTGK1euVCVbNm3aJHMICQlRJR07GVjBggXNF1qFh4dL3onDVVt/2SIcP+agLisrC4c0phYrVkxrL3e2LFGihLkH5EF33377rZ2L244dOyYbPnLkSFXSGTVqlGyvPgPDexCV7777znx8JiQkyFViw4YNUyUiIiIiIiIiIiIiegI9LhlYWlqanBkXn376qXaNyJ/vfjOwzp07o/2HH36YkJAglTNnzshp9CVLlkhFmDOw4cOHo/Kvf/3L8BinrKysX375BZMM8ViZMmVQ/Omnn9S4jlxc9fnnnxuCmevXr3/yySeYVLNmTVWyeqQZ2KxZs6SZIZaIior67rvvZNIfycAAPYP6Z599ZriKLiYmBkVMqlatmipZ2cnAjh8/LjGJPugSU6dORR28vb1V6YEysGPHjskiVq1apUrZTpw4IZO0oEszbdo0mYQjSirJyclyn8yuXbtKRbN7925z2GOmLW7FihWqpGMnAwMsVH9IpKenoyXq+fPn37dvn6paL4uURQwaNMhwCE2fPl0mLVu2TJVu3540aRIqeHdcunRJlazwLihevDgm2YzHNKmpqR9//DGa4V9DsDdv3jxZHOi75dSpUxKbjRgxwjDn2bNny0vQRpWIiIiIiIiIiIiI6An0uGRgEBMT06NHj1KlSnXp0iU8PFxV/wqSgT399NPFc1evXj1pvHv3bsv59Xz53NzcpCIGDx6M4uuvv67fFnMGdvXqVbnb21dffbVw4cKLFy8GBwd7enrWr1/fMlPTc8UkLQB0lJNVcnKyTAoICJB70H3yySezZ88+efLkmTNnVqxY8c0336D43HPPYbbSUjzSDCw9PV3Luho3brx06dINGzYMHz78rbfeeuGFF77++mvU/2AGFhgY+Nprr2HSxx9/PGvWLGyvt7f3ypUrv/32WxSxvSdOnFBNrexkYCAPtcqfPz/WdufOndgR+/bt69q1q1zkVL16dX1XPEAGht0kN7fEMYAjHDtOf8Ve9+7dMUlbOvoWS8cqydKrVaumX7rcbBON27Rpg2203BgxOHjBggWSVNm/ZAqwJu+++65+TbBr1DS7Gdj777//j3/8o1ChQujtHTt2TJkypVixYqgD3g6GQ0UeUAe1atVatWoVNmfNmjVoJvFSzZo19e0jIyMlpv3ss8/mzZuHzccWnTp1qmnTptL+rg9LQ2dKy/fee8/FxQVH6fz589FvKOL4l0mGaLB3794oohsbNmwofb5//36stjzPr1KlSva7kYiIiIiIiIiIiIgec49RBvb4kAzMvo8//hgt4+Li5Nx9kyZN5LWalJQUCZ8qVaqkSrYyMPDy8pLrlgyef/55FxcX1ShbcnJy2bJlVQsr/XOqfHx8bM7qrbfe2rRpk2qU7ZFmYBAaGvr5559LY80777yza9euFi1a4Oc/mIGBr6+veRHw5ptv6nMdYT8Dy8rK6tOnz1NPPSVz0KtZs+bNmzdVO6sHyMBg+/btL774orwQ9De0xNL79u1rc+k1atQwLB2Ne/ToIfGYwffff3/hwgXVLnfu7u76NdEnXnYysM6dOzs7O5tXsm7dujjaVdNsWMlBgwaZVxIv7969u/kpbmfPnpV+M3juueecnJzMx6HZuHHjJOvSa9iwIeYs62zIwLCGAwYMsNnn1apV+wuvQyUiIiIiIiIiIiKih4IZmA2rVq2yXGCVbciQIeonnYkTJ6Ll8ePHZWpsbKy8Vs/Hx0emhoWFSWXUqFEY3bp1q4xqMjIy1q1b17Vr11q1alWsWLFNmzaTJk0yREF6R44cmTZtmsxcuw5MYFabNm3q1q1bzZo1ZVaLFy/WbtKoJyuzZcsWNa6DIiZNmDBBjesEBATIcvXZW25SU1Ox9N9//71EiRJNmzadPn16XFwc6ugBzGHp0qXSTJw6dcrmFo0ePRrFHTt2qPGcsL2bN2+W7a1QoQK2d9GiRfHx8WqyDuaD+ZuzQD3sKTRr0aIFVrhhw4YDBgw4efKkmqbj5eUlq2pIp8SUKVMwyeaD2W7cuLFixYrhw4fbbICljxkz5q5LF6GhoSNHjkTjUqVKNWjQoFevXrt27VLT7gF2hLYm+rwQK4BNMySIWgaGn319fbFiNWrUqFq1Krr96NGj0samqKgoHMk4ANC4VatWY8eOtfkQMpGZmYm907179zp16mBXtm7dGkcg5qAm3wN/f39HR0e8iSpXrtylSxcJvXDwOzs7YzNtLvrq1atYK+lzdGP//v09PDzUNCIiIiIiIiIiIiJ6kjEDI6K70GdgRERERERERERERERPBGZgRHQXzMCIiIiIiIiIiIiI6InDDIyI7oIZGBERERERERERERE9cZiBEdFdMAMjIiIiIiIiIiIioicOMzAiuovq1asXL1580qRJapyIiIiIiIiIiIiI6LHHDIyIiIiIiIiIiIiIiIjyGmZgRERERERERERERERElNcwAyMiIiIiIiIiIiIiIqK8hhkYERERERERERERERER5TXMwIiIiIiIiIiIiIiIiCivYQZGREREREREREREREREeQ0zMCIiIiIiIiIiIiIiIsprmIERERERERERERERERFRXsMMjIiIiIiIiIiIiIiIiPIaZmBERERERERERERERESU1zADe1I5OjoWL168Ro0a169fV6V7ExERceDAgdTUVDVO9JBERUXh0EpJSVHj98DHx2ffvn1nzpxR4w9bQkLC/v37sYi4uDhVIiIiIiIiIiIiIqK/B2ZgT6SlS5fmy5fv9ddf9/DwUKV7Exsb+9prr+G1tWrVUiWihyEuLu5f//oXDq3KlSvfunVLVe+mSpUqeEmpUqXu/SX3xdPTM3/+/FjE4cOHVYmIiIiIiIiIiIiI/h6YgT15fHx8XnrppQcIwODKlStPPfVUvnz5ChcurEpED0N4ePgzzzyDQ6tgwYJZWVmqejfMwIiIiIiIiIiIiIjoEWEG9oRJSEj4z3/+82ABmDhy5MjkyZOvXLmixokekmPHjk2aNOny5ctq/B4wAyMiIiIiIiIiIiKiR4QZ2BMmKipq3759Fy9eVONETzJmYERERERERERERET0iDADI6K/DDMwIiIiIiIiIiIiInpEmIEZJSYmlihRonjx4lu3blUlnaNHj8rU8PBwVbJKSEiYOXNmoUKF3nrrrXz58r333nulS5deuXKl+cFIs2bNwsvr1aunxnNq27Ytpg4bNkyNZ8N8lixZUrFixTfffBPzf+655z777LOOHTuePXtWtdCpWrUqZrJs2TL8jH/Lly//0Ucf7dy5U5uKTRg/fryM6p05c6ZFixbvv/8+FgF4VcuWLb29vdXknLDJ2BZs8ttvv43G7777LjZ5+fLl9/4sKCwOm4ANefrpp5955pmvv/66Q4cO/v7+arKJzdVDUU3Wwb7DNlaqVOnWrVvx8fFjx47973//i677/PPPq1SpcvDgQWmWkZGxYsWKUqVKffjhh//617/QaTNmzJBJ9lWrVg2NFy1ahJ9PnTrVtGnTL7/88rXXXvvhhx9atWp17do1aWZw48YNdDvW5P/+7/+w/ui3mjVr7tq1S002SU5Onjt3btGiReWgwvqjh1FJT09XLXI6fPhw48aNP/nkEzTGEfL99987OTldv35dTc4Jq42DDauNli+88MI333yDzg8KClKTdfCOmDNnTuHChd955x3MGTsaPbZ06dLMzEzVIluNGjXQLS4uLmpcB++X3r17o/+feuqp559/vkiRIhs3bkQ9twwMRxHePpUrV5Ztx0p++umnWGGbu1usW7euZMmS8gb54IMPunbtGh0dbT8DO3LkCPYd5vyPf/xDemzw4MF4lZqc0+nTp9u1a4cew/oDDleMBgYGqslERERERERERERE9JhhBmYUFxeXz2revHmqpLNlyxaZqr8bYUJCQoECBaT+5ptvfvLJJ6+//rqMFi5cOCkpSbWz6tOnD+offfSRGs/pf//7H6Y2atRIjVulpKRUrVrVOr98L7zwwrfffouXy+jTTz+9YMEC1S6bRCwuLi5t27aVZqBlYDK1Xbt2MqqZPn36M888I42xFJCfsYiJEyeqRtmwyQULFpQGhk0uVKiQYZNtmjJlirY4PRRnzpypGumgmNvqmfO8uXPnytSAgIAvvvhCftbgJWvWrAkLCytevLgq6bRu3fqu1yT961//Qsvu3bsPHz78qaeekhdq3nvvvYiICNU0W1BQ0JdffikNXnzxRS3JA8zHvMSrV69qPWzw008/RUVFqXbZhgwZ8o9//EMaYOb//Oc/tZ/NuRE2X1YbXYp9B9IYo0uWLFGNrBITE3/77TeZ+sYbb6ClHD+A1cNhoNpZSf7UrFkzNZ7t5MmTEmUZDBw4sHLlyvjBkIGlpqbWrVtX2jz//PPffPPNxx9/LKNYbXNOmZmZ2aZNG23zNR9++OGKFStyy8CGDRtms8ew+7y8vFSjbOvXr8dhg6laj8lrMWp+AxIRERERERERERHR44AZmNEDZGBdu3ZF5dVXX9VyJrlsS06a9+3bV4riATKwsWPHogiDBw9OTk6W4vnz57///nsUX375ZUMUISnF559/jn+/+uqrYcOGrVq1KjY2Vj/VkIFt27YNRahVq1ZwcLAUsY316tWTuiEa6dGjB4rYZHd3d6lgk5ctWyYxVc+ePaWYm82bN1vnaolzDh48mJSUlJqaunfv3v/+978o5s+f3xDbuLm5SeRQs2bNS5cuSRE/1K9f3zqbfHJJlkbLwN57771333130qRJvr6+2K41a9a89tprqH/yySfon+eeew777sSJE5jk4eEhnY9NsHk5lJ5kYBL5VKhQYcOGDZhDYGCgo6OjrGenTp1UUyts3b///W/Uv/zyy/3790sxMTERB4O0nzVrlhRFenq6JE9PPfXUiBEj5GKjq1evOjs7S3ZVpUoVfWiEnsd80G/o+fj4eCkeOXJEFvrFF19ohw1ERUVhw1GvU6eOdskaZi5x1D//+c/IyEgpArYIxVdeeQVHiFTkCq1nn30W9c6dO0tR2MzA8Ib64IMPUMdCp0yZEhISgjn4+Pg0btwY6yxHoyEDmzFjhnRLv379bt68KUV0ghweWEPtYBbTpk2T9oUKFTp+/DhegoUuXbr0/fffx7tDJhkyMLwjpMe6d++OxlI8evToN998g8afffaZtlxALz3//POo4/DTOic8PLxatWoovvTSS4arQomIiIiIiIiIiIjoccAMzOgBMrAffvgBlaZNm6rxbF26dEH9s88+U+NWD5CBSZJRo0YNNZ7txIkTqMPatWtVyUq7Uqdv374ZGRmqms2cgaHNhx9+iGKJEiWyct7JEKMVK1bEpDfeeCM1NVVVb9/+6aefUGzYsKEaz+bg4ID6p59+audSqvT0dLl94o8//mi4YiwqKkpWr0mTJqqkW73ixYsb7r+H1ZPkBquXkpKiqroMDIsw5BOzZ8+WSa+99tqhQ4dU1crf31/ykpEjR6pSLiQDy58//4QJE1Qpm1yx9+WXX+p7YNasWSi++OKLWoCn6dChAya99957aWlpqqRbf/M1RsOHD0cdi9aOQOyXd999F8VWrVoZuh1t5IK5sWPHqtLt2+7u7rKZAQEBqmQVHR2N2aI+ffp0Vbp9++eff0aldu3ahjn369cPdRzG+gPGZgaGzkQRVq1apUrZ5L0AhgxMwt3y5csbFnr69GlZw8WLF6uS9ZJEdCyK2Nf6QxTQ23L/RtBnYGgm1+E1b97csIjg4GCZm/4Y2LVrlyzXcKPO69evS849adIkVSIiIiIiIiIiIiKixwYzMKMHyMAKFy6MyjfffKOPMeDAgQMtWrRo06aNGrd6sAzsk08+mTNnjhrPlpycbFmVfPnGjRunSlYSI9WsWVON52TOwPbu3WudTT7toi69w4cPy9QNGzao0u3bRYsWReU///mPIXU4dOiQbLIhWtDbvXu3zNBw8ZZo3749NrZq1araHPbv3y+ZjZubm1T0jh49KlPXrVunSroMyfy4Jg8PD2lvc/+++uqrmNSxY0c1ngvJwGrVqqXGdcaMGYNJzz33nD4ckiPk999/V+M6fn5+sj76QK5YsWKofPHFF4ZIEs6fP//pp5+ii7Zv3y4V7D7MIX/+/PrrtzRNmjTBrEqWLKn158GDB2WJs2fPlorGwcGhefPmq1evVuO3b5cqVQotv/zyS/2VZHD8+HHZ0XfNwCRF+/bbb83bkp6ejkMIUw0ZGN5K2EDzHThTUlIkcxoyZIgq3b69c+dO2ZylS5eqkg62RabqMzC8MdFdYPP6LWwX2uMI11b4yJEjaIyiPh0UPXv2RI+tWLFCjRMRERERERERERHRY4MZmNEDZGATJkyQ4meffYafDZfXGDxABmaHnN8fNWqUGreSlKt9+/ZqPCdzBiaXFj333HOGnENkZGS88sorhhlOnjwZFfj000/Hjx9vf5MNhg4dKq/VX7llh1xIhNXT355Oo61e27ZtVUmXgV2/fl2VsoWEhEinmfMMkOvb6tatq8ZzIRmYzUxr+fLllgXnyxcdHS0VrLYkNyNGjAg2QdcZriVKTU2VxKVDhw5Ssc/FxQWNP/jgAxyTaqY6AwYMwNT33ntPS3SwPnIV1FNPPVW/fn03N7fExESZZDZr1izpro8//njs2LGGC6EMzBkYtkVu3pjb0VilShVMNWRgdkhfDRw4UI3fvo3DDxX0mM2n0Hl6ekpn6jMwubko+iQoKEh1k46TkxOmvvPOO9pFh+gxvGFRxLbg2Ni2bZvh7qNERERERERERERE9BhiBmb0ABlYVlZWjx495FS7eP/991u2bKk9HkzvwTKwjIyM3bt3Dxo0qFq1av/v//0/OSOv+YMZWKdOnVD5+OOPc8sh5GaP+psxYpN79epl2OQWLVrs2LFDtcid3CLyrbfeusfYQx63Zmf1fvzxRzRAz6hxuxlYaGionQysYMGCmPRHMrA1a9ZYFqzLwK5cuaLvqNw4OztL+4iICGk/evRoqdgn/WnfK6+8or8My9fXV26wKZ555pnChQuPHDny6tWrqkU2vKpfv36SY4l33323WbNm27dvN+8OcwYWGRkpr3VxcVGlnHLLwDIzM/ft2+fk5ISj7r///a/hgNdnYPKGeuONNwz3yRQ2MzB5mp19L7/8Mt506gW3b587d+7rr79W06w99ttvv2GjwsLCVAsiIiIiIiIiIiIieswwAzN6gAxMnD17tkuXLp9++qk0EL/++mtwcLBqYfUAGdjhw4e/+eYb6/wsp+Z//vnnunXrNreS4h/MwLA4VL799ls1blKgQAE0KFWqlBrP5uvr27VrV8MmFyxY0PzUK73GjRuj2VdffXWPGZjcze/rr7/Orb0EVyVKlNAaPFYZWEBAgCzx+++/L26C1ZYfFi5cKO0vXLgg7V1dXaViH1YDjV955RWZj02VKlXSZ2CQmpqKJZYtW1YefyWef/750aNHm/v53Llz3bt3//zzz1U7KxwVhltNmjMwbLtEUOY7eQqbGdiJEyckdoV//vOfWFCdOnXkgJee0WdgrVu3RgXrdu8ZGA5+VPBWUr1jS8WKFQ0zTEtLW7RoUbly5Qw95uLico9HMhERERERERERERH9mZiBGT1wBqYJCAiYPHmypFnw/fffqwlW95uBBQUFyUOqvv76azc3N/21KSCRwB/MwLp164bKBx98kNupfEng6tWrp8ZNAgMDsckSlcF3331nJxXo2bMn2rzzzjv3mBzIVTvvv/9+bu2//fZbNKhTp44af8wyMKyDxDCLFy+Win1a+7Fjx6qSXY6Ojmj8n//8x5By3aPk5GR3d/cOHTr885//tKy33fXE0Th16tRffvlFWhoWas7AoqKi5DqwQYMGqVJO5gzs8uXL0r1ffvnl5s2b09PTpS7M90Ls168fKobLtjQ2M7DBgwej8tVXX9mMze4qJSVlx44dnTp1wkIxH5g/f76aRkRERERERERERESPDWZgRikpKXJe22YCYc7A0F4eI2Q+BS/hBJw8eVKVss+/v/rqq2o8J3MGNmLECFRefvnliIgIVdJ5KBnYpEmTUMmfP78W2+glJSU988wzaNCrVy+ppKam5rbJAwcOREvw8PBQJZMpU6agARYXGRmpSjqHDh1ycnIaM2aMGr99e+rUqdL+2rVrqqSD1Xv22WfRoEePHqr0mGVg8MYbb6Di4OCgxnMKCQlBZ8bExKjx27dfeukltG/evLka18nKynJ2dkYXaaHOggUL0Pi5556z+UCsxMRE2Vlq3Hp/QoxGRUWp8WxhYWHynLDSpUtLIqXtaEMQBUOHDpVuPHLkiCrZysDw7nj++edRbNq0qSrlZM7A5PD45z//eeXKFanomTMw7Wl85i0CmxnY0qVLsfLoMZuP9UI3ylZrq4Q5Y9Q8/6tXr3744YeYeYkSJR4sgCQiIiIiIiIiIiKiR4cZmA3vvvtuvnz5OnXqpMZ1nJ2dLafbdRnY6dOnpWJOfc6fPy+TNmzYoEq3b7u6ukoxNjZWlbJFRka+8847mKTPwJo2bYrKzz//rMZ1QkJCrHP6oxmYv7+/dTb5Zs2apUo6a9eulalaiuDt7S35x/Hjx6Wi0e7jt27dOlUy8fPzkzbjx49XJZ1mzZph0rfffqslENo8Z8yYIRW99evXYxIcOnRIlR6/DKxVq1aofP/99+YLj+Lj4yWk0cd+stNxMKSkpKhStsDAQGm/dOlSqeBQlMry5culojdkyBBMevPNN7WQRm59abj9oJD1/O6776Qx9pTMWd+3IigoyLxQcwYG5cuXR/Htt99OTU1VpWwJCQlyI039ysiNCn/44QdzqnT16lW5qkyfgR07dkzWxOYjx2bPni27W5+BXbp0SeZj84o3SZ2xi7WIV47J4sWLm1cJ7zJM+uabbx7skjIiIiIiIiIiIiIienSYgdlQokQJOQkeFhamStanAcltDIWWgd28efOFF15ABVOlotEuGtPHYwcOHJBi7969VcnKy8vriy++kEn6DEzuBIiVMVyz4u/v/5///Efa/8EMDIoVK4bixx9/fPXqVVWyioqK+vLLLzHpp59+UiXr3fNkk3v27KlK2dzc3FAHczymV7RoUbR55513DA+UQic899xzmNS1a1dVspI98tFHH+n3CGD1vvrqK0z64Ycf9InO45aBnThxQhaqD7rEtGnTZJK3t7cqWQ8SKXbv3t2QVEmC9eKLL4aHh6tS9tVUn3zyieFapdjYWDmoKleurM1HLpx6/fXXg3M+qS4rK6tw4cKYpCVSKSkpcoPEzp07G1Zj165dsob6eMxmBrZgwQJpOWjQIP1M4uLiypUrhzroMzC5UBKrZwiJg4KCtIeE6TOw1NRUHLcofvDBByEhIapqtXHjRrlGEPQZGNSoUQNFvNBweeWNGzfkiCpfvry2SnIl4muvvWa4Ayp6TN44+NccjxERERERERERERHRX4sZmA1ajPHxxx87OjoOGTKkRYsWb7/9NipyUQvoz4bLxWH58+dv3769h4eH9T5qwa6urpKU/Pjjj6qdVVZW1nfffSft69Wr5+Tk1KtXr9KlS6Py0UcfyZO39BnYvn37UIGiRYtu374dc969e3e3bt1eeuklzFlShz+egQUEBMjDjd55550RI0ZgQVu3bsUP7733HoovvPDC6dOnVVOr4cOHo45NwHy0TZ4/f77c9O/77783RCYG58+flxQNKzNo0KCNGzdu2LBh4MCBcg/At956y3CbxMDAwFdeeQWTsBewVm5ublg9FxcXuXcfZuXl5aWaWj1uGRh0794dRfRY48aNd+7cieMHe7Zr165yn8lq1aoZekwuhwIcG/PmzduzZw/+lewQ+vXrp9pZYW6vv/466jiEZs6c6enp6e3tvWrVKuwIFJ977rljx46pprdvR0RESGj02Wef4SgNCgrCvjt16hRWzDJr3RVmMHr0aHQXVrt169bHjx+XHb1w4ULsI7TE4arPfmxmYOnp6T/99JN1xpZHyi1ZsgS7G/sOR9rzzz8vz3LTZ2DadV2//vrrtm3bsDgc8D179sTxicXJhZL6DAwwQ9mn7777LuaMwwOHIroURbxEJhkyMMxWduIHH3yAIwHHsI+Pz+rVq/GeQvHZZ5/Vt8fRiL5C/dNPP8WhpfUYtlRmjg5RTYmIiIiIiIiIiIjoscEMzIasrCy52kbvxRdfnD59+sGDB2VUn4GhfefOneVJRQY//fRTcM6rbeDw4cOSFugVLlw4JCREwjB9BgZyZYxB/fr1Y2Nj//3vf+PnP56Bga+vr1wBY/Dll18aEibAJnft2tXmJv/444+XLl1S7XLn6ekpSYzBd999d/bsWdVIx8/PTzbW4Isvvjh16pRqlO0xzMDQY3379pVb8BnUqFHj5s2bql229PR0BwcHWVW9Z555ZsCAAeaIEf0jV+wZ4Ehbu3atapTNx8fHZuPnnntu6NCh+pljtXv27ClBnQH2lOEyPpsZGISFhUm2pPfWW2+5ublJ1Ge4MeOIESPMG16rVi10qaR6hgwMJk2aZO7bhg0b4liSuiEDg/Pnz9s8orBzV61apRply+3d8eyzzzo5OZl3BxERERERERERERH95ZiB5Wrr1q19+vSpUaNG8+bNx48fL1cmXb58eciQIU5OTuaneWGSi4tLixYtSpUq1bBhw969e+/du1dNM8Hcxo0b17p165o1a3bp0sXd3V3qixYtwszNocWxY8e6du1arlw5tO/Ro4d2c8XZs2ejveH8/qhRo1DcsmWLGs/JztSsrKzt27f37NmzXr169evXxw9ohqKabBISEjJy5Ej9Ju/Zs0dNuwfp6ekbN27E5letWrVKlSodO3bctm0bimqyCdYEHYW1wroB+mHz5s02V+/UqVOym5KTk1UpW3x8vEzS36BSM3fuXExavXq1Gs/F6NGj0WzTpk1qXMfPz0/mb461ICwsDK9Fj5UoUQI9NmDAgJMnT6pptuCgwv5q0qQJ2jdt2nTMmDF28sXMzEwctN27d69Vq1aFChXatGmzcOFCbK+anBMao/PRuE6dOmiMQ3HixInXrl1Tk3O6cuUKVkN2dIMGDXr16rVz5041TQerhw1fv369GtfBbl2xYsXvv/8uGzJ16lR5B2GH4iU47A0xkqenp4ODQ/ny5atXr46V1K5jc3V1RXubh1lQUFD//v2x7ZUrV8ZBJW+KhIQEZ2dnvMRwm0SBTsAhhwVJj6ETFixYEBcXpybnhMbY42is9diECRMMFywSERERERERERER0eODGRgRERERERERERERERHlNczAiIiIiIiIiIiIiIiIKK9hBkZERERERERERERERER5DTMwIiIiIiIiIiIiIiIiymuYgREREREREREREREREVFewwyMiIiIiIiIiIiIiIiI8hpmYERERERERERERERERJTXMAMjIiIiIiIiIiIiIiKivIYZGBEREREREREREREREeU1zMCIiIiIiIiIiIiIiIgor2EGRkRERERERERERERERHkNMzAiIiIiIiIiIiIiIiLKa5iBERERERERERERERERUV7DDIyIiIiIiIiIiIiIiIjyGmZgRERERERERERERERElNcwA7s/cXFx+6wSEhJUySo8PPzAgQNpaWlq/KGKiIh4dDP/00RFRW3atGmBlZubm6EDiYiIiIiIiIiIiIiIHiJmYPfn4MGD+axOnTqlSrdvx8bGvvrqqyjWqVNHlR4ebea1a9dWpSfNpUuXqlevnj9/fmvPKc8991yLFi0iIiJUIyIiIiIiIiIiIiIiooeHGdj9sZmBhYaGSsBTtGhRVXp4rly5IjMvUqSIKj1R/Pz8XnvtNWuf5fvhhx/q1q1bu3btb775RiqffPJJeHi4akpERERERERERERERPSQMAO7PzYzMNi+fbuzs3NwcLAav3+vv/46ZtuvXz81ruPu7v4HZy7+7//+D4vo06ePGn/0srKyvvvuOyz01VdfxVaoqrU+Y8YMSz/my9eyZUtVJSIiIiIiIiIiIiIiekiYgd2f3DKwP85OBvaw/PkZ2N69e629lW/evHmqpFOzZk1MeuONN27duqVKREREREREREREREREf1iS7yVmYPeHGdh9mTZtmrW38t24cUOVdEaOHClTU1JSVImIiIiIiIiIiIiIiOiPCZ+3+eg7VZmB5WrlypVFixb917/+lS9fvo8++qhr167Xrl3LLQOrUqVK8eLFJ06cqMazeXp6tmrV6osvvnj22WdfeOGFb7/9tnPnzpcvX1aTb98+duxYiRIl8Nqnn35aFoSfRUJCgrSpWrUqRidMmCCjQorLly/Hz1hK48aNsZTXXnvtxx9/bN269fXr16UZGBbx4YcfyihoixAhISFdunT5/vvvpeXbb7/966+/LliwIDk5WbXQwWtnzZpVqFAhNEPjd999t3Tp0lifrKws1eL27YsXL+7bt+/QoUNqPKdOnTrhhe+88w6vAyMiIiIiIiIiIiIioj8uIzbhfFPnw6+Xx8AMzIa0tLQGDRrkM/nkk0+WLl0qPxsyMLmKq2PHjmrcatmyZfnz50f92WefxWvB+lLL6OrVq6XN1q1bpWgWGxsrbWTmHTp0kFEhxb59+zo7O8tS9D744IOoqChpuW3bNlU1iYmJkTawe/ful156Servvvvujz/++PLLL8voTz/9ZEjLMFqwYEGZ+uabb2LTZH2gUKFCSUlJql3uLl++/Morr6B9hQoVVImIiIiIiIiIiIiIiOhBxR/z9fy+iQRgzMBsGzZsmMQ5JUqU8PDwSElJiY2NXbBgwZtvvvnqq6/KpLtmYOHh4XI1VePGjbWrskJDQ8uWLYviyy+/LMXk5ORgK5lzhw4dZBS0C6rsZGBvvfUW/q1UqdLGjRvxksDAQAcHB1QAP0hLwyLatWsno6AtIikp6Y033sDUf//739qmpaWljRkzxjqzfI6OjlIUPXr0QBEzdHd3lwpmtWzZsmeeeQb1nj17SjE3WPTnn3+Oli+99NL58+dVlYiIiIiIiIiIiIiI6P7dysoKHb30yJsVtQDs8OsVmIEZxcXFPfvss/ny5fvll18yMjJU1er48eMyCe6agW3cuFFaBgcHq5JVZGSk1OfPn69KVjIHm88Ds5OB5c+ff8qUKapklZWVVaxYMUz697//rUrZ7DwPbPXq1ZgEPj4+qpStSpUqqP/www/6Oxb+9NNPKDZs2FCNZ5ME7tNPP7Vze8OTJ09KdPfCCy+sX79eVYmIiIiIiIiIiIiIiO5falj02Sq9Dr9eTh+AMQOzYcOGDfmsNm7cqEo6U6dOlal3zcB27dolLRctWqRK2bp27dq8efNNmzapcasHy8Dq16+vxnWGDx+OSc8995whiLKTgbm6un7yySc//vijObtycnLCq/Ba/aSiRYui+J///Cc1NVWVrA4dOtSiRYs2bdrkloH5+vrKLRDfeuutI0eOqCoREREREREREREREdH9i3U/duLT2tYATMvALAEYMzAbBg4cmM96fVVaWpoq6Rw8eBBT4a4ZWFJS0ttvv43i008/3ahRo82bNxseqWXwYBlY+/bt1bjOwoULMQn0j/sCOxmYHXI7xFdffVUfa02ePNm6BMslX2hw7tw5NcGurKwsuYDs/fffDwoKUlUiIiIiIiIiIiIiIqL7lJWWfqnP9COvSfplDMCYgdnQrl27fPnyvf3222o8p3vPwODMmTPy1Cvx9NNPFy1adMyYMZGRkaqFzkPMwJYvX25Z3v1nYFeuXHF1dW3dunWJEiU++eQT7eFnYMjAsrKyevXqlT9/fjU5X7533nmnRYsWO3bsUC1sOXHixD/+8Q80XrBggSoRERERERERERERERHdp+QLoWeKtD/yWrnsDMwYgB1+vSIzMKP69evns97lT43ndF8ZGKSkpLi6upYuXfr555+XF8ILL7wwfvx41SLbX5uBpaamOjg4PP300/LCzz//vGzZss2bN+/UqRN+QMWQgQlfX9+uXbt++umn8ipRsGDB3K7xkhV75pln0tPTVYmIiIiIiIiIiIiIiOh+RC3bcezdqvYDsEP/xwzMpGPHjvmskY8az+l+MzBNcnKym5tbu3btXnrpJZnDmjVr1DSrvzYD69q1Kyblz58fU0NCQlTVyua9EA0CAwMnT55coEABy1Lz5fvuu+9sNr5w4cLChQtXr16txomIiIiIiIiIiIiIiO5ZZkLShdYukn7lDMD0GVhFZmC2DR48WIKc2NhYVdK59wwsIiIiODj42rVrajxbSEiIPCescuXKqmT1r3/9C8VevXqpcZ2HlYG98cYbKPbs2VONZ0tLS3vmmWcwqXv37qqkY87AUlNTsWmQkZEhFY08TQ08PDxUiYiIiIiIiIiIiIiI6A/7/+3deZAddbnwcYu6VRbKdlmCt5S38PUV69739UXWV1lNFMhguCAgCAiETVBkvyBLYRCQfZGAIlw2RQQFBAUM+xJNyDokRCQLSVhCIBBISMg2kzm+faZ7ftNnevqcMz1nkkny+VQXNefpzpmEf7/162fxhFcnbHvkqE32qhrAyg3sr5tG174aWFfPP/98XHFuuummZJRy4YUXxndrNrADDzwwmuy7777J55TDDz88urXDDjskn9tts8020fDYY49NPqc0qoF96UtfioZDhw5NPneYPn16/Pyf//znZJQSL0hLN7DJkyfHa73GjBkTT4Jp06bFtx566KFkBAAAAAAA0Aultra3h/9h9OaDKwNYaGDdBDANrBsrVqz47Gc/+4lPfGLrrbeeO3duMm03fPjwaB6r2cAuueSSaLLZZpu99dZbyahdW1vbTjvtFN3qcg5s7733jobbbbdd8jmlUQ1sn332iYZf+cpXks8d5s+fH4eriy66KBm1i/6qF198cfs3VTSwpUuXrr/++tEwe6TsL3/5S/x8t+fALr/88k9+8pNf/OIXp06dmowAAAAAAADyrXj3g1cOOq+9fvUggGlg3bvnnnvikLPVVltdeeWVI0aMuOOOO5qamqLJtttuG9+q2cDmzJnzuc99Lhpus802d91118yZM2fPnj1u3LhDDjmk/Qs+8eCDDyaPtrv++uvj+aBBgy644IJhw4YtXbo0vtWoBnbDDTfE8+yvGDhwYDRff/31r7766ubm5kmTJt1999077rjjeuutF8e5LvvALr300mgY3T3xxBOjf1T8asTo/1L8usUvf/nL2X1g0e+KS1vkuOOOS6YAAAAAAAA5Pnxq7LhtDkkHsI4GViOA/XXTb2lg3bviiivWW2+9ONgEQ4cOnTRpUvxzzQYWaW5u/vznPx8/n7b++utfddVVyUMdli5dGp/TCsJCskY1sOhXDB48OL4VCw/MmjUr+1cdMGDAgw8+eP/990c/d2lgbW1tp5566r/8y7/ET6btsMMO0bclz6VEf2SrrbaKn7nsssuSKQAAAAAAQEapdeXsC28ZtenePQlgoYF9SwOrZurUqeecc84BBxyw3377nXbaafHuq4ULF1500UXDhg3r8prEK664Iho+9thjyecOra2tDz744KmnnnrggQc2NTWdcMIJw4cPD3Era9SoUTfddFP8K8IhrejLo8mjjz4af4zFv7HLMPbyyy93+Ya0bn9FZNGiRTfeeOMhhxwycODAo48++rbbbov+sdF8+vTp0cOXX355/FjaG2+8Ec2HDh06aNCgww477Oyzz37hhReSe92ZNm3aKaeccsMNN7S0tCQjAAAAAACASstmvT150MmjNvlmfgBLN7CmykNg5QCmgQEAAAAAANCPvH//M2O2+s9UAEsaWE4AKzewbADTwAAAAAAAAOgX2pYsm3Hy1e31q1gASzewIRoYAAAAAAAAq9nHk2c07zQ0P4CFBlZXANPAAAAAAAAAWM3m3vLH0QP26QhgoYFl14DVE8DKDWzkZhoYAAAAAAAAq0nrBx/947sXjNrkG4UCWGhgXQPYyM3208AAAAAAAABYDRa+0Dz+Pw6tL4ClG1hT5SGwbgKYBgYAAAAAAMCqVmpd+ebP7hq96TfbA1hoYHEASxpY0QCmgQEAAAAAALDKLX/j3SmDT++oXz0KYOUGlrMGbEj6EJgGBgAAAAAAwKoz/+EXxm19QB0BLDSwIgFMAwMAAAAAAGBVaFu2fNZZN4ze+BvRVRnAQgPLrgGrJ4CVG1iXADZys//UwAAAAAAAAOhbS/4xe9LXjhu98aDeBbDQwGoEMA0MAAAAAACAvvXunY+M+UxTDwNYuoE1VR4Cqx3ANDAAAAAAAAD6SutHH0876qL2+pUOYKGBxQEsaWBFA1i6gSUBbORm+2tgAAAAAAAANN6iMX+f+H++27sAVm5gOWvAqgUwDQwAAAAAAIAGK61sm3PNb1/c7Js9CWChgdUVwPLfglgOYP2ugb02a+6E5hnR1dKyMhl1Z+nS5fFjCxYsTkYZH320JPmp3bQZc2bMnJt8AAAAAAAAoG+seGf+K/udOXrjgSGAVV8D1vMAVm5g1QPYC5sf0L8a2H+dd/sOu54eXTfe/Egy6s70GW/Hjz37/ORklPLRoiVHHn9ddHfg4PMvv/r+Ka+88f78j74++LzLrv5D8gQAAAAAAAB94MMRo8d/4dupAJY+BNZNAOtoYHkBLDSwngWw/tvAdtztjMlTZifTjOoN7LY7n/jqnmf99Gf3Hn3C9fFjNb8QAAAAAACA3igtb5l93i/a61exAJZuYAUCWNLA4gDWfxtYdO1/yKXLlq1IblSq3sCuHf7QdTc+HP88bcbbv7ptxCWX3/fsCy/HEwAAAAAAABpr6Yy3Ju/x/fwAFhpYXQGs8i2I2QCWbmDdB7B+2sB23uPMOHHlvb2wegMDAAAAAABglZn32xFjP7dvRwALDSwvgCUNLCeAlRtYKoClG1gPAtgLm3+7Pzaww46+6sxzkwNho8e8mtxL0cAAAAAAAABWu5WLlsw48bLRG3+9UAALDayuAFbnGrA4gPXfBjb/g0V7Dbkw+nmf/X+yaNHS5HaH6g1s7jsfXnXdg4ceeWV8nmzv/S485sSfP/TnF5evaEmeqLRsect9D4w84thrdv3GOdHze+x17pHHX3f/Q6NaWlYmTwAAAAAAAFBp8cSpzdsd0W0Ay6wB62UAKzewHgWw/tvAop+fe+HlOHSdN+zX8d2gSgN7cezUOGVF1+D9h333qKsGNV0Qfzzi2GuWLFmePNdh7jsfHnrUVfED0fWtA38afj7imGvembcgeQ4AAAAAAIBYqTT3xt+/uPk32wNYaGB5ASw0sOwasGwACw2sWAALDezA/tvAIhf97Hdxjnri6eZ4EstrYEuXLo+L10GHXz512px42NK68s67n46f/9VtI+JhLLp1xDHXRPOBg89//KmJbW2laLhyZdujI8bF33PY0Vc7DQYAAAAAABC0vPfhqwf9uKN+dQlg5Qa2qgJY0sC6DWD9vYEtXrx0yEHlg1kDB5///vyP4mEkr4E9/lRzPJ85651k1OGUs26J5ocPvTr53O6Bh0bFzze/NDMZdZg0eVZ86867n05GAAAAAAAA67aFz46f8MUD6whgoYHlBbB0A2uqfAtiNoClG1hdAay/N7DIhOYZO+1+RjT80Zm3JKP8Bvbgw6P3O/jiw46uCF2xm371aPT8oH0vSD63O+4Hw6PhcT+4Iflc6aRTfxHdPeKYa5LPAAAAAAAA66pSS+ubF9364iYDX9yopwEsaWA5AazcwBoXwJIG9vwWB/X3Bha5bvjD0TC6HnhoVDypsg8sz213PRk9//V9zks+//OfK1a0xnXtl7c+lowq3X3vc/FvWfzxsmQEAAAAAACw7ln++twpg37w4kZfzwSw0MAaEsDSDWxI9TVg1QPYmtHAVqxoPfjwy6P5bt/88Vtz3o8m1RvYu/MWPPzImEuuuO/7P7ppv4Mv3nPvc+OHoyvdwN6e+0E8/NOjY5NRpejL4wdmze76ZkUAAAAAAIB1xPwHnhn3uX1f3GjPKgEsswYsG8BCA6sngJUbWJUAVtnAuglga0YDi7w69a2d9zgzunXsSTe0tZXyGtiKFa1X//yP8ZPRdcChl558+s3DLr3nymsfiF9smG5g4UueenZSMqo0ctTf4wcmvTwrGQEAAAAAAKwzVn68dOYpV7fXrx4FsNDAsmvAGh7AQgOrCGBrTAOL/PedT8RF6s67n85rYFdc+0A03HG3M268+dF35y1Ipu2y70J8f/5H8Zf88U+jk1GlJ595KX7gzfbDZwAAAAAAAOuOJVNem7TTUZkAFhpYHMDKDawXASw0sAYEsMoGdvAa08BWrmw78vjrortf3fOsvzwxIa5T6QbW0royPgH281/8ORmlZBtY9IW7fuOcaHjldQ8ko0q/vPUv0d3o1y1f3pKMAAAAAAAA1nql0ju/emDslns1NIClG1hT5SGwegJY0sDqC2BrVAOLvP7Ge7sMPDt6YODg86P/Rle6gc2c9U48/NvofySjlIsvvze6lW5gkfOH/SYa7nfwJW1tpWTUoVQqHXzEFdHdH53xq2QEAAAAAACwtmv98KNph1/w4kZ79CSAhQYWB7CkgRUNYOkGVjCArWENLHLv/SOjB8KVbmDz3lsYD2//9VPJqF2pVLrl9hHxrS4NbOz4afH8zt9U/JHIrXc8Ht96fuSUZAQAAAAAALBW+2jUpIn/flA6gFVZA1YogJUbWM4asCHV34LYXQBLGlg2gD2/xXfWsAZWKpV+cNov4zoVXV32gR1z4s+j4a7fOOee+56fPuPtaTPmPPb4+O8de+2Ou53xw9Nvjm51aWCRi372u/irzvzxbU881TyhecajI8afetYt8TC6mzwHAAAAAACw9iqtbHvzZ7eP2XRgKoClD4EVCGChgTUggFU2sNoBbM1rYJF35y3Yc+9z40bVpYG9NWf+kIMujm+Fa+/9Lnxu5JTHn5oY/ZxtYCtXtl03/OGddj8j/Ueia+c9zhx+8yPZdyQCAAAAAACsZVbMmfdK0ynt9auuANaTNWD1BLByA2tcAOuXDeyJp5tvuX3EAw+NSj7nGDNu2i23Px49Oev1d5NRh4+XLLvvgZHnXnjXiaf8Ytil9zz8yJjFHy+L5q+/OS/6I3fe/XT8WBfvzlvw63ue+ell955xzn9fcvl9v733uXnvLUzuAQAAAAAArL0+eGTk+K2H5Aew0MDiAJY+BFYggIUGViyAhQaWXQNWEcCeG9DPGhgAAAAAAACrRtvyFbP/6/qO+pVuYA0JYOkG1lR5CKyeAJY0sGIBTAMDAAAAAABYFy2dOnvyLscUDWChgcUBLGlgRQNYuoEVCGChgZUDWEcDO0QDAwAAAAAAWJeUSvPuemTcv+3dbQCrsgasUAArN7CcNWBDMofAagawpIHVDGAaGAAAAAAAwDqkdcGiGcdc9OJGu3cXwNKHwAoEsNDAigWw0MCya8B6HMA0MAAAAAAAgHXF4nF/f+nLh7QHsHQDqx3AerIGrJ4AVm5gjQtgSQNLB7DnBhyqgQEAAAAAAKzlSivb3r727rGbDqwjgIUGFgew9CGwAgEsNLBiASw0sOwasGoBTAMDAAAAAABYy7W8M//VA84cs+Hu0ZXzFsSGBLB0AysQwJIGVjSAhQZWDmAaGAAAAAAAwNpswZNjJv7P/cZsuFvvAlhoYHEASxpYXgCrfAtiNoClG1iBABYaWHYNWBLAnhvwXQ0MAAAAAABgLVRqaX3j3OFjNt69egCrsgasUAArN7BUAEs3sAIBLGlgPQ1gGhgAAAAAAMBaaNnMt6bseXx7/aoSwNKHwAoEsNDA6gpgPVkDViCAhQZWDmAaGAAAAAAAwNqlVJr/+yfG/9tevQlg1deA9TyAlRtY4wJY0sCqBDANDAAAAAAAYO2xcvGSmSdeOmbDXSsDWLqBZQNYaGB1BbCOBpYXwEIDKxbAQgPLrgHrQQB7dsvDNDAAAAAAAIC1wccvTZ20/WHpAFZlDVhOACs3sLoDWLqBFQhgSQMrGsBCA4sDWGcDe3bLwzQwAAAAAACANV+p9M5N943bfGDjAlhoYHUFsMq3IGYDWLqBFQhgoYFl14B1H8A0MAAAAAAAgDVby/sLpn7n7Pb6FQJYuYHlBbDMGrCaASxpYDkBrNzAGhfAkgZWLIClGtjhGhgAAAAAAMCaauFzE5q/dEAvAlhoYPUEsNDA8gJYuoEN6ckasAIBLDSwbgKYBgYAAAAAALBGKrW0vvnTW8ZuskfdAazcwPICWGYNWC8DWLmBNS6AJQ2s/gCmgQEAAAAAAKx5lr8x95W9T+qoX+kGFgewdAPLBrDQwPICWGhg2TVgDQ9goYG1rwHrbQALDewIDQwAAAAAAGDNUSp98PBzE7bap9sAljkEVjOAlRtYLwJYaGD1BLCkgeUGsIpDYNkAFhpYHMA6G1g2gGlgAAAAAAAAa4y2Jctmn3LlmA13qS+AhQbWkACWbmBNlYfAGh7AQgMrGMA0MAAAAAAAgDXDkr+/9vLO38sJYOUGlhfAMmvAsgEsNLA4gCUNLCeAlRtY1QCWbmA1A1jSwPICWEcD6z6ApRpYRQDTwAAAAAAAAPq9UmnebX8cv8XA9gCWbmAFAlhoYA0JYOkGNqT6GrBeB7DQwPICWGcDe2bL72lgAAAAAAAA/Vfrgo9mHHHe2A12ia4eBrByA8sLYKNrB7DQwBoQwCobWN8GMA0MAAAAAACgX1s8evJL//7t7gJYaGBxAEs3sDoCWA/WgNUTwMoNrO4AFhpYXgBLGlh9ASw0sIoApoEBAAAAAAD0R6XWlW9feee4jXcbu8HXehfAQgOLA1i5gfUigIUG1oAAVtnAsgEsNLAeB7BntjxSAwMAAAAAAOhfVsyZ9+q+J7fXr2oBrMoasEYEsHQDa6o8BFZPAEsaWIMCWGcDqyeAaWAAAAAAAAD9Sam04LGRzZ/ft1YAC4fAigWw0MDiAJY0sKIBLN3ACgSw0MCya8C6BrBUA8sLYBoYAAAAAABAf9K2bPnrZ187dqNdKgNYuoHVDmBV1oAVCmDlBpazBmxI5hBYzQCWNLAGBbDOBtYlgD2z5VEaGAAAAAAAwOq3bPobU3Y9euwGX+1FAEsfAisQwEIDKxbAQgPLrgErEMBCA6sdwJ7NBDANDAAAAAAAYHUrld67+9EJnxmUDmBV1oC1B7B0A6sdwHqyBqyeAFZuYI0LYEkDKxrAKtaAaWAAAAAAAACr38qFi1879ift9SsEsHAIrFgACw0sDmDpQ2AFAlhoYMUCWGhg2TVgBQJYaGA1AtgzWx6tgQEAAAAAAKweH094ZfK2B9cfwKqsAWtEAEs3sKbKQ2D1BLCkgRUNYKGBxQGss4EVCGAaGAAAAAAAwOrQVpr789+O+9fd6g5g4RBYsQAWGlgcwJIGVjSApRtYgQAWGlh2DViBABYaWBzANDAAAAAAAIDVoeXd+VP3P7WjfqUbWBzA0g2sdgCrsgasUAArN7CcNWBDMofAagawpIEVC2CpBhYHsM4GVj2APT1gqAYGAAAAAACw6ix8ekzz//pWgwJY+hBYgQAWGlixABYaWHYNWIEAFhpYAwKYBgYAAAAAALCKlFa0vHnhTWM3StevzgBWZQ1YgQBWfQ1YzwNYuYE1LoAlDaxYAEs1sDiAhQZWDmAaGAAAAAAAwKqzbOZbrww8duwG/6+7ABYOgeUFsHQDywaw0MDiAJY+BNZNAOtoYHkBLDSwYgEsNLDsGrACASw0sJ4FMA0MAAAAAACgj5VK8//wxMTPfrNAAKuyBqwRASzdwAoEsKSBFQ1goYHFAayzgfU+gGlgAAAAAAAAfWjloo9n//DS9voVX/UHsHAIrFgACw2srgBW+RbEbABLN7ACASw0sOwasAIBLDSwOIAlDSwdwJ4ecIwGBgAAAAAA0CeWTJ728g6HdhfAQgMrEsCqrAHLCWBJA8sJYOUGlgpg6QZWIIAlDaxYAEs1sDiAdTawHgUwDQwAAAAAAKAPlErv3vz7CZvtXkcASzewvg5goYHVFcB6sgasQAALDazxAUwDAwAAAAAAaLDW+Qumf+escZ/eObqqBLAqa8ByAli5geUFsOprwHoewMoNrHEBLGlgxQJYqoHFASw0sNwA9vSAYzUwAAAAAACAhln014mTthnS6wCWbmDZABYaWF0BrKOB5QWw0MCKBbDQwLJrwAoEsNDA6gpglQ2sM4BpYAAAAAAAAI1Ral0559Jbxm/0tVoBrNzA8gJY5hBYzQBWbmCrKoAlDaxoAAsNLA5gnQ2sEQEsNLByAHt6wHEaGAAAAAAAQG8tf2Puq3udENevVABLN7ACASw0sHoCWGhgeQEs3cCaKt+CmA1g6QZWIICFBpZdA1YggIUGFgewpIHlBzANDAAAAAAAoJdKpQ//9Gzz/9irdwGs3MDyAlhmDVjNAJY0sJwAVm5gjQtgSQMrFsBSDSwOYJ0NrDcBTAMDAAAAAAAorm3p8tfPuHLcp3eqGsBCA4sDWLqBFQhgoYE1JIClG9iQ6mvAeh3AQgPr8wD21IDjNTAAAAAAAIAilr46a8rOh6UDWKqBdRPAMofAagawcgPLC2CZNWDZABYaWD0BrNzAqgSwygZWM4AlDaxYAEs1sDiAhQaWF8BCAysHMA0MAAAAAACgkFLpvTv+OHHLPXsRwEIDiwNYuoEVCGChgWXXgDU8gIUG1pAAFhpYXQGssoHlBjANDAAAAAAAoGdaP1j42lHnt9evOgNYuYHlBbDMIbBsAAsNLA5g5QbWiwAWGlg9ASxpYHkBrLKBZQNYaGCrOoBpYAAAAAAAAD2weMzkyf97//wAlm5gBQJYaGANCWDpBtZUeQis4QEsNLC8ANbZwOoIYKGB5QWw0MDiAJY0sBDANDAAAAAAAID6tLXNvfqO8Zt8tSOAdTawQgGs3MDyAtiLtQNYaGBxAEsaWNEAlm5gvQ1gHQ2s+wCWamB1BrCkgfUogD014AQNDAAAAAAAoIYVb8+b+q0fjvv0jvUFsNDA4gCWbmB1BLD8NWCFAli5geWsARtSfQ1YdwEsaWD1BbDQwPICWGcDa2wA08AAAAAAAACqKpUWPv63lz6/d7cBLNXAGhLAyg2sFwEsNLAGBLDKBta3ASzVwOoMYKGBdV0DFgcwDQwAAAAAACBXafmKN3983fgNd2oPYKGB1RXAqqwBaw9g6QZWO4D1ZA1YPQGs3MAaF8CSBtagABYaWHYNWL0B7KkB39fAAAAAAAAAurFs+uuv7HJER/3qUQALh8CKBbDQwOIAlj4EViCAhQZWLICFBpZdA5YNYKGB5QWw0MD6IoCFBvZ9DQwAAAAAACCjVJr/u8eaP7NHHQEs3cBqB7Aqa8AaEcDSDayp8hBYPQEsaWANCmCdDawRASw0sDiAJQ0sL4BpYAAAAAAAABVWLvp41vE/Gf+pHaKrMoB1NrBCASwcAisWwEIDiwNY0sCKBrB0AysQwEIDy64B6xrAnqsdwEIDiwNY0sB6E8CeGnCiBgYAAAAAAJBY0vyPKf/3gJ4HsNDA4gCWbmC1A1iVNWCFAli5geWsARuSOQRWM4AlDaxgAMtfA9YHASw0sBOf1MAAAAAAAADK2treueHuiZvuUj2ApRpYQwJY+hBYgQAWGlixABYaWHYNWIEAFhpYXwSw0MCya8C6CWAaGAAAAAAAwD9b5s2ffuBpcf1KBbDQwOoKYFXWgLUHsHQDqx3AerIGrJ4AVm5gjQtgSQMrFsBSDSwOYKGBZdeA9TiAdTSwkzQwAAAAAABgHVb656Lnxk36wuDeBbBwCKxYAAsNLA5g6UNgBQJYaGDFAlhoYNk1YAUCWGhgfRHAQgOLA1g4BHaSBgYAAAAAAKy7Si2tc35y44QNd+pJAEs3sNoBrMoasEYEsHQDa/pbjwNY0sCKBrDQwOIA1tnAGhHAQgOLA1jSwOoMYBoYAAAAAACwjlo+861XBw4d/6ntQwBLNbCGBLBwCKxYAAsNLA5gSQPLDWAVb0HMBrB0AysQwEIDy64BKxDAQgOLA1jSwBoYwJ4c8AMNDAAAAAAAWMeUSh8++ORLn/161QDW2cC6C2ChgRUJYFXWgBUKYOUGlrMGrEAASxpYsQCWamBxAOtsYH0QwEID6xrANDAAAAAAAGDd0rZ02esnX9Jev+oKYKkGlhfA0g2sZgBLHwIrEMBCA6srgPVkDViBABYaWF8EsNDA6gxgoYGVA5gGBgAAAAAArEOWTJ46ZfuDGhXAqqwBKxDAqq8B63kAKzewxgWwpIEVC2CpBhYHsNDAsmvAuglglQ2sawCrPASWBDANDAAAAAAAWDe0ld679Q8TN/9afgALDawhASzdwLIBLDSwugJYRwPLC2ChgRULYKGBZdeAFQhgoYH1RQALDaxGAHtywA81MAAAAAAAYC3XOn/ha4edNf5T23UEsM4GViiAlRtYXgCrsgYsJ4CVG1jdASzdwAoEsKSBFQ1goYHFAayzgTUigIUGFgewpIHlB7ByA8uuAYsDmAYGAAAAAACs5Rb9dcLkbQYXDWDpBtbXASw0sLoCWOVbELMBLN3ACgSw0MCya8AKBLDQwOIAljSwvgtgGhgAAAAAALDWKrW0zr3s1gkb79RtAEs1sDiAdTaw7gJYaGB5AazcwPICWJU1YDkBLGlgOQGs3MAaF8CSBlYsgKUaWBzAOhvY6ghgSQN7YouTNTAAAAAAAGAttOKNudP2OaG9fsVXAwNYuoH1dQALDSwvgKUb2JCerAErEMBCA+uLABYaWF4ACw0sDmChgXUTwDQwAAAAAABgrVMqLXj0+UlbDSoQwFINrJsAljkEVjOAlRtYXgDLrAHrZQArN7DGBbCkgRULYKkGFgew0MDqCmCVDaxrAKs8BNZ9ANPAAAAAAACAtUpp+Yo3z7hiwqe3ryOAhQZWLICFBhYHsHQDywaw0MDyAlhoYNk1YNkAFhpYsQAWGlh2DViBABYaWF0BrLKBNTiApRrYjzQwAAAAAABgLbHsHzNf2fmQCetvF12VAayzgRUKYOUGlhfAMofAagawcgNbVQEsaWBFA1hoYHEA62xgjQhgoYHlBbDQwOIAVm5gOWvAugYwDQwAAAAAAFgrlErzf/On5i12mbD+V3oXwNINrEAACw2sIQEs3cCaKt+C2PAAFhpYQwJYaGB1BrCkgTUqgGlgAAAAAADAGm/lwsWzjj63vX5VC2CpBhYHsM4GViiAlRtYXgDLrAHLBrDQwOIAljSwnABWbmBVA1i6gdUMYEkDywtgHQ2s+wCWamBxAOtsYDkBLGlgfRPAkgbWEcBCAztFAwMAAAAAANZgH4+ZNOU/hmQCWGhgxQJYaGBxAEs3sAIBLDSwhgSwdAMbUn0NWK8DWGhgqyWAhQYWB7DQwGoHMA0MAAAAAABYY7W1vXPtnRM32ak3ASzVwLoJYJlDYDUDWLmB5QWwzFsQswEsNLAGBLDKBta3ASzVwOoMYKGBZdeANSCAaWAAAAAAAMAaqeXd96cPOWnC+tv2JICFBlYsgIUGFgewdAMrEMBCA8uuAasngJUbWN0BLDSwvACWNLD6AlhoYHkBLDSw7BqwHgewyrcgdg1gqQYWB7DQwE7VwAAAAAAAgDVKqbRwxMjJWw9KB7Aqa8AKBbByA+tFAAsNLA5g5QbWiwAWGlgDAlhlA8sGsNDAVksACw0sDmDhEFgcwNINrEYA08AAAAAAAIA1SWn5ijnnXz9xg+1TASx9CKxAAEs3sNoBrMoasEYEsHQDa6o8BFZPAEsaWH0BLDSwvADW2cAaEcBCA4sDWNLA+iiAaWAAAAAAAMAaY9n011/d43vt9auuAJZqYHEA62xghQJYOARWLICFBhYHsKSBFQ1g6QbW2wDW0cC6D2CpBpYXwEIDiwNY0sD6JoAlDawjgIUGVhHAHtfAAAAAAACANUCp9MHvR7z0mV3zA1hoYMUCWGhgcQBLN7DaAazKGrBCAazcwHLWgA3JHAKrGcCSBtagANbZwPoggIUGFgew0MDqDGBJA3u8fJ2mgQEAAAAAAP1a2+Ilr584rKN+pRtYkQCWamANCWDpQ2AFAlhoYMUCWGhg2TVgBQJYaGC1A1iqgdUZwEIDy64Ba3wA08AAAAAAAIB+bcnEV/6+7f5FA1hoYHUFsCprwNoDWLqB1Q5gPVkDVk8AKzewxgWwpIE1KICFBpZdA9bjAFb5FsSuASzVwPICmAYGAAAAAAD0Z21t8375u+Z/3bnbAFZlDVihABYOgRULYKGBxQEsfQisQAALDaxYAAsNLLsGrEAACw2sLwJYaGBxAAuHwOoMYKGBda4BiwPY41ucroEBAAAAAAD9Tuv8D2ccdGpl/WpUAEs3sNoBrMoasEYEsHQDa6o8BFZPAEsaWNEAFhpYHMA6G1gjAlhoYHEASxpY3QEs3cB6HMA0MAAAAAAAoN9Z9NzYyV/YKyeAlRtYXgBLNbCGBLBwCKxYAAsNLA5gSQMrGsDSDaxAAAsNLLsGrEAACw0sDmBJA+ubAJY0sLoDmAYGAAAAAAD0M6WW1rcv+eXEDbavI4CFBpYXwDobWHcBLDSwOIClG1jtAFZlDVihAFZuYDlrwIZkDoHVDGBJAysWwFINLA5gnQ2sDwJYaGB1BrDQwOIAljSwbADTwAAAAAAAgP5ixetvTx00NFO/oqtXASzVwBoSwNKHwAoEsNDAigWw0MCya8AKBLDQwPoigIUGll0D1m0ACw2sAQHs8S1O//9b4wRoCucPfgAAAABJRU5ErkJggg=="/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573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5025"/>
          </a:xfrm>
        </p:spPr>
      </p:pic>
    </p:spTree>
    <p:extLst>
      <p:ext uri="{BB962C8B-B14F-4D97-AF65-F5344CB8AC3E}">
        <p14:creationId xmlns:p14="http://schemas.microsoft.com/office/powerpoint/2010/main" val="17286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88194" cy="6740434"/>
          </a:xfrm>
        </p:spPr>
      </p:pic>
    </p:spTree>
    <p:extLst>
      <p:ext uri="{BB962C8B-B14F-4D97-AF65-F5344CB8AC3E}">
        <p14:creationId xmlns:p14="http://schemas.microsoft.com/office/powerpoint/2010/main" val="357984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5025"/>
          </a:xfrm>
        </p:spPr>
      </p:pic>
    </p:spTree>
    <p:extLst>
      <p:ext uri="{BB962C8B-B14F-4D97-AF65-F5344CB8AC3E}">
        <p14:creationId xmlns:p14="http://schemas.microsoft.com/office/powerpoint/2010/main" val="16045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07" y="861513"/>
            <a:ext cx="11211750" cy="544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22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7</cp:revision>
  <dcterms:created xsi:type="dcterms:W3CDTF">2025-04-08T13:06:44Z</dcterms:created>
  <dcterms:modified xsi:type="dcterms:W3CDTF">2025-04-09T21:11:43Z</dcterms:modified>
</cp:coreProperties>
</file>