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9" d="100"/>
          <a:sy n="99" d="100"/>
        </p:scale>
        <p:origin x="1061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071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7776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9424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571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105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2652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55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6865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5984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9174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3711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C70EC-E016-410C-8D53-A47BBE53873F}" type="datetimeFigureOut">
              <a:rPr lang="pt-BR" smtClean="0"/>
              <a:t>12/05/2025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71C13-D8B7-4B79-807C-8D30E155B6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567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93" y="87086"/>
            <a:ext cx="11956443" cy="677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6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4" y="113317"/>
            <a:ext cx="11882602" cy="668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72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82" y="141558"/>
            <a:ext cx="11752219" cy="659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16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12" y="118661"/>
            <a:ext cx="11939943" cy="6658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042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94" y="98612"/>
            <a:ext cx="11833412" cy="667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38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35" y="101379"/>
            <a:ext cx="11804843" cy="663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46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30" y="117104"/>
            <a:ext cx="11802034" cy="663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690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959790" cy="6732494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-1" y="1755648"/>
            <a:ext cx="10565239" cy="49768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959" y="1755648"/>
            <a:ext cx="5230370" cy="499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3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Alessandro Lisboa de lyra</dc:creator>
  <cp:lastModifiedBy>Alessandro Lisboa de lyra</cp:lastModifiedBy>
  <cp:revision>9</cp:revision>
  <dcterms:created xsi:type="dcterms:W3CDTF">2025-04-03T14:17:51Z</dcterms:created>
  <dcterms:modified xsi:type="dcterms:W3CDTF">2025-05-12T22:07:22Z</dcterms:modified>
</cp:coreProperties>
</file>