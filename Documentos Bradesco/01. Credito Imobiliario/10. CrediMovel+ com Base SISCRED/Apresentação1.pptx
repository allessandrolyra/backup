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402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16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31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5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64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825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26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883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47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04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31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316E6-4E9B-4EED-BA05-BB6E8A6597CC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8DD90-FE93-475B-A518-4E29AB9B95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01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05" y="197359"/>
            <a:ext cx="11520896" cy="647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4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81"/>
            <a:ext cx="12083290" cy="670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1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7275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2</cp:revision>
  <dcterms:created xsi:type="dcterms:W3CDTF">2025-01-29T15:05:05Z</dcterms:created>
  <dcterms:modified xsi:type="dcterms:W3CDTF">2025-01-29T21:35:27Z</dcterms:modified>
</cp:coreProperties>
</file>