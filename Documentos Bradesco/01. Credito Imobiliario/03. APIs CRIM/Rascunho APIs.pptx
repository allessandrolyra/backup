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98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6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3A23E6-61AE-453A-B90D-54E91329DD1E}" type="datetimeFigureOut">
              <a:rPr lang="pt-BR" smtClean="0"/>
              <a:t>13/12/2024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409D36-68CF-49D6-960F-CA03CEFBFC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326717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061C74-C99F-4920-A6DE-5197D0CD0B0E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4162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99710-8A5C-43B7-B9C0-F9476820DEF0}" type="datetimeFigureOut">
              <a:rPr lang="pt-BR" smtClean="0"/>
              <a:t>13/12/2024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042EE-86A7-4CC4-9B1C-C0BE71DA033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611918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99710-8A5C-43B7-B9C0-F9476820DEF0}" type="datetimeFigureOut">
              <a:rPr lang="pt-BR" smtClean="0"/>
              <a:t>13/12/2024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042EE-86A7-4CC4-9B1C-C0BE71DA033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55175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99710-8A5C-43B7-B9C0-F9476820DEF0}" type="datetimeFigureOut">
              <a:rPr lang="pt-BR" smtClean="0"/>
              <a:t>13/12/2024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042EE-86A7-4CC4-9B1C-C0BE71DA033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968561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99710-8A5C-43B7-B9C0-F9476820DEF0}" type="datetimeFigureOut">
              <a:rPr lang="pt-BR" smtClean="0"/>
              <a:t>13/12/2024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042EE-86A7-4CC4-9B1C-C0BE71DA033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614846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99710-8A5C-43B7-B9C0-F9476820DEF0}" type="datetimeFigureOut">
              <a:rPr lang="pt-BR" smtClean="0"/>
              <a:t>13/12/2024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042EE-86A7-4CC4-9B1C-C0BE71DA033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752984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99710-8A5C-43B7-B9C0-F9476820DEF0}" type="datetimeFigureOut">
              <a:rPr lang="pt-BR" smtClean="0"/>
              <a:t>13/12/2024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042EE-86A7-4CC4-9B1C-C0BE71DA033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017409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99710-8A5C-43B7-B9C0-F9476820DEF0}" type="datetimeFigureOut">
              <a:rPr lang="pt-BR" smtClean="0"/>
              <a:t>13/12/2024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042EE-86A7-4CC4-9B1C-C0BE71DA033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086303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99710-8A5C-43B7-B9C0-F9476820DEF0}" type="datetimeFigureOut">
              <a:rPr lang="pt-BR" smtClean="0"/>
              <a:t>13/12/2024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042EE-86A7-4CC4-9B1C-C0BE71DA033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28492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99710-8A5C-43B7-B9C0-F9476820DEF0}" type="datetimeFigureOut">
              <a:rPr lang="pt-BR" smtClean="0"/>
              <a:t>13/12/2024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042EE-86A7-4CC4-9B1C-C0BE71DA033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592528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99710-8A5C-43B7-B9C0-F9476820DEF0}" type="datetimeFigureOut">
              <a:rPr lang="pt-BR" smtClean="0"/>
              <a:t>13/12/2024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042EE-86A7-4CC4-9B1C-C0BE71DA033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354842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99710-8A5C-43B7-B9C0-F9476820DEF0}" type="datetimeFigureOut">
              <a:rPr lang="pt-BR" smtClean="0"/>
              <a:t>13/12/2024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042EE-86A7-4CC4-9B1C-C0BE71DA033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076401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99710-8A5C-43B7-B9C0-F9476820DEF0}" type="datetimeFigureOut">
              <a:rPr lang="pt-BR" smtClean="0"/>
              <a:t>13/12/2024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7042EE-86A7-4CC4-9B1C-C0BE71DA033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779475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emf"/><Relationship Id="rId5" Type="http://schemas.openxmlformats.org/officeDocument/2006/relationships/image" Target="../media/image3.emf"/><Relationship Id="rId4" Type="http://schemas.openxmlformats.org/officeDocument/2006/relationships/image" Target="../media/image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746" y="243106"/>
            <a:ext cx="11400596" cy="6554928"/>
          </a:xfrm>
          <a:prstGeom prst="rect">
            <a:avLst/>
          </a:prstGeom>
        </p:spPr>
      </p:pic>
      <p:sp>
        <p:nvSpPr>
          <p:cNvPr id="14" name="Rectangle 2" descr="Retângulo 2">
            <a:extLst>
              <a:ext uri="{FF2B5EF4-FFF2-40B4-BE49-F238E27FC236}">
                <a16:creationId xmlns:a16="http://schemas.microsoft.com/office/drawing/2014/main" id="{0742000A-0C53-D93B-DC19-0FCB692C6106}"/>
              </a:ext>
            </a:extLst>
          </p:cNvPr>
          <p:cNvSpPr>
            <a:spLocks/>
          </p:cNvSpPr>
          <p:nvPr/>
        </p:nvSpPr>
        <p:spPr bwMode="auto">
          <a:xfrm>
            <a:off x="0" y="6449960"/>
            <a:ext cx="12192000" cy="408039"/>
          </a:xfrm>
          <a:prstGeom prst="rect">
            <a:avLst/>
          </a:prstGeom>
          <a:gradFill rotWithShape="0">
            <a:gsLst>
              <a:gs pos="0">
                <a:srgbClr val="F36279"/>
              </a:gs>
              <a:gs pos="12598">
                <a:srgbClr val="E03654"/>
              </a:gs>
              <a:gs pos="52124">
                <a:srgbClr val="CC092F"/>
              </a:gs>
              <a:gs pos="90340">
                <a:srgbClr val="C01259"/>
              </a:gs>
              <a:gs pos="100000">
                <a:srgbClr val="B41A83"/>
              </a:gs>
            </a:gsLst>
            <a:lin ang="0"/>
          </a:gradFill>
          <a:ln w="12700">
            <a:solidFill>
              <a:srgbClr val="CC092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18" tIns="45718" rIns="45718" bIns="45718" anchor="ctr"/>
          <a:lstStyle>
            <a:lvl1pPr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1pPr>
            <a:lvl2pPr marL="742950" indent="-28575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2pPr>
            <a:lvl3pPr marL="1143000" indent="-22860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3pPr>
            <a:lvl4pPr marL="1600200" indent="-22860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4pPr>
            <a:lvl5pPr marL="2057400" indent="-22860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9pPr>
          </a:lstStyle>
          <a:p>
            <a:pPr eaLnBrk="1"/>
            <a:endParaRPr lang="pt-BR" altLang="pt-BR" dirty="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7E8836-67C6-A10B-88D2-C6256C1969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4534" y="150196"/>
            <a:ext cx="884004" cy="87646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EFC6489-6419-5FFB-7A74-9FBC143076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06346" y="6449960"/>
            <a:ext cx="1071204" cy="348074"/>
          </a:xfrm>
          <a:prstGeom prst="rect">
            <a:avLst/>
          </a:prstGeom>
        </p:spPr>
      </p:pic>
      <p:sp>
        <p:nvSpPr>
          <p:cNvPr id="67" name="TextBox 5">
            <a:extLst>
              <a:ext uri="{FF2B5EF4-FFF2-40B4-BE49-F238E27FC236}">
                <a16:creationId xmlns:a16="http://schemas.microsoft.com/office/drawing/2014/main" id="{30DA090F-410F-DB15-8332-D3249E4FCFF6}"/>
              </a:ext>
            </a:extLst>
          </p:cNvPr>
          <p:cNvSpPr txBox="1"/>
          <p:nvPr/>
        </p:nvSpPr>
        <p:spPr>
          <a:xfrm>
            <a:off x="359528" y="193287"/>
            <a:ext cx="884576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600" b="1" dirty="0" err="1" smtClean="0">
                <a:solidFill>
                  <a:srgbClr val="C00000"/>
                </a:solidFill>
                <a:latin typeface="Bradesco Sans" pitchFamily="2" charset="77"/>
              </a:rPr>
              <a:t>APIs</a:t>
            </a:r>
            <a:r>
              <a:rPr lang="pt-BR" sz="2600" b="1" dirty="0" smtClean="0">
                <a:solidFill>
                  <a:srgbClr val="C00000"/>
                </a:solidFill>
                <a:latin typeface="Bradesco Sans" pitchFamily="2" charset="77"/>
              </a:rPr>
              <a:t> </a:t>
            </a:r>
            <a:r>
              <a:rPr lang="pt-BR" sz="2600" b="1" dirty="0">
                <a:solidFill>
                  <a:srgbClr val="C00000"/>
                </a:solidFill>
                <a:latin typeface="Bradesco Sans" pitchFamily="2" charset="77"/>
              </a:rPr>
              <a:t>- Cenário </a:t>
            </a:r>
            <a:r>
              <a:rPr lang="pt-BR" sz="2600" b="1" dirty="0" smtClean="0">
                <a:solidFill>
                  <a:srgbClr val="C00000"/>
                </a:solidFill>
                <a:latin typeface="Bradesco Sans" pitchFamily="2" charset="77"/>
              </a:rPr>
              <a:t>Atual</a:t>
            </a:r>
          </a:p>
          <a:p>
            <a:r>
              <a:rPr lang="pt-BR" sz="1400" dirty="0" smtClean="0">
                <a:solidFill>
                  <a:srgbClr val="C00000"/>
                </a:solidFill>
                <a:latin typeface="Bradesco Sans" pitchFamily="2" charset="77"/>
              </a:rPr>
              <a:t> </a:t>
            </a:r>
            <a:r>
              <a:rPr lang="pt-BR" sz="1400" dirty="0">
                <a:solidFill>
                  <a:srgbClr val="C00000"/>
                </a:solidFill>
                <a:latin typeface="Bradesco Sans" pitchFamily="2" charset="77"/>
              </a:rPr>
              <a:t>Arquitetura atual com </a:t>
            </a:r>
            <a:r>
              <a:rPr lang="pt-BR" sz="1400" dirty="0" err="1" smtClean="0">
                <a:solidFill>
                  <a:srgbClr val="C00000"/>
                </a:solidFill>
                <a:latin typeface="Bradesco Sans" pitchFamily="2" charset="77"/>
              </a:rPr>
              <a:t>APIs</a:t>
            </a:r>
            <a:r>
              <a:rPr lang="pt-BR" sz="1400" dirty="0" smtClean="0">
                <a:solidFill>
                  <a:srgbClr val="C00000"/>
                </a:solidFill>
                <a:latin typeface="Bradesco Sans" pitchFamily="2" charset="77"/>
              </a:rPr>
              <a:t> CRIM</a:t>
            </a:r>
            <a:endParaRPr lang="pt-BR" sz="2400" dirty="0">
              <a:solidFill>
                <a:srgbClr val="C00000"/>
              </a:solidFill>
              <a:latin typeface="Bradesco Sans" pitchFamily="2" charset="77"/>
            </a:endParaRP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EC2CD672-5CA7-8C30-F410-B15144C4B81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18561" y="299238"/>
            <a:ext cx="762000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03454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11</Words>
  <Application>Microsoft Office PowerPoint</Application>
  <PresentationFormat>Widescreen</PresentationFormat>
  <Paragraphs>3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7" baseType="lpstr">
      <vt:lpstr>Arial</vt:lpstr>
      <vt:lpstr>Bradesco Sans</vt:lpstr>
      <vt:lpstr>Bradesco Sans Bold</vt:lpstr>
      <vt:lpstr>Calibri</vt:lpstr>
      <vt:lpstr>Calibri Light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Alessandro Lisboa de lyra</dc:creator>
  <cp:lastModifiedBy>Alessandro Lisboa de lyra</cp:lastModifiedBy>
  <cp:revision>2</cp:revision>
  <dcterms:created xsi:type="dcterms:W3CDTF">2024-12-13T13:40:15Z</dcterms:created>
  <dcterms:modified xsi:type="dcterms:W3CDTF">2024-12-13T13:47:59Z</dcterms:modified>
</cp:coreProperties>
</file>