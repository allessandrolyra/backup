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2"/>
  </p:notesMasterIdLst>
  <p:handoutMasterIdLst>
    <p:handoutMasterId r:id="rId13"/>
  </p:handoutMasterIdLst>
  <p:sldIdLst>
    <p:sldId id="511" r:id="rId2"/>
    <p:sldId id="911" r:id="rId3"/>
    <p:sldId id="934" r:id="rId4"/>
    <p:sldId id="937" r:id="rId5"/>
    <p:sldId id="938" r:id="rId6"/>
    <p:sldId id="940" r:id="rId7"/>
    <p:sldId id="939" r:id="rId8"/>
    <p:sldId id="941" r:id="rId9"/>
    <p:sldId id="936" r:id="rId10"/>
    <p:sldId id="935" r:id="rId11"/>
  </p:sldIdLst>
  <p:sldSz cx="17559338" cy="9875838"/>
  <p:notesSz cx="6858000" cy="9144000"/>
  <p:defaultTextStyle>
    <a:defPPr>
      <a:defRPr lang="pt-BR"/>
    </a:defPPr>
    <a:lvl1pPr marL="0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4071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68143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2216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36287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0358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04429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788503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72574" algn="l" defTabSz="1368143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632" userDrawn="1">
          <p15:clr>
            <a:srgbClr val="A4A3A4"/>
          </p15:clr>
        </p15:guide>
        <p15:guide id="18" pos="8297" userDrawn="1">
          <p15:clr>
            <a:srgbClr val="A4A3A4"/>
          </p15:clr>
        </p15:guide>
        <p15:guide id="19" pos="3421" userDrawn="1">
          <p15:clr>
            <a:srgbClr val="A4A3A4"/>
          </p15:clr>
        </p15:guide>
        <p15:guide id="22" orient="horz" pos="5197" userDrawn="1">
          <p15:clr>
            <a:srgbClr val="A4A3A4"/>
          </p15:clr>
        </p15:guide>
        <p15:guide id="23" orient="horz" pos="774" userDrawn="1">
          <p15:clr>
            <a:srgbClr val="A4A3A4"/>
          </p15:clr>
        </p15:guide>
        <p15:guide id="24" pos="5394" userDrawn="1">
          <p15:clr>
            <a:srgbClr val="A4A3A4"/>
          </p15:clr>
        </p15:guide>
        <p15:guide id="25" pos="518" userDrawn="1">
          <p15:clr>
            <a:srgbClr val="A4A3A4"/>
          </p15:clr>
        </p15:guide>
        <p15:guide id="26" pos="3217" userDrawn="1">
          <p15:clr>
            <a:srgbClr val="A4A3A4"/>
          </p15:clr>
        </p15:guide>
        <p15:guide id="27" orient="horz" pos="2022" userDrawn="1">
          <p15:clr>
            <a:srgbClr val="A4A3A4"/>
          </p15:clr>
        </p15:guide>
        <p15:guide id="28" pos="1448" userDrawn="1">
          <p15:clr>
            <a:srgbClr val="A4A3A4"/>
          </p15:clr>
        </p15:guide>
        <p15:guide id="29" pos="10770" userDrawn="1">
          <p15:clr>
            <a:srgbClr val="A4A3A4"/>
          </p15:clr>
        </p15:guide>
        <p15:guide id="30" pos="7481" userDrawn="1">
          <p15:clr>
            <a:srgbClr val="A4A3A4"/>
          </p15:clr>
        </p15:guide>
        <p15:guide id="31" pos="3126" userDrawn="1">
          <p15:clr>
            <a:srgbClr val="A4A3A4"/>
          </p15:clr>
        </p15:guide>
        <p15:guide id="32" pos="927" userDrawn="1">
          <p15:clr>
            <a:srgbClr val="A4A3A4"/>
          </p15:clr>
        </p15:guide>
        <p15:guide id="33" orient="horz" pos="3179" userDrawn="1">
          <p15:clr>
            <a:srgbClr val="A4A3A4"/>
          </p15:clr>
        </p15:guide>
        <p15:guide id="34" orient="horz" pos="5928" userDrawn="1">
          <p15:clr>
            <a:srgbClr val="A4A3A4"/>
          </p15:clr>
        </p15:guide>
        <p15:guide id="35" pos="4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D0D21"/>
    <a:srgbClr val="CC092F"/>
    <a:srgbClr val="B81570"/>
    <a:srgbClr val="9D0D20"/>
    <a:srgbClr val="333B8F"/>
    <a:srgbClr val="333B70"/>
    <a:srgbClr val="252C75"/>
    <a:srgbClr val="7F0C1F"/>
    <a:srgbClr val="7F0D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AD5126-BE54-45E5-9C40-FF7673C173AE}" v="54" dt="2025-01-27T17:24:08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95" autoAdjust="0"/>
  </p:normalViewPr>
  <p:slideViewPr>
    <p:cSldViewPr snapToGrid="0">
      <p:cViewPr varScale="1">
        <p:scale>
          <a:sx n="54" d="100"/>
          <a:sy n="54" d="100"/>
        </p:scale>
        <p:origin x="244" y="64"/>
      </p:cViewPr>
      <p:guideLst>
        <p:guide orient="horz" pos="3632"/>
        <p:guide pos="8297"/>
        <p:guide pos="3421"/>
        <p:guide orient="horz" pos="5197"/>
        <p:guide orient="horz" pos="774"/>
        <p:guide pos="5394"/>
        <p:guide pos="518"/>
        <p:guide pos="3217"/>
        <p:guide orient="horz" pos="2022"/>
        <p:guide pos="1448"/>
        <p:guide pos="10770"/>
        <p:guide pos="7481"/>
        <p:guide pos="3126"/>
        <p:guide pos="927"/>
        <p:guide orient="horz" pos="3179"/>
        <p:guide orient="horz" pos="5928"/>
        <p:guide pos="4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0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BERTON MOLICO RODRIGUES" userId="05ca6aa5-1e9a-41e8-a4a8-3e6e080ab2da" providerId="ADAL" clId="{C9AD5126-BE54-45E5-9C40-FF7673C173AE}"/>
    <pc:docChg chg="undo custSel addSld modSld sldOrd">
      <pc:chgData name="CLEBERTON MOLICO RODRIGUES" userId="05ca6aa5-1e9a-41e8-a4a8-3e6e080ab2da" providerId="ADAL" clId="{C9AD5126-BE54-45E5-9C40-FF7673C173AE}" dt="2025-01-30T12:19:25.327" v="3695" actId="20577"/>
      <pc:docMkLst>
        <pc:docMk/>
      </pc:docMkLst>
      <pc:sldChg chg="delSp modSp mod">
        <pc:chgData name="CLEBERTON MOLICO RODRIGUES" userId="05ca6aa5-1e9a-41e8-a4a8-3e6e080ab2da" providerId="ADAL" clId="{C9AD5126-BE54-45E5-9C40-FF7673C173AE}" dt="2025-01-21T19:53:14.042" v="197" actId="478"/>
        <pc:sldMkLst>
          <pc:docMk/>
          <pc:sldMk cId="2336229835" sldId="511"/>
        </pc:sldMkLst>
        <pc:spChg chg="mod topLvl">
          <ac:chgData name="CLEBERTON MOLICO RODRIGUES" userId="05ca6aa5-1e9a-41e8-a4a8-3e6e080ab2da" providerId="ADAL" clId="{C9AD5126-BE54-45E5-9C40-FF7673C173AE}" dt="2025-01-21T19:53:14.042" v="197" actId="478"/>
          <ac:spMkLst>
            <pc:docMk/>
            <pc:sldMk cId="2336229835" sldId="511"/>
            <ac:spMk id="62" creationId="{4777F401-A3BD-4171-AC3E-0964B92ABE0E}"/>
          </ac:spMkLst>
        </pc:spChg>
        <pc:spChg chg="del mod">
          <ac:chgData name="CLEBERTON MOLICO RODRIGUES" userId="05ca6aa5-1e9a-41e8-a4a8-3e6e080ab2da" providerId="ADAL" clId="{C9AD5126-BE54-45E5-9C40-FF7673C173AE}" dt="2025-01-21T19:53:08.010" v="196" actId="478"/>
          <ac:spMkLst>
            <pc:docMk/>
            <pc:sldMk cId="2336229835" sldId="511"/>
            <ac:spMk id="68" creationId="{7F2EC9A3-6201-448B-8DFB-BC64FFBD83BB}"/>
          </ac:spMkLst>
        </pc:spChg>
        <pc:spChg chg="del topLvl">
          <ac:chgData name="CLEBERTON MOLICO RODRIGUES" userId="05ca6aa5-1e9a-41e8-a4a8-3e6e080ab2da" providerId="ADAL" clId="{C9AD5126-BE54-45E5-9C40-FF7673C173AE}" dt="2025-01-21T19:53:14.042" v="197" actId="478"/>
          <ac:spMkLst>
            <pc:docMk/>
            <pc:sldMk cId="2336229835" sldId="511"/>
            <ac:spMk id="69" creationId="{ABFDA946-10C5-45D4-AE6B-EF79B8FA62D7}"/>
          </ac:spMkLst>
        </pc:spChg>
        <pc:grpChg chg="del mod">
          <ac:chgData name="CLEBERTON MOLICO RODRIGUES" userId="05ca6aa5-1e9a-41e8-a4a8-3e6e080ab2da" providerId="ADAL" clId="{C9AD5126-BE54-45E5-9C40-FF7673C173AE}" dt="2025-01-21T19:53:14.042" v="197" actId="478"/>
          <ac:grpSpMkLst>
            <pc:docMk/>
            <pc:sldMk cId="2336229835" sldId="511"/>
            <ac:grpSpMk id="61" creationId="{DC381F8F-2EE5-43FF-9028-810A8F153A4C}"/>
          </ac:grpSpMkLst>
        </pc:grpChg>
      </pc:sldChg>
      <pc:sldChg chg="modSp mod">
        <pc:chgData name="CLEBERTON MOLICO RODRIGUES" userId="05ca6aa5-1e9a-41e8-a4a8-3e6e080ab2da" providerId="ADAL" clId="{C9AD5126-BE54-45E5-9C40-FF7673C173AE}" dt="2025-01-21T19:52:11.813" v="133" actId="14100"/>
        <pc:sldMkLst>
          <pc:docMk/>
          <pc:sldMk cId="1280000674" sldId="911"/>
        </pc:sldMkLst>
        <pc:spChg chg="mod">
          <ac:chgData name="CLEBERTON MOLICO RODRIGUES" userId="05ca6aa5-1e9a-41e8-a4a8-3e6e080ab2da" providerId="ADAL" clId="{C9AD5126-BE54-45E5-9C40-FF7673C173AE}" dt="2025-01-21T19:51:41.226" v="107" actId="313"/>
          <ac:spMkLst>
            <pc:docMk/>
            <pc:sldMk cId="1280000674" sldId="911"/>
            <ac:spMk id="6" creationId="{4777F401-A3BD-4171-AC3E-0964B92ABE0E}"/>
          </ac:spMkLst>
        </pc:spChg>
        <pc:spChg chg="mod">
          <ac:chgData name="CLEBERTON MOLICO RODRIGUES" userId="05ca6aa5-1e9a-41e8-a4a8-3e6e080ab2da" providerId="ADAL" clId="{C9AD5126-BE54-45E5-9C40-FF7673C173AE}" dt="2025-01-21T19:52:11.813" v="133" actId="14100"/>
          <ac:spMkLst>
            <pc:docMk/>
            <pc:sldMk cId="1280000674" sldId="911"/>
            <ac:spMk id="7" creationId="{7F2EC9A3-6201-448B-8DFB-BC64FFBD83BB}"/>
          </ac:spMkLst>
        </pc:spChg>
      </pc:sldChg>
      <pc:sldChg chg="addSp delSp modSp mod ord">
        <pc:chgData name="CLEBERTON MOLICO RODRIGUES" userId="05ca6aa5-1e9a-41e8-a4a8-3e6e080ab2da" providerId="ADAL" clId="{C9AD5126-BE54-45E5-9C40-FF7673C173AE}" dt="2025-01-27T12:16:53.273" v="251"/>
        <pc:sldMkLst>
          <pc:docMk/>
          <pc:sldMk cId="3067192432" sldId="934"/>
        </pc:sldMkLst>
        <pc:spChg chg="del mod">
          <ac:chgData name="CLEBERTON MOLICO RODRIGUES" userId="05ca6aa5-1e9a-41e8-a4a8-3e6e080ab2da" providerId="ADAL" clId="{C9AD5126-BE54-45E5-9C40-FF7673C173AE}" dt="2025-01-21T19:50:02.352" v="57" actId="478"/>
          <ac:spMkLst>
            <pc:docMk/>
            <pc:sldMk cId="3067192432" sldId="934"/>
            <ac:spMk id="2" creationId="{5425C7F5-66A4-31AB-F8F1-B4F931703F2E}"/>
          </ac:spMkLst>
        </pc:spChg>
        <pc:spChg chg="del">
          <ac:chgData name="CLEBERTON MOLICO RODRIGUES" userId="05ca6aa5-1e9a-41e8-a4a8-3e6e080ab2da" providerId="ADAL" clId="{C9AD5126-BE54-45E5-9C40-FF7673C173AE}" dt="2025-01-21T19:49:54.767" v="55" actId="478"/>
          <ac:spMkLst>
            <pc:docMk/>
            <pc:sldMk cId="3067192432" sldId="934"/>
            <ac:spMk id="3" creationId="{529561D5-E110-8317-01E3-2A0057D84D5F}"/>
          </ac:spMkLst>
        </pc:spChg>
        <pc:spChg chg="del mod">
          <ac:chgData name="CLEBERTON MOLICO RODRIGUES" userId="05ca6aa5-1e9a-41e8-a4a8-3e6e080ab2da" providerId="ADAL" clId="{C9AD5126-BE54-45E5-9C40-FF7673C173AE}" dt="2025-01-21T19:49:54.767" v="55" actId="478"/>
          <ac:spMkLst>
            <pc:docMk/>
            <pc:sldMk cId="3067192432" sldId="934"/>
            <ac:spMk id="4" creationId="{840AE533-9F70-9F56-2DE2-465B3F135167}"/>
          </ac:spMkLst>
        </pc:spChg>
        <pc:spChg chg="del mod">
          <ac:chgData name="CLEBERTON MOLICO RODRIGUES" userId="05ca6aa5-1e9a-41e8-a4a8-3e6e080ab2da" providerId="ADAL" clId="{C9AD5126-BE54-45E5-9C40-FF7673C173AE}" dt="2025-01-21T19:49:54.767" v="55" actId="478"/>
          <ac:spMkLst>
            <pc:docMk/>
            <pc:sldMk cId="3067192432" sldId="934"/>
            <ac:spMk id="5" creationId="{C49CA46F-FC9F-7B06-6B36-865D0F7A7452}"/>
          </ac:spMkLst>
        </pc:spChg>
        <pc:spChg chg="del">
          <ac:chgData name="CLEBERTON MOLICO RODRIGUES" userId="05ca6aa5-1e9a-41e8-a4a8-3e6e080ab2da" providerId="ADAL" clId="{C9AD5126-BE54-45E5-9C40-FF7673C173AE}" dt="2025-01-21T19:49:54.767" v="55" actId="478"/>
          <ac:spMkLst>
            <pc:docMk/>
            <pc:sldMk cId="3067192432" sldId="934"/>
            <ac:spMk id="10" creationId="{DBBB5C8E-DB9F-357B-FA1A-8934CC4E4261}"/>
          </ac:spMkLst>
        </pc:spChg>
        <pc:spChg chg="del">
          <ac:chgData name="CLEBERTON MOLICO RODRIGUES" userId="05ca6aa5-1e9a-41e8-a4a8-3e6e080ab2da" providerId="ADAL" clId="{C9AD5126-BE54-45E5-9C40-FF7673C173AE}" dt="2025-01-21T19:49:54.767" v="55" actId="478"/>
          <ac:spMkLst>
            <pc:docMk/>
            <pc:sldMk cId="3067192432" sldId="934"/>
            <ac:spMk id="11" creationId="{E6A98895-001E-512C-C82C-1FB5819D62CE}"/>
          </ac:spMkLst>
        </pc:spChg>
        <pc:spChg chg="del">
          <ac:chgData name="CLEBERTON MOLICO RODRIGUES" userId="05ca6aa5-1e9a-41e8-a4a8-3e6e080ab2da" providerId="ADAL" clId="{C9AD5126-BE54-45E5-9C40-FF7673C173AE}" dt="2025-01-21T17:36:52.982" v="37" actId="478"/>
          <ac:spMkLst>
            <pc:docMk/>
            <pc:sldMk cId="3067192432" sldId="934"/>
            <ac:spMk id="12" creationId="{175E9B3E-75EF-1762-210B-E3D77E09CABE}"/>
          </ac:spMkLst>
        </pc:spChg>
        <pc:spChg chg="mod">
          <ac:chgData name="CLEBERTON MOLICO RODRIGUES" userId="05ca6aa5-1e9a-41e8-a4a8-3e6e080ab2da" providerId="ADAL" clId="{C9AD5126-BE54-45E5-9C40-FF7673C173AE}" dt="2025-01-21T19:49:45.201" v="54" actId="14100"/>
          <ac:spMkLst>
            <pc:docMk/>
            <pc:sldMk cId="3067192432" sldId="934"/>
            <ac:spMk id="17" creationId="{BF52E923-EFF1-6A42-A147-F0C8E7BD963B}"/>
          </ac:spMkLst>
        </pc:spChg>
        <pc:spChg chg="del">
          <ac:chgData name="CLEBERTON MOLICO RODRIGUES" userId="05ca6aa5-1e9a-41e8-a4a8-3e6e080ab2da" providerId="ADAL" clId="{C9AD5126-BE54-45E5-9C40-FF7673C173AE}" dt="2025-01-21T19:49:54.767" v="55" actId="478"/>
          <ac:spMkLst>
            <pc:docMk/>
            <pc:sldMk cId="3067192432" sldId="934"/>
            <ac:spMk id="37" creationId="{9942273C-2A71-3A47-E1B9-5D0050AA5DEB}"/>
          </ac:spMkLst>
        </pc:spChg>
        <pc:spChg chg="del">
          <ac:chgData name="CLEBERTON MOLICO RODRIGUES" userId="05ca6aa5-1e9a-41e8-a4a8-3e6e080ab2da" providerId="ADAL" clId="{C9AD5126-BE54-45E5-9C40-FF7673C173AE}" dt="2025-01-21T19:49:54.767" v="55" actId="478"/>
          <ac:spMkLst>
            <pc:docMk/>
            <pc:sldMk cId="3067192432" sldId="934"/>
            <ac:spMk id="63" creationId="{4D6C7B11-DA01-B5D6-AB05-E2F7E188FBB9}"/>
          </ac:spMkLst>
        </pc:spChg>
        <pc:picChg chg="add mod">
          <ac:chgData name="CLEBERTON MOLICO RODRIGUES" userId="05ca6aa5-1e9a-41e8-a4a8-3e6e080ab2da" providerId="ADAL" clId="{C9AD5126-BE54-45E5-9C40-FF7673C173AE}" dt="2025-01-21T19:50:36.516" v="63" actId="14100"/>
          <ac:picMkLst>
            <pc:docMk/>
            <pc:sldMk cId="3067192432" sldId="934"/>
            <ac:picMk id="14" creationId="{A7465C24-EE27-F584-C1AD-21B2324302C1}"/>
          </ac:picMkLst>
        </pc:picChg>
        <pc:cxnChg chg="del">
          <ac:chgData name="CLEBERTON MOLICO RODRIGUES" userId="05ca6aa5-1e9a-41e8-a4a8-3e6e080ab2da" providerId="ADAL" clId="{C9AD5126-BE54-45E5-9C40-FF7673C173AE}" dt="2025-01-21T19:49:54.767" v="55" actId="478"/>
          <ac:cxnSpMkLst>
            <pc:docMk/>
            <pc:sldMk cId="3067192432" sldId="934"/>
            <ac:cxnSpMk id="7" creationId="{A6D71B1D-CDF3-D8A4-B546-3D77B7ECB53D}"/>
          </ac:cxnSpMkLst>
        </pc:cxnChg>
        <pc:cxnChg chg="del">
          <ac:chgData name="CLEBERTON MOLICO RODRIGUES" userId="05ca6aa5-1e9a-41e8-a4a8-3e6e080ab2da" providerId="ADAL" clId="{C9AD5126-BE54-45E5-9C40-FF7673C173AE}" dt="2025-01-21T19:49:54.767" v="55" actId="478"/>
          <ac:cxnSpMkLst>
            <pc:docMk/>
            <pc:sldMk cId="3067192432" sldId="934"/>
            <ac:cxnSpMk id="8" creationId="{C766F8D7-3C9F-E60F-B874-9AC36882B364}"/>
          </ac:cxnSpMkLst>
        </pc:cxnChg>
        <pc:cxnChg chg="del">
          <ac:chgData name="CLEBERTON MOLICO RODRIGUES" userId="05ca6aa5-1e9a-41e8-a4a8-3e6e080ab2da" providerId="ADAL" clId="{C9AD5126-BE54-45E5-9C40-FF7673C173AE}" dt="2025-01-21T19:49:54.767" v="55" actId="478"/>
          <ac:cxnSpMkLst>
            <pc:docMk/>
            <pc:sldMk cId="3067192432" sldId="934"/>
            <ac:cxnSpMk id="9" creationId="{AA10D23E-DBC1-F437-C060-8B4FC47427E3}"/>
          </ac:cxnSpMkLst>
        </pc:cxnChg>
        <pc:cxnChg chg="del mod">
          <ac:chgData name="CLEBERTON MOLICO RODRIGUES" userId="05ca6aa5-1e9a-41e8-a4a8-3e6e080ab2da" providerId="ADAL" clId="{C9AD5126-BE54-45E5-9C40-FF7673C173AE}" dt="2025-01-21T19:49:54.767" v="55" actId="478"/>
          <ac:cxnSpMkLst>
            <pc:docMk/>
            <pc:sldMk cId="3067192432" sldId="934"/>
            <ac:cxnSpMk id="13" creationId="{7D6D28F9-8DFD-D10B-0164-0C9D6680D476}"/>
          </ac:cxnSpMkLst>
        </pc:cxnChg>
        <pc:cxnChg chg="del">
          <ac:chgData name="CLEBERTON MOLICO RODRIGUES" userId="05ca6aa5-1e9a-41e8-a4a8-3e6e080ab2da" providerId="ADAL" clId="{C9AD5126-BE54-45E5-9C40-FF7673C173AE}" dt="2025-01-21T17:24:38.977" v="36" actId="478"/>
          <ac:cxnSpMkLst>
            <pc:docMk/>
            <pc:sldMk cId="3067192432" sldId="934"/>
            <ac:cxnSpMk id="28" creationId="{C24EEC2C-ED2C-DFDB-F0BD-84154529300E}"/>
          </ac:cxnSpMkLst>
        </pc:cxnChg>
        <pc:cxnChg chg="del">
          <ac:chgData name="CLEBERTON MOLICO RODRIGUES" userId="05ca6aa5-1e9a-41e8-a4a8-3e6e080ab2da" providerId="ADAL" clId="{C9AD5126-BE54-45E5-9C40-FF7673C173AE}" dt="2025-01-21T19:49:54.767" v="55" actId="478"/>
          <ac:cxnSpMkLst>
            <pc:docMk/>
            <pc:sldMk cId="3067192432" sldId="934"/>
            <ac:cxnSpMk id="38" creationId="{495CE14C-A464-EB46-3455-FF13A0EB64FA}"/>
          </ac:cxnSpMkLst>
        </pc:cxnChg>
        <pc:cxnChg chg="del mod">
          <ac:chgData name="CLEBERTON MOLICO RODRIGUES" userId="05ca6aa5-1e9a-41e8-a4a8-3e6e080ab2da" providerId="ADAL" clId="{C9AD5126-BE54-45E5-9C40-FF7673C173AE}" dt="2025-01-21T19:49:54.767" v="55" actId="478"/>
          <ac:cxnSpMkLst>
            <pc:docMk/>
            <pc:sldMk cId="3067192432" sldId="934"/>
            <ac:cxnSpMk id="41" creationId="{85C05555-C96B-C737-2623-B6CE0BEC272D}"/>
          </ac:cxnSpMkLst>
        </pc:cxnChg>
        <pc:cxnChg chg="del mod">
          <ac:chgData name="CLEBERTON MOLICO RODRIGUES" userId="05ca6aa5-1e9a-41e8-a4a8-3e6e080ab2da" providerId="ADAL" clId="{C9AD5126-BE54-45E5-9C40-FF7673C173AE}" dt="2025-01-21T19:49:54.767" v="55" actId="478"/>
          <ac:cxnSpMkLst>
            <pc:docMk/>
            <pc:sldMk cId="3067192432" sldId="934"/>
            <ac:cxnSpMk id="65" creationId="{6C6DB776-EC90-E292-3DDD-CEAD295B268D}"/>
          </ac:cxnSpMkLst>
        </pc:cxnChg>
      </pc:sldChg>
      <pc:sldChg chg="addSp delSp modSp mod ord">
        <pc:chgData name="CLEBERTON MOLICO RODRIGUES" userId="05ca6aa5-1e9a-41e8-a4a8-3e6e080ab2da" providerId="ADAL" clId="{C9AD5126-BE54-45E5-9C40-FF7673C173AE}" dt="2025-01-23T17:55:18.869" v="248" actId="478"/>
        <pc:sldMkLst>
          <pc:docMk/>
          <pc:sldMk cId="2215726747" sldId="937"/>
        </pc:sldMkLst>
        <pc:spChg chg="add del mod">
          <ac:chgData name="CLEBERTON MOLICO RODRIGUES" userId="05ca6aa5-1e9a-41e8-a4a8-3e6e080ab2da" providerId="ADAL" clId="{C9AD5126-BE54-45E5-9C40-FF7673C173AE}" dt="2025-01-23T17:55:18.869" v="248" actId="478"/>
          <ac:spMkLst>
            <pc:docMk/>
            <pc:sldMk cId="2215726747" sldId="937"/>
            <ac:spMk id="2" creationId="{E466789F-3EB7-8048-ADB3-F530FFFD3915}"/>
          </ac:spMkLst>
        </pc:spChg>
        <pc:spChg chg="add mod">
          <ac:chgData name="CLEBERTON MOLICO RODRIGUES" userId="05ca6aa5-1e9a-41e8-a4a8-3e6e080ab2da" providerId="ADAL" clId="{C9AD5126-BE54-45E5-9C40-FF7673C173AE}" dt="2025-01-21T19:54:16.462" v="243" actId="313"/>
          <ac:spMkLst>
            <pc:docMk/>
            <pc:sldMk cId="2215726747" sldId="937"/>
            <ac:spMk id="8" creationId="{97537CC7-04CD-C8B2-0493-60B0961A2ABA}"/>
          </ac:spMkLst>
        </pc:spChg>
        <pc:picChg chg="add del mod">
          <ac:chgData name="CLEBERTON MOLICO RODRIGUES" userId="05ca6aa5-1e9a-41e8-a4a8-3e6e080ab2da" providerId="ADAL" clId="{C9AD5126-BE54-45E5-9C40-FF7673C173AE}" dt="2025-01-21T19:46:05.437" v="41" actId="478"/>
          <ac:picMkLst>
            <pc:docMk/>
            <pc:sldMk cId="2215726747" sldId="937"/>
            <ac:picMk id="3" creationId="{31A3969D-6E41-0CFF-7974-6E526359E3CF}"/>
          </ac:picMkLst>
        </pc:picChg>
        <pc:picChg chg="add del mod">
          <ac:chgData name="CLEBERTON MOLICO RODRIGUES" userId="05ca6aa5-1e9a-41e8-a4a8-3e6e080ab2da" providerId="ADAL" clId="{C9AD5126-BE54-45E5-9C40-FF7673C173AE}" dt="2025-01-21T19:48:18.023" v="48" actId="478"/>
          <ac:picMkLst>
            <pc:docMk/>
            <pc:sldMk cId="2215726747" sldId="937"/>
            <ac:picMk id="5" creationId="{E3589FB2-9F40-59A6-C78E-DECB496C4D4E}"/>
          </ac:picMkLst>
        </pc:picChg>
        <pc:picChg chg="add mod">
          <ac:chgData name="CLEBERTON MOLICO RODRIGUES" userId="05ca6aa5-1e9a-41e8-a4a8-3e6e080ab2da" providerId="ADAL" clId="{C9AD5126-BE54-45E5-9C40-FF7673C173AE}" dt="2025-01-23T17:43:48.838" v="245" actId="1076"/>
          <ac:picMkLst>
            <pc:docMk/>
            <pc:sldMk cId="2215726747" sldId="937"/>
            <ac:picMk id="7" creationId="{0AF265BD-57D8-7316-F3E2-10D1814BFE24}"/>
          </ac:picMkLst>
        </pc:picChg>
      </pc:sldChg>
      <pc:sldChg chg="addSp delSp modSp new mod ord modShow">
        <pc:chgData name="CLEBERTON MOLICO RODRIGUES" userId="05ca6aa5-1e9a-41e8-a4a8-3e6e080ab2da" providerId="ADAL" clId="{C9AD5126-BE54-45E5-9C40-FF7673C173AE}" dt="2025-01-27T17:00:13.594" v="2213" actId="729"/>
        <pc:sldMkLst>
          <pc:docMk/>
          <pc:sldMk cId="19677237" sldId="938"/>
        </pc:sldMkLst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10" creationId="{C0E4999C-166A-5E08-220F-CFABA0E75B69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11" creationId="{580A2181-BA15-13D0-C1D7-8AEFC7A9F21D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13" creationId="{FB5613A0-C13B-AE4C-F0D2-13E50B719286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15" creationId="{5D38AA70-9025-D136-7783-7E9266708738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16" creationId="{05C9DD79-50DE-A0CE-4E75-328A7B9F11F2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17" creationId="{3C9F3B56-8A63-A5F4-35EE-C84D7774E297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20" creationId="{DC5A17B4-54DD-1A82-1C85-D830F4AA7577}"/>
          </ac:spMkLst>
        </pc:spChg>
        <pc:spChg chg="add del mod">
          <ac:chgData name="CLEBERTON MOLICO RODRIGUES" userId="05ca6aa5-1e9a-41e8-a4a8-3e6e080ab2da" providerId="ADAL" clId="{C9AD5126-BE54-45E5-9C40-FF7673C173AE}" dt="2025-01-27T12:34:52.015" v="834" actId="478"/>
          <ac:spMkLst>
            <pc:docMk/>
            <pc:sldMk cId="19677237" sldId="938"/>
            <ac:spMk id="21" creationId="{85156C3D-FCE9-FC1D-AD77-B6BF0AC2FDED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22" creationId="{DB88E423-AA7E-7B35-1ADD-FADD7BED4693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24" creationId="{F72E9E1C-A3D7-63EE-F728-05C27473BB87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25" creationId="{77064EEE-D249-04D1-FD64-D9D0957BCEBE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26" creationId="{CC668D03-2E5A-38DE-76A8-945E029A764B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27" creationId="{22E97BD4-C3CB-26CA-3854-5C01EBC6EA63}"/>
          </ac:spMkLst>
        </pc:spChg>
        <pc:spChg chg="add mod">
          <ac:chgData name="CLEBERTON MOLICO RODRIGUES" userId="05ca6aa5-1e9a-41e8-a4a8-3e6e080ab2da" providerId="ADAL" clId="{C9AD5126-BE54-45E5-9C40-FF7673C173AE}" dt="2025-01-27T12:42:27.229" v="996" actId="164"/>
          <ac:spMkLst>
            <pc:docMk/>
            <pc:sldMk cId="19677237" sldId="938"/>
            <ac:spMk id="28" creationId="{F790059E-DF3E-A791-855B-A099F1992B18}"/>
          </ac:spMkLst>
        </pc:spChg>
        <pc:spChg chg="add mod">
          <ac:chgData name="CLEBERTON MOLICO RODRIGUES" userId="05ca6aa5-1e9a-41e8-a4a8-3e6e080ab2da" providerId="ADAL" clId="{C9AD5126-BE54-45E5-9C40-FF7673C173AE}" dt="2025-01-27T13:06:04.896" v="1665" actId="1036"/>
          <ac:spMkLst>
            <pc:docMk/>
            <pc:sldMk cId="19677237" sldId="938"/>
            <ac:spMk id="30" creationId="{0E4C2F29-355F-1E1F-D841-F96A2A220F6B}"/>
          </ac:spMkLst>
        </pc:spChg>
        <pc:spChg chg="add mod">
          <ac:chgData name="CLEBERTON MOLICO RODRIGUES" userId="05ca6aa5-1e9a-41e8-a4a8-3e6e080ab2da" providerId="ADAL" clId="{C9AD5126-BE54-45E5-9C40-FF7673C173AE}" dt="2025-01-27T12:51:09.853" v="1487" actId="20577"/>
          <ac:spMkLst>
            <pc:docMk/>
            <pc:sldMk cId="19677237" sldId="938"/>
            <ac:spMk id="31" creationId="{024013E1-09C6-D30D-3842-34B92DACDA39}"/>
          </ac:spMkLst>
        </pc:spChg>
        <pc:grpChg chg="add mod">
          <ac:chgData name="CLEBERTON MOLICO RODRIGUES" userId="05ca6aa5-1e9a-41e8-a4a8-3e6e080ab2da" providerId="ADAL" clId="{C9AD5126-BE54-45E5-9C40-FF7673C173AE}" dt="2025-01-27T12:42:52.158" v="1029" actId="1035"/>
          <ac:grpSpMkLst>
            <pc:docMk/>
            <pc:sldMk cId="19677237" sldId="938"/>
            <ac:grpSpMk id="29" creationId="{FC566287-ACED-DD0B-7EC0-95F689A79411}"/>
          </ac:grpSpMkLst>
        </pc:grpChg>
        <pc:cxnChg chg="add mod">
          <ac:chgData name="CLEBERTON MOLICO RODRIGUES" userId="05ca6aa5-1e9a-41e8-a4a8-3e6e080ab2da" providerId="ADAL" clId="{C9AD5126-BE54-45E5-9C40-FF7673C173AE}" dt="2025-01-27T12:42:27.229" v="996" actId="164"/>
          <ac:cxnSpMkLst>
            <pc:docMk/>
            <pc:sldMk cId="19677237" sldId="938"/>
            <ac:cxnSpMk id="3" creationId="{A436428C-5E54-4D1C-5E85-97E79CFBA0D1}"/>
          </ac:cxnSpMkLst>
        </pc:cxnChg>
        <pc:cxnChg chg="add mod">
          <ac:chgData name="CLEBERTON MOLICO RODRIGUES" userId="05ca6aa5-1e9a-41e8-a4a8-3e6e080ab2da" providerId="ADAL" clId="{C9AD5126-BE54-45E5-9C40-FF7673C173AE}" dt="2025-01-27T12:42:27.229" v="996" actId="164"/>
          <ac:cxnSpMkLst>
            <pc:docMk/>
            <pc:sldMk cId="19677237" sldId="938"/>
            <ac:cxnSpMk id="6" creationId="{C4DFFFF5-DA5F-A9D3-07C5-8AB620820069}"/>
          </ac:cxnSpMkLst>
        </pc:cxnChg>
        <pc:cxnChg chg="add mod">
          <ac:chgData name="CLEBERTON MOLICO RODRIGUES" userId="05ca6aa5-1e9a-41e8-a4a8-3e6e080ab2da" providerId="ADAL" clId="{C9AD5126-BE54-45E5-9C40-FF7673C173AE}" dt="2025-01-27T12:42:27.229" v="996" actId="164"/>
          <ac:cxnSpMkLst>
            <pc:docMk/>
            <pc:sldMk cId="19677237" sldId="938"/>
            <ac:cxnSpMk id="9" creationId="{EC5853E0-01DF-AF40-88FC-CD2CFCE93E29}"/>
          </ac:cxnSpMkLst>
        </pc:cxnChg>
        <pc:cxnChg chg="add mod">
          <ac:chgData name="CLEBERTON MOLICO RODRIGUES" userId="05ca6aa5-1e9a-41e8-a4a8-3e6e080ab2da" providerId="ADAL" clId="{C9AD5126-BE54-45E5-9C40-FF7673C173AE}" dt="2025-01-27T12:42:27.229" v="996" actId="164"/>
          <ac:cxnSpMkLst>
            <pc:docMk/>
            <pc:sldMk cId="19677237" sldId="938"/>
            <ac:cxnSpMk id="12" creationId="{EC177397-9B06-B8CA-AD7F-D34CD1589F80}"/>
          </ac:cxnSpMkLst>
        </pc:cxnChg>
        <pc:cxnChg chg="add mod">
          <ac:chgData name="CLEBERTON MOLICO RODRIGUES" userId="05ca6aa5-1e9a-41e8-a4a8-3e6e080ab2da" providerId="ADAL" clId="{C9AD5126-BE54-45E5-9C40-FF7673C173AE}" dt="2025-01-27T12:42:27.229" v="996" actId="164"/>
          <ac:cxnSpMkLst>
            <pc:docMk/>
            <pc:sldMk cId="19677237" sldId="938"/>
            <ac:cxnSpMk id="14" creationId="{31216A90-ABAF-9282-C7F8-9ECB89FD2A80}"/>
          </ac:cxnSpMkLst>
        </pc:cxnChg>
        <pc:cxnChg chg="add del mod">
          <ac:chgData name="CLEBERTON MOLICO RODRIGUES" userId="05ca6aa5-1e9a-41e8-a4a8-3e6e080ab2da" providerId="ADAL" clId="{C9AD5126-BE54-45E5-9C40-FF7673C173AE}" dt="2025-01-27T12:30:11.672" v="597" actId="478"/>
          <ac:cxnSpMkLst>
            <pc:docMk/>
            <pc:sldMk cId="19677237" sldId="938"/>
            <ac:cxnSpMk id="18" creationId="{0B1633D5-B2A9-66E4-02A7-DB48703B8453}"/>
          </ac:cxnSpMkLst>
        </pc:cxnChg>
        <pc:cxnChg chg="add mod">
          <ac:chgData name="CLEBERTON MOLICO RODRIGUES" userId="05ca6aa5-1e9a-41e8-a4a8-3e6e080ab2da" providerId="ADAL" clId="{C9AD5126-BE54-45E5-9C40-FF7673C173AE}" dt="2025-01-27T12:30:16.622" v="598"/>
          <ac:cxnSpMkLst>
            <pc:docMk/>
            <pc:sldMk cId="19677237" sldId="938"/>
            <ac:cxnSpMk id="19" creationId="{620128D0-5A3E-282C-F8E3-C93332EF0C78}"/>
          </ac:cxnSpMkLst>
        </pc:cxnChg>
        <pc:cxnChg chg="add mod">
          <ac:chgData name="CLEBERTON MOLICO RODRIGUES" userId="05ca6aa5-1e9a-41e8-a4a8-3e6e080ab2da" providerId="ADAL" clId="{C9AD5126-BE54-45E5-9C40-FF7673C173AE}" dt="2025-01-27T12:42:27.229" v="996" actId="164"/>
          <ac:cxnSpMkLst>
            <pc:docMk/>
            <pc:sldMk cId="19677237" sldId="938"/>
            <ac:cxnSpMk id="23" creationId="{B4A5F771-C490-9A12-BC87-B290AB0E05C3}"/>
          </ac:cxnSpMkLst>
        </pc:cxnChg>
      </pc:sldChg>
      <pc:sldChg chg="addSp delSp modSp add mod">
        <pc:chgData name="CLEBERTON MOLICO RODRIGUES" userId="05ca6aa5-1e9a-41e8-a4a8-3e6e080ab2da" providerId="ADAL" clId="{C9AD5126-BE54-45E5-9C40-FF7673C173AE}" dt="2025-01-27T17:09:50.263" v="2614" actId="20577"/>
        <pc:sldMkLst>
          <pc:docMk/>
          <pc:sldMk cId="2469376359" sldId="939"/>
        </pc:sldMkLst>
        <pc:spChg chg="add mod">
          <ac:chgData name="CLEBERTON MOLICO RODRIGUES" userId="05ca6aa5-1e9a-41e8-a4a8-3e6e080ab2da" providerId="ADAL" clId="{C9AD5126-BE54-45E5-9C40-FF7673C173AE}" dt="2025-01-27T12:54:39.824" v="1584" actId="20577"/>
          <ac:spMkLst>
            <pc:docMk/>
            <pc:sldMk cId="2469376359" sldId="939"/>
            <ac:spMk id="4" creationId="{9171BD32-054E-A4E8-5E4C-28C7B33335C1}"/>
          </ac:spMkLst>
        </pc:spChg>
        <pc:spChg chg="add del mod">
          <ac:chgData name="CLEBERTON MOLICO RODRIGUES" userId="05ca6aa5-1e9a-41e8-a4a8-3e6e080ab2da" providerId="ADAL" clId="{C9AD5126-BE54-45E5-9C40-FF7673C173AE}" dt="2025-01-27T12:46:35.941" v="1181"/>
          <ac:spMkLst>
            <pc:docMk/>
            <pc:sldMk cId="2469376359" sldId="939"/>
            <ac:spMk id="5" creationId="{5956DA75-7FBA-C7AF-0749-EEBD3BB75456}"/>
          </ac:spMkLst>
        </pc:spChg>
        <pc:spChg chg="add mod">
          <ac:chgData name="CLEBERTON MOLICO RODRIGUES" userId="05ca6aa5-1e9a-41e8-a4a8-3e6e080ab2da" providerId="ADAL" clId="{C9AD5126-BE54-45E5-9C40-FF7673C173AE}" dt="2025-01-27T17:09:50.263" v="2614" actId="20577"/>
          <ac:spMkLst>
            <pc:docMk/>
            <pc:sldMk cId="2469376359" sldId="939"/>
            <ac:spMk id="7" creationId="{59349B00-9E8B-EC2E-ECBB-6B30B0A9C216}"/>
          </ac:spMkLst>
        </pc:spChg>
        <pc:spChg chg="add mod">
          <ac:chgData name="CLEBERTON MOLICO RODRIGUES" userId="05ca6aa5-1e9a-41e8-a4a8-3e6e080ab2da" providerId="ADAL" clId="{C9AD5126-BE54-45E5-9C40-FF7673C173AE}" dt="2025-01-27T12:51:22.524" v="1490" actId="20577"/>
          <ac:spMkLst>
            <pc:docMk/>
            <pc:sldMk cId="2469376359" sldId="939"/>
            <ac:spMk id="8" creationId="{4E22C248-0D35-327E-9956-1E3DA4361554}"/>
          </ac:spMkLst>
        </pc:spChg>
        <pc:spChg chg="mod">
          <ac:chgData name="CLEBERTON MOLICO RODRIGUES" userId="05ca6aa5-1e9a-41e8-a4a8-3e6e080ab2da" providerId="ADAL" clId="{C9AD5126-BE54-45E5-9C40-FF7673C173AE}" dt="2025-01-27T12:44:28.241" v="1142" actId="1038"/>
          <ac:spMkLst>
            <pc:docMk/>
            <pc:sldMk cId="2469376359" sldId="939"/>
            <ac:spMk id="15" creationId="{5D38AA70-9025-D136-7783-7E9266708738}"/>
          </ac:spMkLst>
        </pc:spChg>
        <pc:spChg chg="mod">
          <ac:chgData name="CLEBERTON MOLICO RODRIGUES" userId="05ca6aa5-1e9a-41e8-a4a8-3e6e080ab2da" providerId="ADAL" clId="{C9AD5126-BE54-45E5-9C40-FF7673C173AE}" dt="2025-01-27T17:01:39.678" v="2220" actId="1076"/>
          <ac:spMkLst>
            <pc:docMk/>
            <pc:sldMk cId="2469376359" sldId="939"/>
            <ac:spMk id="17" creationId="{3C9F3B56-8A63-A5F4-35EE-C84D7774E297}"/>
          </ac:spMkLst>
        </pc:spChg>
        <pc:spChg chg="add del mod">
          <ac:chgData name="CLEBERTON MOLICO RODRIGUES" userId="05ca6aa5-1e9a-41e8-a4a8-3e6e080ab2da" providerId="ADAL" clId="{C9AD5126-BE54-45E5-9C40-FF7673C173AE}" dt="2025-01-27T17:00:57.845" v="2217" actId="478"/>
          <ac:spMkLst>
            <pc:docMk/>
            <pc:sldMk cId="2469376359" sldId="939"/>
            <ac:spMk id="18" creationId="{54C62428-801E-13D6-4A72-707050F57E54}"/>
          </ac:spMkLst>
        </pc:spChg>
        <pc:spChg chg="add mod">
          <ac:chgData name="CLEBERTON MOLICO RODRIGUES" userId="05ca6aa5-1e9a-41e8-a4a8-3e6e080ab2da" providerId="ADAL" clId="{C9AD5126-BE54-45E5-9C40-FF7673C173AE}" dt="2025-01-27T17:05:07.328" v="2242" actId="208"/>
          <ac:spMkLst>
            <pc:docMk/>
            <pc:sldMk cId="2469376359" sldId="939"/>
            <ac:spMk id="19" creationId="{C0A793C4-CCD5-6405-C830-59A659155E01}"/>
          </ac:spMkLst>
        </pc:spChg>
        <pc:spChg chg="mod">
          <ac:chgData name="CLEBERTON MOLICO RODRIGUES" userId="05ca6aa5-1e9a-41e8-a4a8-3e6e080ab2da" providerId="ADAL" clId="{C9AD5126-BE54-45E5-9C40-FF7673C173AE}" dt="2025-01-27T17:01:56.986" v="2224" actId="1076"/>
          <ac:spMkLst>
            <pc:docMk/>
            <pc:sldMk cId="2469376359" sldId="939"/>
            <ac:spMk id="22" creationId="{DB88E423-AA7E-7B35-1ADD-FADD7BED4693}"/>
          </ac:spMkLst>
        </pc:spChg>
        <pc:spChg chg="mod">
          <ac:chgData name="CLEBERTON MOLICO RODRIGUES" userId="05ca6aa5-1e9a-41e8-a4a8-3e6e080ab2da" providerId="ADAL" clId="{C9AD5126-BE54-45E5-9C40-FF7673C173AE}" dt="2025-01-27T12:54:30.076" v="1583" actId="1037"/>
          <ac:spMkLst>
            <pc:docMk/>
            <pc:sldMk cId="2469376359" sldId="939"/>
            <ac:spMk id="26" creationId="{CC668D03-2E5A-38DE-76A8-945E029A764B}"/>
          </ac:spMkLst>
        </pc:spChg>
        <pc:spChg chg="del mod">
          <ac:chgData name="CLEBERTON MOLICO RODRIGUES" userId="05ca6aa5-1e9a-41e8-a4a8-3e6e080ab2da" providerId="ADAL" clId="{C9AD5126-BE54-45E5-9C40-FF7673C173AE}" dt="2025-01-27T17:04:02.513" v="2239" actId="478"/>
          <ac:spMkLst>
            <pc:docMk/>
            <pc:sldMk cId="2469376359" sldId="939"/>
            <ac:spMk id="27" creationId="{22E97BD4-C3CB-26CA-3854-5C01EBC6EA63}"/>
          </ac:spMkLst>
        </pc:spChg>
        <pc:spChg chg="del">
          <ac:chgData name="CLEBERTON MOLICO RODRIGUES" userId="05ca6aa5-1e9a-41e8-a4a8-3e6e080ab2da" providerId="ADAL" clId="{C9AD5126-BE54-45E5-9C40-FF7673C173AE}" dt="2025-01-27T17:04:04.291" v="2240" actId="478"/>
          <ac:spMkLst>
            <pc:docMk/>
            <pc:sldMk cId="2469376359" sldId="939"/>
            <ac:spMk id="28" creationId="{F790059E-DF3E-A791-855B-A099F1992B18}"/>
          </ac:spMkLst>
        </pc:spChg>
        <pc:grpChg chg="mod">
          <ac:chgData name="CLEBERTON MOLICO RODRIGUES" userId="05ca6aa5-1e9a-41e8-a4a8-3e6e080ab2da" providerId="ADAL" clId="{C9AD5126-BE54-45E5-9C40-FF7673C173AE}" dt="2025-01-27T12:43:28.407" v="1031" actId="14100"/>
          <ac:grpSpMkLst>
            <pc:docMk/>
            <pc:sldMk cId="2469376359" sldId="939"/>
            <ac:grpSpMk id="29" creationId="{FC566287-ACED-DD0B-7EC0-95F689A79411}"/>
          </ac:grpSpMkLst>
        </pc:grpChg>
        <pc:cxnChg chg="add mod">
          <ac:chgData name="CLEBERTON MOLICO RODRIGUES" userId="05ca6aa5-1e9a-41e8-a4a8-3e6e080ab2da" providerId="ADAL" clId="{C9AD5126-BE54-45E5-9C40-FF7673C173AE}" dt="2025-01-27T12:44:34.949" v="1154" actId="1038"/>
          <ac:cxnSpMkLst>
            <pc:docMk/>
            <pc:sldMk cId="2469376359" sldId="939"/>
            <ac:cxnSpMk id="2" creationId="{F7A53260-DC1D-920A-B52E-1A7AD6D0C58A}"/>
          </ac:cxnSpMkLst>
        </pc:cxnChg>
        <pc:cxnChg chg="mod">
          <ac:chgData name="CLEBERTON MOLICO RODRIGUES" userId="05ca6aa5-1e9a-41e8-a4a8-3e6e080ab2da" providerId="ADAL" clId="{C9AD5126-BE54-45E5-9C40-FF7673C173AE}" dt="2025-01-27T12:44:28.241" v="1142" actId="1038"/>
          <ac:cxnSpMkLst>
            <pc:docMk/>
            <pc:sldMk cId="2469376359" sldId="939"/>
            <ac:cxnSpMk id="14" creationId="{31216A90-ABAF-9282-C7F8-9ECB89FD2A80}"/>
          </ac:cxnSpMkLst>
        </pc:cxnChg>
        <pc:cxnChg chg="add mod">
          <ac:chgData name="CLEBERTON MOLICO RODRIGUES" userId="05ca6aa5-1e9a-41e8-a4a8-3e6e080ab2da" providerId="ADAL" clId="{C9AD5126-BE54-45E5-9C40-FF7673C173AE}" dt="2025-01-27T17:05:11.017" v="2243" actId="14100"/>
          <ac:cxnSpMkLst>
            <pc:docMk/>
            <pc:sldMk cId="2469376359" sldId="939"/>
            <ac:cxnSpMk id="30" creationId="{22AB6C25-BF13-67C0-E82A-D2F3A9AFA140}"/>
          </ac:cxnSpMkLst>
        </pc:cxnChg>
        <pc:cxnChg chg="add mod">
          <ac:chgData name="CLEBERTON MOLICO RODRIGUES" userId="05ca6aa5-1e9a-41e8-a4a8-3e6e080ab2da" providerId="ADAL" clId="{C9AD5126-BE54-45E5-9C40-FF7673C173AE}" dt="2025-01-27T17:02:57.137" v="2233" actId="14100"/>
          <ac:cxnSpMkLst>
            <pc:docMk/>
            <pc:sldMk cId="2469376359" sldId="939"/>
            <ac:cxnSpMk id="31" creationId="{ABA74AC9-0322-FA23-6262-7AF90B9A4C2A}"/>
          </ac:cxnSpMkLst>
        </pc:cxnChg>
        <pc:cxnChg chg="add mod">
          <ac:chgData name="CLEBERTON MOLICO RODRIGUES" userId="05ca6aa5-1e9a-41e8-a4a8-3e6e080ab2da" providerId="ADAL" clId="{C9AD5126-BE54-45E5-9C40-FF7673C173AE}" dt="2025-01-27T17:03:10.984" v="2235" actId="14100"/>
          <ac:cxnSpMkLst>
            <pc:docMk/>
            <pc:sldMk cId="2469376359" sldId="939"/>
            <ac:cxnSpMk id="34" creationId="{0A540A86-CF6D-96CA-27B9-31C07C970F5E}"/>
          </ac:cxnSpMkLst>
        </pc:cxnChg>
      </pc:sldChg>
      <pc:sldChg chg="addSp delSp modSp add mod">
        <pc:chgData name="CLEBERTON MOLICO RODRIGUES" userId="05ca6aa5-1e9a-41e8-a4a8-3e6e080ab2da" providerId="ADAL" clId="{C9AD5126-BE54-45E5-9C40-FF7673C173AE}" dt="2025-01-30T12:19:25.327" v="3695" actId="20577"/>
        <pc:sldMkLst>
          <pc:docMk/>
          <pc:sldMk cId="1096006831" sldId="940"/>
        </pc:sldMkLst>
        <pc:spChg chg="add del mod">
          <ac:chgData name="CLEBERTON MOLICO RODRIGUES" userId="05ca6aa5-1e9a-41e8-a4a8-3e6e080ab2da" providerId="ADAL" clId="{C9AD5126-BE54-45E5-9C40-FF7673C173AE}" dt="2025-01-27T17:16:04.507" v="2785" actId="478"/>
          <ac:spMkLst>
            <pc:docMk/>
            <pc:sldMk cId="1096006831" sldId="940"/>
            <ac:spMk id="7" creationId="{7DC2A7B3-5C44-3603-971A-F64254DA302A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10" creationId="{C0E4999C-166A-5E08-220F-CFABA0E75B69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11" creationId="{580A2181-BA15-13D0-C1D7-8AEFC7A9F21D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13" creationId="{FB5613A0-C13B-AE4C-F0D2-13E50B719286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15" creationId="{5D38AA70-9025-D136-7783-7E9266708738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16" creationId="{05C9DD79-50DE-A0CE-4E75-328A7B9F11F2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17" creationId="{3C9F3B56-8A63-A5F4-35EE-C84D7774E297}"/>
          </ac:spMkLst>
        </pc:spChg>
        <pc:spChg chg="mod topLvl">
          <ac:chgData name="CLEBERTON MOLICO RODRIGUES" userId="05ca6aa5-1e9a-41e8-a4a8-3e6e080ab2da" providerId="ADAL" clId="{C9AD5126-BE54-45E5-9C40-FF7673C173AE}" dt="2025-01-27T17:11:31.882" v="2620" actId="1076"/>
          <ac:spMkLst>
            <pc:docMk/>
            <pc:sldMk cId="1096006831" sldId="940"/>
            <ac:spMk id="20" creationId="{DC5A17B4-54DD-1A82-1C85-D830F4AA7577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22" creationId="{DB88E423-AA7E-7B35-1ADD-FADD7BED4693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24" creationId="{F72E9E1C-A3D7-63EE-F728-05C27473BB87}"/>
          </ac:spMkLst>
        </pc:spChg>
        <pc:spChg chg="mod topLvl">
          <ac:chgData name="CLEBERTON MOLICO RODRIGUES" userId="05ca6aa5-1e9a-41e8-a4a8-3e6e080ab2da" providerId="ADAL" clId="{C9AD5126-BE54-45E5-9C40-FF7673C173AE}" dt="2025-01-27T17:11:21.279" v="2618" actId="255"/>
          <ac:spMkLst>
            <pc:docMk/>
            <pc:sldMk cId="1096006831" sldId="940"/>
            <ac:spMk id="25" creationId="{77064EEE-D249-04D1-FD64-D9D0957BCEBE}"/>
          </ac:spMkLst>
        </pc:spChg>
        <pc:spChg chg="mod topLvl">
          <ac:chgData name="CLEBERTON MOLICO RODRIGUES" userId="05ca6aa5-1e9a-41e8-a4a8-3e6e080ab2da" providerId="ADAL" clId="{C9AD5126-BE54-45E5-9C40-FF7673C173AE}" dt="2025-01-27T17:13:39.545" v="2699" actId="313"/>
          <ac:spMkLst>
            <pc:docMk/>
            <pc:sldMk cId="1096006831" sldId="940"/>
            <ac:spMk id="26" creationId="{CC668D03-2E5A-38DE-76A8-945E029A764B}"/>
          </ac:spMkLst>
        </pc:spChg>
        <pc:spChg chg="del mod topLvl">
          <ac:chgData name="CLEBERTON MOLICO RODRIGUES" userId="05ca6aa5-1e9a-41e8-a4a8-3e6e080ab2da" providerId="ADAL" clId="{C9AD5126-BE54-45E5-9C40-FF7673C173AE}" dt="2025-01-27T14:42:30.216" v="1669" actId="478"/>
          <ac:spMkLst>
            <pc:docMk/>
            <pc:sldMk cId="1096006831" sldId="940"/>
            <ac:spMk id="27" creationId="{22E97BD4-C3CB-26CA-3854-5C01EBC6EA63}"/>
          </ac:spMkLst>
        </pc:spChg>
        <pc:spChg chg="del mod topLvl">
          <ac:chgData name="CLEBERTON MOLICO RODRIGUES" userId="05ca6aa5-1e9a-41e8-a4a8-3e6e080ab2da" providerId="ADAL" clId="{C9AD5126-BE54-45E5-9C40-FF7673C173AE}" dt="2025-01-27T14:53:04.176" v="1831" actId="478"/>
          <ac:spMkLst>
            <pc:docMk/>
            <pc:sldMk cId="1096006831" sldId="940"/>
            <ac:spMk id="28" creationId="{F790059E-DF3E-A791-855B-A099F1992B18}"/>
          </ac:spMkLst>
        </pc:spChg>
        <pc:spChg chg="del mod">
          <ac:chgData name="CLEBERTON MOLICO RODRIGUES" userId="05ca6aa5-1e9a-41e8-a4a8-3e6e080ab2da" providerId="ADAL" clId="{C9AD5126-BE54-45E5-9C40-FF7673C173AE}" dt="2025-01-27T17:15:06.336" v="2771"/>
          <ac:spMkLst>
            <pc:docMk/>
            <pc:sldMk cId="1096006831" sldId="940"/>
            <ac:spMk id="30" creationId="{0E4C2F29-355F-1E1F-D841-F96A2A220F6B}"/>
          </ac:spMkLst>
        </pc:spChg>
        <pc:spChg chg="mod">
          <ac:chgData name="CLEBERTON MOLICO RODRIGUES" userId="05ca6aa5-1e9a-41e8-a4a8-3e6e080ab2da" providerId="ADAL" clId="{C9AD5126-BE54-45E5-9C40-FF7673C173AE}" dt="2025-01-27T17:23:46.953" v="3333" actId="20577"/>
          <ac:spMkLst>
            <pc:docMk/>
            <pc:sldMk cId="1096006831" sldId="940"/>
            <ac:spMk id="31" creationId="{024013E1-09C6-D30D-3842-34B92DACDA39}"/>
          </ac:spMkLst>
        </pc:spChg>
        <pc:spChg chg="add mod">
          <ac:chgData name="CLEBERTON MOLICO RODRIGUES" userId="05ca6aa5-1e9a-41e8-a4a8-3e6e080ab2da" providerId="ADAL" clId="{C9AD5126-BE54-45E5-9C40-FF7673C173AE}" dt="2025-01-27T17:14:52.406" v="2768" actId="1076"/>
          <ac:spMkLst>
            <pc:docMk/>
            <pc:sldMk cId="1096006831" sldId="940"/>
            <ac:spMk id="32" creationId="{569D7B79-8C9B-18E3-B359-EC387211671F}"/>
          </ac:spMkLst>
        </pc:spChg>
        <pc:spChg chg="add mod">
          <ac:chgData name="CLEBERTON MOLICO RODRIGUES" userId="05ca6aa5-1e9a-41e8-a4a8-3e6e080ab2da" providerId="ADAL" clId="{C9AD5126-BE54-45E5-9C40-FF7673C173AE}" dt="2025-01-27T17:31:26.685" v="3585" actId="207"/>
          <ac:spMkLst>
            <pc:docMk/>
            <pc:sldMk cId="1096006831" sldId="940"/>
            <ac:spMk id="33" creationId="{12B6B748-E733-7B7E-E675-5814461BB032}"/>
          </ac:spMkLst>
        </pc:spChg>
        <pc:spChg chg="add mod">
          <ac:chgData name="CLEBERTON MOLICO RODRIGUES" userId="05ca6aa5-1e9a-41e8-a4a8-3e6e080ab2da" providerId="ADAL" clId="{C9AD5126-BE54-45E5-9C40-FF7673C173AE}" dt="2025-01-27T17:18:20.435" v="2902"/>
          <ac:spMkLst>
            <pc:docMk/>
            <pc:sldMk cId="1096006831" sldId="940"/>
            <ac:spMk id="34" creationId="{C8005315-8480-38D2-A00F-7F7D9F561C5E}"/>
          </ac:spMkLst>
        </pc:spChg>
        <pc:spChg chg="add mod">
          <ac:chgData name="CLEBERTON MOLICO RODRIGUES" userId="05ca6aa5-1e9a-41e8-a4a8-3e6e080ab2da" providerId="ADAL" clId="{C9AD5126-BE54-45E5-9C40-FF7673C173AE}" dt="2025-01-27T17:18:24.309" v="2903"/>
          <ac:spMkLst>
            <pc:docMk/>
            <pc:sldMk cId="1096006831" sldId="940"/>
            <ac:spMk id="35" creationId="{A43ED378-CFBB-0058-43F7-94B2AABDE36B}"/>
          </ac:spMkLst>
        </pc:spChg>
        <pc:spChg chg="add mod">
          <ac:chgData name="CLEBERTON MOLICO RODRIGUES" userId="05ca6aa5-1e9a-41e8-a4a8-3e6e080ab2da" providerId="ADAL" clId="{C9AD5126-BE54-45E5-9C40-FF7673C173AE}" dt="2025-01-27T17:31:19.347" v="3584" actId="207"/>
          <ac:spMkLst>
            <pc:docMk/>
            <pc:sldMk cId="1096006831" sldId="940"/>
            <ac:spMk id="36" creationId="{3270B258-4961-265A-0992-B066303BB0F2}"/>
          </ac:spMkLst>
        </pc:spChg>
        <pc:spChg chg="add mod">
          <ac:chgData name="CLEBERTON MOLICO RODRIGUES" userId="05ca6aa5-1e9a-41e8-a4a8-3e6e080ab2da" providerId="ADAL" clId="{C9AD5126-BE54-45E5-9C40-FF7673C173AE}" dt="2025-01-30T12:19:25.327" v="3695" actId="20577"/>
          <ac:spMkLst>
            <pc:docMk/>
            <pc:sldMk cId="1096006831" sldId="940"/>
            <ac:spMk id="37" creationId="{24002692-1085-F4FC-FB66-427A5922BA65}"/>
          </ac:spMkLst>
        </pc:spChg>
        <pc:spChg chg="add mod">
          <ac:chgData name="CLEBERTON MOLICO RODRIGUES" userId="05ca6aa5-1e9a-41e8-a4a8-3e6e080ab2da" providerId="ADAL" clId="{C9AD5126-BE54-45E5-9C40-FF7673C173AE}" dt="2025-01-27T17:24:02.698" v="3334"/>
          <ac:spMkLst>
            <pc:docMk/>
            <pc:sldMk cId="1096006831" sldId="940"/>
            <ac:spMk id="38" creationId="{951659EB-8900-74B8-05EB-02C909B5E8A0}"/>
          </ac:spMkLst>
        </pc:spChg>
        <pc:spChg chg="add del mod">
          <ac:chgData name="CLEBERTON MOLICO RODRIGUES" userId="05ca6aa5-1e9a-41e8-a4a8-3e6e080ab2da" providerId="ADAL" clId="{C9AD5126-BE54-45E5-9C40-FF7673C173AE}" dt="2025-01-30T12:04:14.502" v="3621" actId="478"/>
          <ac:spMkLst>
            <pc:docMk/>
            <pc:sldMk cId="1096006831" sldId="940"/>
            <ac:spMk id="39" creationId="{631F3418-5FC1-5ADC-86FE-33C2E1B5FC9E}"/>
          </ac:spMkLst>
        </pc:spChg>
        <pc:grpChg chg="add mod">
          <ac:chgData name="CLEBERTON MOLICO RODRIGUES" userId="05ca6aa5-1e9a-41e8-a4a8-3e6e080ab2da" providerId="ADAL" clId="{C9AD5126-BE54-45E5-9C40-FF7673C173AE}" dt="2025-01-27T17:12:08.460" v="2629" actId="1038"/>
          <ac:grpSpMkLst>
            <pc:docMk/>
            <pc:sldMk cId="1096006831" sldId="940"/>
            <ac:grpSpMk id="8" creationId="{D6A5A772-AF23-C722-77C7-C045204369AC}"/>
          </ac:grpSpMkLst>
        </pc:grpChg>
        <pc:grpChg chg="del mod">
          <ac:chgData name="CLEBERTON MOLICO RODRIGUES" userId="05ca6aa5-1e9a-41e8-a4a8-3e6e080ab2da" providerId="ADAL" clId="{C9AD5126-BE54-45E5-9C40-FF7673C173AE}" dt="2025-01-27T14:42:18.374" v="1668" actId="165"/>
          <ac:grpSpMkLst>
            <pc:docMk/>
            <pc:sldMk cId="1096006831" sldId="940"/>
            <ac:grpSpMk id="29" creationId="{FC566287-ACED-DD0B-7EC0-95F689A79411}"/>
          </ac:grpSpMkLst>
        </pc:grpChg>
        <pc:graphicFrameChg chg="add mod modGraphic">
          <ac:chgData name="CLEBERTON MOLICO RODRIGUES" userId="05ca6aa5-1e9a-41e8-a4a8-3e6e080ab2da" providerId="ADAL" clId="{C9AD5126-BE54-45E5-9C40-FF7673C173AE}" dt="2025-01-27T17:34:52.556" v="3620" actId="14734"/>
          <ac:graphicFrameMkLst>
            <pc:docMk/>
            <pc:sldMk cId="1096006831" sldId="940"/>
            <ac:graphicFrameMk id="4" creationId="{F69BF757-30D0-1C9B-C913-DBA690DAC8F5}"/>
          </ac:graphicFrameMkLst>
        </pc:graphicFrameChg>
        <pc:graphicFrameChg chg="add mod modGraphic">
          <ac:chgData name="CLEBERTON MOLICO RODRIGUES" userId="05ca6aa5-1e9a-41e8-a4a8-3e6e080ab2da" providerId="ADAL" clId="{C9AD5126-BE54-45E5-9C40-FF7673C173AE}" dt="2025-01-27T17:20:14.479" v="2947" actId="1076"/>
          <ac:graphicFrameMkLst>
            <pc:docMk/>
            <pc:sldMk cId="1096006831" sldId="940"/>
            <ac:graphicFrameMk id="5" creationId="{5F1DEDBE-5FC5-0C9C-B1A2-6C6B36D46D62}"/>
          </ac:graphicFrameMkLst>
        </pc:graphicFrameChg>
        <pc:cxnChg chg="mod topLvl">
          <ac:chgData name="CLEBERTON MOLICO RODRIGUES" userId="05ca6aa5-1e9a-41e8-a4a8-3e6e080ab2da" providerId="ADAL" clId="{C9AD5126-BE54-45E5-9C40-FF7673C173AE}" dt="2025-01-27T17:11:47.386" v="2621" actId="14100"/>
          <ac:cxnSpMkLst>
            <pc:docMk/>
            <pc:sldMk cId="1096006831" sldId="940"/>
            <ac:cxnSpMk id="3" creationId="{A436428C-5E54-4D1C-5E85-97E79CFBA0D1}"/>
          </ac:cxnSpMkLst>
        </pc:cxnChg>
        <pc:cxnChg chg="mod topLvl">
          <ac:chgData name="CLEBERTON MOLICO RODRIGUES" userId="05ca6aa5-1e9a-41e8-a4a8-3e6e080ab2da" providerId="ADAL" clId="{C9AD5126-BE54-45E5-9C40-FF7673C173AE}" dt="2025-01-27T17:10:57.232" v="2616" actId="164"/>
          <ac:cxnSpMkLst>
            <pc:docMk/>
            <pc:sldMk cId="1096006831" sldId="940"/>
            <ac:cxnSpMk id="6" creationId="{C4DFFFF5-DA5F-A9D3-07C5-8AB620820069}"/>
          </ac:cxnSpMkLst>
        </pc:cxnChg>
        <pc:cxnChg chg="mod topLvl">
          <ac:chgData name="CLEBERTON MOLICO RODRIGUES" userId="05ca6aa5-1e9a-41e8-a4a8-3e6e080ab2da" providerId="ADAL" clId="{C9AD5126-BE54-45E5-9C40-FF7673C173AE}" dt="2025-01-27T17:12:33.564" v="2637" actId="1076"/>
          <ac:cxnSpMkLst>
            <pc:docMk/>
            <pc:sldMk cId="1096006831" sldId="940"/>
            <ac:cxnSpMk id="9" creationId="{EC5853E0-01DF-AF40-88FC-CD2CFCE93E29}"/>
          </ac:cxnSpMkLst>
        </pc:cxnChg>
        <pc:cxnChg chg="mod topLvl">
          <ac:chgData name="CLEBERTON MOLICO RODRIGUES" userId="05ca6aa5-1e9a-41e8-a4a8-3e6e080ab2da" providerId="ADAL" clId="{C9AD5126-BE54-45E5-9C40-FF7673C173AE}" dt="2025-01-27T17:10:57.232" v="2616" actId="164"/>
          <ac:cxnSpMkLst>
            <pc:docMk/>
            <pc:sldMk cId="1096006831" sldId="940"/>
            <ac:cxnSpMk id="12" creationId="{EC177397-9B06-B8CA-AD7F-D34CD1589F80}"/>
          </ac:cxnSpMkLst>
        </pc:cxnChg>
        <pc:cxnChg chg="mod topLvl">
          <ac:chgData name="CLEBERTON MOLICO RODRIGUES" userId="05ca6aa5-1e9a-41e8-a4a8-3e6e080ab2da" providerId="ADAL" clId="{C9AD5126-BE54-45E5-9C40-FF7673C173AE}" dt="2025-01-27T17:10:57.232" v="2616" actId="164"/>
          <ac:cxnSpMkLst>
            <pc:docMk/>
            <pc:sldMk cId="1096006831" sldId="940"/>
            <ac:cxnSpMk id="14" creationId="{31216A90-ABAF-9282-C7F8-9ECB89FD2A80}"/>
          </ac:cxnSpMkLst>
        </pc:cxnChg>
        <pc:cxnChg chg="add mod">
          <ac:chgData name="CLEBERTON MOLICO RODRIGUES" userId="05ca6aa5-1e9a-41e8-a4a8-3e6e080ab2da" providerId="ADAL" clId="{C9AD5126-BE54-45E5-9C40-FF7673C173AE}" dt="2025-01-27T17:13:33.609" v="2698" actId="1076"/>
          <ac:cxnSpMkLst>
            <pc:docMk/>
            <pc:sldMk cId="1096006831" sldId="940"/>
            <ac:cxnSpMk id="19" creationId="{C242F2AC-BA81-3C5C-4B7F-C9B76D171EB1}"/>
          </ac:cxnSpMkLst>
        </pc:cxnChg>
        <pc:cxnChg chg="mod topLvl">
          <ac:chgData name="CLEBERTON MOLICO RODRIGUES" userId="05ca6aa5-1e9a-41e8-a4a8-3e6e080ab2da" providerId="ADAL" clId="{C9AD5126-BE54-45E5-9C40-FF7673C173AE}" dt="2025-01-27T17:12:25.360" v="2636" actId="1035"/>
          <ac:cxnSpMkLst>
            <pc:docMk/>
            <pc:sldMk cId="1096006831" sldId="940"/>
            <ac:cxnSpMk id="23" creationId="{B4A5F771-C490-9A12-BC87-B290AB0E05C3}"/>
          </ac:cxnSpMkLst>
        </pc:cxnChg>
      </pc:sldChg>
      <pc:sldChg chg="add mod modShow">
        <pc:chgData name="CLEBERTON MOLICO RODRIGUES" userId="05ca6aa5-1e9a-41e8-a4a8-3e6e080ab2da" providerId="ADAL" clId="{C9AD5126-BE54-45E5-9C40-FF7673C173AE}" dt="2025-01-27T17:00:34.185" v="2215" actId="729"/>
        <pc:sldMkLst>
          <pc:docMk/>
          <pc:sldMk cId="456335029" sldId="94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99289DC-BCA3-4417-A0A3-6CE00CB980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805F2C-F20E-4C0C-8429-DAAA130FDA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F73A6-99F5-4F89-8544-6BB06C2D42F3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3E1FEB-913A-456F-8820-4182D51375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25DFC4-B8A2-4103-9250-2AB4E4646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74C97-96B8-458A-95C2-D40A3871D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256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A187A-9E05-964C-A4CA-3DBC0BC1C857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29E9A-FD1A-9D40-B596-0E8C8B4E631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05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684071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1368143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2052216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2736287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3420358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4104429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788503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472574" algn="l" defTabSz="6840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98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91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40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 | INST | M1 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36344946-3C5C-7A44-AA9E-A73C900761E9}"/>
              </a:ext>
            </a:extLst>
          </p:cNvPr>
          <p:cNvSpPr/>
          <p:nvPr userDrawn="1"/>
        </p:nvSpPr>
        <p:spPr>
          <a:xfrm>
            <a:off x="-2" y="12768"/>
            <a:ext cx="14581415" cy="9863070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Freeform 5">
            <a:extLst>
              <a:ext uri="{FF2B5EF4-FFF2-40B4-BE49-F238E27FC236}">
                <a16:creationId xmlns:a16="http://schemas.microsoft.com/office/drawing/2014/main" id="{E86095B0-113D-472D-924D-BEDE97DE382E}"/>
              </a:ext>
            </a:extLst>
          </p:cNvPr>
          <p:cNvSpPr>
            <a:spLocks/>
          </p:cNvSpPr>
          <p:nvPr userDrawn="1"/>
        </p:nvSpPr>
        <p:spPr bwMode="auto">
          <a:xfrm>
            <a:off x="-1" y="7572986"/>
            <a:ext cx="2068140" cy="2302826"/>
          </a:xfrm>
          <a:custGeom>
            <a:avLst/>
            <a:gdLst>
              <a:gd name="T0" fmla="*/ 1255 w 1255"/>
              <a:gd name="T1" fmla="*/ 0 h 1377"/>
              <a:gd name="T2" fmla="*/ 0 w 1255"/>
              <a:gd name="T3" fmla="*/ 714 h 1377"/>
              <a:gd name="T4" fmla="*/ 0 w 1255"/>
              <a:gd name="T5" fmla="*/ 1377 h 1377"/>
              <a:gd name="T6" fmla="*/ 1255 w 1255"/>
              <a:gd name="T7" fmla="*/ 687 h 1377"/>
              <a:gd name="T8" fmla="*/ 1255 w 1255"/>
              <a:gd name="T9" fmla="*/ 0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5" h="1377">
                <a:moveTo>
                  <a:pt x="1255" y="0"/>
                </a:moveTo>
                <a:lnTo>
                  <a:pt x="0" y="714"/>
                </a:lnTo>
                <a:lnTo>
                  <a:pt x="0" y="1377"/>
                </a:lnTo>
                <a:lnTo>
                  <a:pt x="1255" y="687"/>
                </a:lnTo>
                <a:lnTo>
                  <a:pt x="1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3" name="Freeform 5">
            <a:extLst>
              <a:ext uri="{FF2B5EF4-FFF2-40B4-BE49-F238E27FC236}">
                <a16:creationId xmlns:a16="http://schemas.microsoft.com/office/drawing/2014/main" id="{5C221612-8293-E246-AA77-21401152CE10}"/>
              </a:ext>
            </a:extLst>
          </p:cNvPr>
          <p:cNvSpPr>
            <a:spLocks/>
          </p:cNvSpPr>
          <p:nvPr userDrawn="1"/>
        </p:nvSpPr>
        <p:spPr bwMode="auto">
          <a:xfrm>
            <a:off x="2860775" y="6429102"/>
            <a:ext cx="5882183" cy="6549674"/>
          </a:xfrm>
          <a:custGeom>
            <a:avLst/>
            <a:gdLst>
              <a:gd name="T0" fmla="*/ 1255 w 1255"/>
              <a:gd name="T1" fmla="*/ 0 h 1377"/>
              <a:gd name="T2" fmla="*/ 0 w 1255"/>
              <a:gd name="T3" fmla="*/ 714 h 1377"/>
              <a:gd name="T4" fmla="*/ 0 w 1255"/>
              <a:gd name="T5" fmla="*/ 1377 h 1377"/>
              <a:gd name="T6" fmla="*/ 1255 w 1255"/>
              <a:gd name="T7" fmla="*/ 687 h 1377"/>
              <a:gd name="T8" fmla="*/ 1255 w 1255"/>
              <a:gd name="T9" fmla="*/ 0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5" h="1377">
                <a:moveTo>
                  <a:pt x="1255" y="0"/>
                </a:moveTo>
                <a:lnTo>
                  <a:pt x="0" y="714"/>
                </a:lnTo>
                <a:lnTo>
                  <a:pt x="0" y="1377"/>
                </a:lnTo>
                <a:lnTo>
                  <a:pt x="1255" y="687"/>
                </a:lnTo>
                <a:lnTo>
                  <a:pt x="1255" y="0"/>
                </a:lnTo>
                <a:close/>
              </a:path>
            </a:pathLst>
          </a:custGeom>
          <a:solidFill>
            <a:schemeClr val="accent2">
              <a:alpha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6E27587E-01A1-40B5-8A20-3A547B17701C}"/>
              </a:ext>
            </a:extLst>
          </p:cNvPr>
          <p:cNvSpPr/>
          <p:nvPr userDrawn="1"/>
        </p:nvSpPr>
        <p:spPr>
          <a:xfrm rot="16200000">
            <a:off x="6382721" y="-1300779"/>
            <a:ext cx="8202670" cy="14150563"/>
          </a:xfrm>
          <a:prstGeom prst="rtTriangle">
            <a:avLst/>
          </a:prstGeom>
          <a:solidFill>
            <a:srgbClr val="CC092F"/>
          </a:solidFill>
          <a:ln>
            <a:noFill/>
          </a:ln>
          <a:effectLst>
            <a:outerShdw blurRad="495300" dist="38100" dir="10800000" sx="104000" sy="104000" algn="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3DE6F4E-2DA8-416D-B424-C45A41FE6F8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84275" y="623862"/>
            <a:ext cx="3273213" cy="5201966"/>
            <a:chOff x="-12" y="3333"/>
            <a:chExt cx="2606" cy="4070"/>
          </a:xfrm>
        </p:grpSpPr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F8156AAC-3FB1-4E3F-A437-F8DBA1E207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" y="357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354895F8-687E-41A8-95D1-8EFA56F83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3688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B52D2CD8-7437-4746-B1A0-FB08E989ED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" y="380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AF1E9562-4C54-4853-A23D-8B44CFDF58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3333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384B377F-4D6E-4F68-8CF5-EB5C193455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7" y="4162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1774B3D7-9AD4-437D-A832-12C0DC9AF8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2" y="3925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D3B518CB-0168-4ACA-AF35-9E5EB2924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9" y="4043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00C08705-4710-46DF-A03B-C087B30324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" y="3451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70A3BD29-ACC0-4E34-858C-5B8C4E883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" y="5934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6C575F51-ACB6-4B06-8F2B-E4EFA279B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" y="5816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5A03B54D-75BC-4281-BF11-52A3E9781A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" y="5579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352386AE-D746-46A2-949B-09B399898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69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B7E84043-D65B-43B0-9A76-B64DD7558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279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30FAEF7A-20EF-4481-AF11-0C3AEAA57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397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D2046D63-9AE8-4E81-8AD2-3C0D08573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105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47CB488C-4DB3-4CC3-81C2-D60AD8E65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342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6CB3C379-9C5C-4822-AA44-F43D289131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514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E1C139B8-1EDD-43EC-8077-ABEF386F87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633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65932491-6CD5-44EC-AE6C-17D1E80279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75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D786E963-DD7B-48BD-A63F-1ED8F51E2B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868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ECE16A1D-7B10-4C9A-82DE-E9D908743C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98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708316FC-BDB4-415F-A2CE-CD4117E601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224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FF5823B2-77D5-4B0D-8CE9-28729742C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46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53" name="Triângulo Retângulo 10">
            <a:extLst>
              <a:ext uri="{FF2B5EF4-FFF2-40B4-BE49-F238E27FC236}">
                <a16:creationId xmlns:a16="http://schemas.microsoft.com/office/drawing/2014/main" id="{4496CF6B-AE10-40D2-88E4-B8B74FCF9AC9}"/>
              </a:ext>
            </a:extLst>
          </p:cNvPr>
          <p:cNvSpPr/>
          <p:nvPr userDrawn="1"/>
        </p:nvSpPr>
        <p:spPr>
          <a:xfrm rot="10094551">
            <a:off x="13846508" y="2006262"/>
            <a:ext cx="4113567" cy="3539839"/>
          </a:xfrm>
          <a:custGeom>
            <a:avLst/>
            <a:gdLst>
              <a:gd name="connsiteX0" fmla="*/ 0 w 3868041"/>
              <a:gd name="connsiteY0" fmla="*/ 4432970 h 4432970"/>
              <a:gd name="connsiteX1" fmla="*/ 0 w 3868041"/>
              <a:gd name="connsiteY1" fmla="*/ 0 h 4432970"/>
              <a:gd name="connsiteX2" fmla="*/ 3868041 w 3868041"/>
              <a:gd name="connsiteY2" fmla="*/ 4432970 h 4432970"/>
              <a:gd name="connsiteX3" fmla="*/ 0 w 3868041"/>
              <a:gd name="connsiteY3" fmla="*/ 4432970 h 4432970"/>
              <a:gd name="connsiteX0" fmla="*/ 0 w 4113567"/>
              <a:gd name="connsiteY0" fmla="*/ 4432970 h 4432970"/>
              <a:gd name="connsiteX1" fmla="*/ 0 w 4113567"/>
              <a:gd name="connsiteY1" fmla="*/ 0 h 4432970"/>
              <a:gd name="connsiteX2" fmla="*/ 4113567 w 4113567"/>
              <a:gd name="connsiteY2" fmla="*/ 3023207 h 4432970"/>
              <a:gd name="connsiteX3" fmla="*/ 0 w 4113567"/>
              <a:gd name="connsiteY3" fmla="*/ 4432970 h 4432970"/>
              <a:gd name="connsiteX0" fmla="*/ 0 w 4113567"/>
              <a:gd name="connsiteY0" fmla="*/ 4020945 h 4020945"/>
              <a:gd name="connsiteX1" fmla="*/ 944034 w 4113567"/>
              <a:gd name="connsiteY1" fmla="*/ 0 h 4020945"/>
              <a:gd name="connsiteX2" fmla="*/ 4113567 w 4113567"/>
              <a:gd name="connsiteY2" fmla="*/ 2611182 h 4020945"/>
              <a:gd name="connsiteX3" fmla="*/ 0 w 4113567"/>
              <a:gd name="connsiteY3" fmla="*/ 4020945 h 4020945"/>
              <a:gd name="connsiteX0" fmla="*/ 0 w 4113567"/>
              <a:gd name="connsiteY0" fmla="*/ 3442311 h 3442311"/>
              <a:gd name="connsiteX1" fmla="*/ 847549 w 4113567"/>
              <a:gd name="connsiteY1" fmla="*/ 0 h 3442311"/>
              <a:gd name="connsiteX2" fmla="*/ 4113567 w 4113567"/>
              <a:gd name="connsiteY2" fmla="*/ 2032548 h 3442311"/>
              <a:gd name="connsiteX3" fmla="*/ 0 w 4113567"/>
              <a:gd name="connsiteY3" fmla="*/ 3442311 h 3442311"/>
              <a:gd name="connsiteX0" fmla="*/ 0 w 4113567"/>
              <a:gd name="connsiteY0" fmla="*/ 3406892 h 3406892"/>
              <a:gd name="connsiteX1" fmla="*/ 672537 w 4113567"/>
              <a:gd name="connsiteY1" fmla="*/ 0 h 3406892"/>
              <a:gd name="connsiteX2" fmla="*/ 4113567 w 4113567"/>
              <a:gd name="connsiteY2" fmla="*/ 1997129 h 3406892"/>
              <a:gd name="connsiteX3" fmla="*/ 0 w 4113567"/>
              <a:gd name="connsiteY3" fmla="*/ 3406892 h 3406892"/>
              <a:gd name="connsiteX0" fmla="*/ 0 w 4113567"/>
              <a:gd name="connsiteY0" fmla="*/ 3539839 h 3539839"/>
              <a:gd name="connsiteX1" fmla="*/ 724156 w 4113567"/>
              <a:gd name="connsiteY1" fmla="*/ 0 h 3539839"/>
              <a:gd name="connsiteX2" fmla="*/ 4113567 w 4113567"/>
              <a:gd name="connsiteY2" fmla="*/ 2130076 h 3539839"/>
              <a:gd name="connsiteX3" fmla="*/ 0 w 4113567"/>
              <a:gd name="connsiteY3" fmla="*/ 3539839 h 353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3567" h="3539839">
                <a:moveTo>
                  <a:pt x="0" y="3539839"/>
                </a:moveTo>
                <a:lnTo>
                  <a:pt x="724156" y="0"/>
                </a:lnTo>
                <a:lnTo>
                  <a:pt x="4113567" y="2130076"/>
                </a:lnTo>
                <a:lnTo>
                  <a:pt x="0" y="3539839"/>
                </a:lnTo>
                <a:close/>
              </a:path>
            </a:pathLst>
          </a:custGeom>
          <a:solidFill>
            <a:srgbClr val="9D1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Triângulo Retângulo 53">
            <a:extLst>
              <a:ext uri="{FF2B5EF4-FFF2-40B4-BE49-F238E27FC236}">
                <a16:creationId xmlns:a16="http://schemas.microsoft.com/office/drawing/2014/main" id="{A13E765C-F6D8-417A-9CA9-4665526D2DF6}"/>
              </a:ext>
            </a:extLst>
          </p:cNvPr>
          <p:cNvSpPr/>
          <p:nvPr userDrawn="1"/>
        </p:nvSpPr>
        <p:spPr>
          <a:xfrm rot="10800000">
            <a:off x="8362617" y="1"/>
            <a:ext cx="9196721" cy="5226346"/>
          </a:xfrm>
          <a:prstGeom prst="rtTriangle">
            <a:avLst/>
          </a:prstGeom>
          <a:gradFill flip="none" rotWithShape="1">
            <a:gsLst>
              <a:gs pos="0">
                <a:srgbClr val="CC092F"/>
              </a:gs>
              <a:gs pos="40000">
                <a:srgbClr val="CC092F"/>
              </a:gs>
              <a:gs pos="65000">
                <a:srgbClr val="CC092F"/>
              </a:gs>
              <a:gs pos="90000">
                <a:schemeClr val="accent2"/>
              </a:gs>
            </a:gsLst>
            <a:lin ang="13800000" scaled="0"/>
            <a:tileRect/>
          </a:gradFill>
          <a:ln>
            <a:noFill/>
          </a:ln>
          <a:effectLst>
            <a:outerShdw blurRad="381000" dist="38100" dir="8100000" sx="107000" sy="107000" algn="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6" name="Imagem 55">
            <a:extLst>
              <a:ext uri="{FF2B5EF4-FFF2-40B4-BE49-F238E27FC236}">
                <a16:creationId xmlns:a16="http://schemas.microsoft.com/office/drawing/2014/main" id="{C103107A-6CA8-CE45-840B-3394C3654A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437" y="8244974"/>
            <a:ext cx="3769679" cy="1223132"/>
          </a:xfrm>
          <a:prstGeom prst="rect">
            <a:avLst/>
          </a:prstGeom>
        </p:spPr>
      </p:pic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E2A19EB4-3BB0-4594-A588-0BCCF886C1F5}"/>
              </a:ext>
            </a:extLst>
          </p:cNvPr>
          <p:cNvCxnSpPr>
            <a:cxnSpLocks/>
          </p:cNvCxnSpPr>
          <p:nvPr userDrawn="1"/>
        </p:nvCxnSpPr>
        <p:spPr>
          <a:xfrm flipH="1">
            <a:off x="5667891" y="-1334415"/>
            <a:ext cx="5593344" cy="32342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2A19EB4-3BB0-4594-A588-0BCCF886C1F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18582" y="-38862"/>
            <a:ext cx="5593344" cy="32342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32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 | INST | M1 SUB 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E0443988-D76D-C74C-A302-6B9FD90B3674}"/>
              </a:ext>
            </a:extLst>
          </p:cNvPr>
          <p:cNvSpPr/>
          <p:nvPr userDrawn="1"/>
        </p:nvSpPr>
        <p:spPr>
          <a:xfrm rot="10800000">
            <a:off x="5063066" y="-8062"/>
            <a:ext cx="12496270" cy="9883900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riângulo Retângulo 34">
            <a:extLst>
              <a:ext uri="{FF2B5EF4-FFF2-40B4-BE49-F238E27FC236}">
                <a16:creationId xmlns:a16="http://schemas.microsoft.com/office/drawing/2014/main" id="{31EBF8B1-16F3-6144-B8BE-3F5E7120C95E}"/>
              </a:ext>
            </a:extLst>
          </p:cNvPr>
          <p:cNvSpPr/>
          <p:nvPr userDrawn="1"/>
        </p:nvSpPr>
        <p:spPr>
          <a:xfrm rot="16200000" flipH="1" flipV="1">
            <a:off x="2972106" y="-2972616"/>
            <a:ext cx="8202670" cy="14150563"/>
          </a:xfrm>
          <a:prstGeom prst="rtTriangle">
            <a:avLst/>
          </a:prstGeom>
          <a:gradFill>
            <a:gsLst>
              <a:gs pos="65000">
                <a:schemeClr val="accent1"/>
              </a:gs>
              <a:gs pos="40000">
                <a:schemeClr val="accent1"/>
              </a:gs>
              <a:gs pos="0">
                <a:schemeClr val="accent1"/>
              </a:gs>
              <a:gs pos="90000">
                <a:srgbClr val="B81570"/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riângulo Retângulo 10">
            <a:extLst>
              <a:ext uri="{FF2B5EF4-FFF2-40B4-BE49-F238E27FC236}">
                <a16:creationId xmlns:a16="http://schemas.microsoft.com/office/drawing/2014/main" id="{226CF5F1-548C-FA40-AE2A-1EC382FA43F2}"/>
              </a:ext>
            </a:extLst>
          </p:cNvPr>
          <p:cNvSpPr/>
          <p:nvPr userDrawn="1"/>
        </p:nvSpPr>
        <p:spPr>
          <a:xfrm rot="11505449" flipH="1">
            <a:off x="-383339" y="1953560"/>
            <a:ext cx="4113567" cy="3539839"/>
          </a:xfrm>
          <a:custGeom>
            <a:avLst/>
            <a:gdLst>
              <a:gd name="connsiteX0" fmla="*/ 0 w 3868041"/>
              <a:gd name="connsiteY0" fmla="*/ 4432970 h 4432970"/>
              <a:gd name="connsiteX1" fmla="*/ 0 w 3868041"/>
              <a:gd name="connsiteY1" fmla="*/ 0 h 4432970"/>
              <a:gd name="connsiteX2" fmla="*/ 3868041 w 3868041"/>
              <a:gd name="connsiteY2" fmla="*/ 4432970 h 4432970"/>
              <a:gd name="connsiteX3" fmla="*/ 0 w 3868041"/>
              <a:gd name="connsiteY3" fmla="*/ 4432970 h 4432970"/>
              <a:gd name="connsiteX0" fmla="*/ 0 w 4113567"/>
              <a:gd name="connsiteY0" fmla="*/ 4432970 h 4432970"/>
              <a:gd name="connsiteX1" fmla="*/ 0 w 4113567"/>
              <a:gd name="connsiteY1" fmla="*/ 0 h 4432970"/>
              <a:gd name="connsiteX2" fmla="*/ 4113567 w 4113567"/>
              <a:gd name="connsiteY2" fmla="*/ 3023207 h 4432970"/>
              <a:gd name="connsiteX3" fmla="*/ 0 w 4113567"/>
              <a:gd name="connsiteY3" fmla="*/ 4432970 h 4432970"/>
              <a:gd name="connsiteX0" fmla="*/ 0 w 4113567"/>
              <a:gd name="connsiteY0" fmla="*/ 4020945 h 4020945"/>
              <a:gd name="connsiteX1" fmla="*/ 944034 w 4113567"/>
              <a:gd name="connsiteY1" fmla="*/ 0 h 4020945"/>
              <a:gd name="connsiteX2" fmla="*/ 4113567 w 4113567"/>
              <a:gd name="connsiteY2" fmla="*/ 2611182 h 4020945"/>
              <a:gd name="connsiteX3" fmla="*/ 0 w 4113567"/>
              <a:gd name="connsiteY3" fmla="*/ 4020945 h 4020945"/>
              <a:gd name="connsiteX0" fmla="*/ 0 w 4113567"/>
              <a:gd name="connsiteY0" fmla="*/ 3442311 h 3442311"/>
              <a:gd name="connsiteX1" fmla="*/ 847549 w 4113567"/>
              <a:gd name="connsiteY1" fmla="*/ 0 h 3442311"/>
              <a:gd name="connsiteX2" fmla="*/ 4113567 w 4113567"/>
              <a:gd name="connsiteY2" fmla="*/ 2032548 h 3442311"/>
              <a:gd name="connsiteX3" fmla="*/ 0 w 4113567"/>
              <a:gd name="connsiteY3" fmla="*/ 3442311 h 3442311"/>
              <a:gd name="connsiteX0" fmla="*/ 0 w 4113567"/>
              <a:gd name="connsiteY0" fmla="*/ 3406892 h 3406892"/>
              <a:gd name="connsiteX1" fmla="*/ 672537 w 4113567"/>
              <a:gd name="connsiteY1" fmla="*/ 0 h 3406892"/>
              <a:gd name="connsiteX2" fmla="*/ 4113567 w 4113567"/>
              <a:gd name="connsiteY2" fmla="*/ 1997129 h 3406892"/>
              <a:gd name="connsiteX3" fmla="*/ 0 w 4113567"/>
              <a:gd name="connsiteY3" fmla="*/ 3406892 h 3406892"/>
              <a:gd name="connsiteX0" fmla="*/ 0 w 4113567"/>
              <a:gd name="connsiteY0" fmla="*/ 3539839 h 3539839"/>
              <a:gd name="connsiteX1" fmla="*/ 724156 w 4113567"/>
              <a:gd name="connsiteY1" fmla="*/ 0 h 3539839"/>
              <a:gd name="connsiteX2" fmla="*/ 4113567 w 4113567"/>
              <a:gd name="connsiteY2" fmla="*/ 2130076 h 3539839"/>
              <a:gd name="connsiteX3" fmla="*/ 0 w 4113567"/>
              <a:gd name="connsiteY3" fmla="*/ 3539839 h 353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3567" h="3539839">
                <a:moveTo>
                  <a:pt x="0" y="3539839"/>
                </a:moveTo>
                <a:lnTo>
                  <a:pt x="724156" y="0"/>
                </a:lnTo>
                <a:lnTo>
                  <a:pt x="4113567" y="2130076"/>
                </a:lnTo>
                <a:lnTo>
                  <a:pt x="0" y="3539839"/>
                </a:lnTo>
                <a:close/>
              </a:path>
            </a:pathLst>
          </a:custGeom>
          <a:solidFill>
            <a:srgbClr val="B81570">
              <a:alpha val="6400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Triângulo Retângulo 36">
            <a:extLst>
              <a:ext uri="{FF2B5EF4-FFF2-40B4-BE49-F238E27FC236}">
                <a16:creationId xmlns:a16="http://schemas.microsoft.com/office/drawing/2014/main" id="{B0566057-DB29-9740-B525-0B80C40F5D39}"/>
              </a:ext>
            </a:extLst>
          </p:cNvPr>
          <p:cNvSpPr/>
          <p:nvPr userDrawn="1"/>
        </p:nvSpPr>
        <p:spPr>
          <a:xfrm rot="10800000" flipH="1" flipV="1">
            <a:off x="-1841" y="2281655"/>
            <a:ext cx="13317174" cy="7567932"/>
          </a:xfrm>
          <a:prstGeom prst="rtTriangle">
            <a:avLst/>
          </a:prstGeom>
          <a:gradFill>
            <a:gsLst>
              <a:gs pos="0">
                <a:schemeClr val="accent1"/>
              </a:gs>
              <a:gs pos="90000">
                <a:schemeClr val="accent2"/>
              </a:gs>
              <a:gs pos="40000">
                <a:schemeClr val="accent1"/>
              </a:gs>
              <a:gs pos="65000">
                <a:schemeClr val="accent1"/>
              </a:gs>
            </a:gsLst>
            <a:lin ang="7200000" scaled="0"/>
          </a:gradFill>
          <a:ln>
            <a:noFill/>
          </a:ln>
          <a:effectLst>
            <a:outerShdw blurRad="533400" dist="38100" sx="109000" sy="109000" algn="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C013BA4B-AF4B-B849-A26B-6B32F3875B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437" y="8244974"/>
            <a:ext cx="3769679" cy="1223132"/>
          </a:xfrm>
          <a:prstGeom prst="rect">
            <a:avLst/>
          </a:prstGeom>
        </p:spPr>
      </p:pic>
      <p:sp>
        <p:nvSpPr>
          <p:cNvPr id="39" name="Freeform 5">
            <a:extLst>
              <a:ext uri="{FF2B5EF4-FFF2-40B4-BE49-F238E27FC236}">
                <a16:creationId xmlns:a16="http://schemas.microsoft.com/office/drawing/2014/main" id="{A5F6291F-4B69-B249-A199-522F8AFFB0A6}"/>
              </a:ext>
            </a:extLst>
          </p:cNvPr>
          <p:cNvSpPr>
            <a:spLocks/>
          </p:cNvSpPr>
          <p:nvPr userDrawn="1"/>
        </p:nvSpPr>
        <p:spPr bwMode="auto">
          <a:xfrm>
            <a:off x="15517098" y="0"/>
            <a:ext cx="2068140" cy="2302826"/>
          </a:xfrm>
          <a:custGeom>
            <a:avLst/>
            <a:gdLst>
              <a:gd name="T0" fmla="*/ 1255 w 1255"/>
              <a:gd name="T1" fmla="*/ 0 h 1377"/>
              <a:gd name="T2" fmla="*/ 0 w 1255"/>
              <a:gd name="T3" fmla="*/ 714 h 1377"/>
              <a:gd name="T4" fmla="*/ 0 w 1255"/>
              <a:gd name="T5" fmla="*/ 1377 h 1377"/>
              <a:gd name="T6" fmla="*/ 1255 w 1255"/>
              <a:gd name="T7" fmla="*/ 687 h 1377"/>
              <a:gd name="T8" fmla="*/ 1255 w 1255"/>
              <a:gd name="T9" fmla="*/ 0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5" h="1377">
                <a:moveTo>
                  <a:pt x="1255" y="0"/>
                </a:moveTo>
                <a:lnTo>
                  <a:pt x="0" y="714"/>
                </a:lnTo>
                <a:lnTo>
                  <a:pt x="0" y="1377"/>
                </a:lnTo>
                <a:lnTo>
                  <a:pt x="1255" y="687"/>
                </a:lnTo>
                <a:lnTo>
                  <a:pt x="1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cxnSp>
        <p:nvCxnSpPr>
          <p:cNvPr id="40" name="Conector reto 54">
            <a:extLst>
              <a:ext uri="{FF2B5EF4-FFF2-40B4-BE49-F238E27FC236}">
                <a16:creationId xmlns:a16="http://schemas.microsoft.com/office/drawing/2014/main" id="{BBCAB7EC-17D0-3B42-8F20-9D3857D3A18B}"/>
              </a:ext>
            </a:extLst>
          </p:cNvPr>
          <p:cNvCxnSpPr>
            <a:cxnSpLocks/>
          </p:cNvCxnSpPr>
          <p:nvPr userDrawn="1"/>
        </p:nvCxnSpPr>
        <p:spPr>
          <a:xfrm flipH="1">
            <a:off x="11255733" y="-1307982"/>
            <a:ext cx="5593344" cy="32342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55">
            <a:extLst>
              <a:ext uri="{FF2B5EF4-FFF2-40B4-BE49-F238E27FC236}">
                <a16:creationId xmlns:a16="http://schemas.microsoft.com/office/drawing/2014/main" id="{86C22EE3-A8F2-0040-9D4E-5074FEC2CD77}"/>
              </a:ext>
            </a:extLst>
          </p:cNvPr>
          <p:cNvCxnSpPr>
            <a:cxnSpLocks/>
          </p:cNvCxnSpPr>
          <p:nvPr userDrawn="1"/>
        </p:nvCxnSpPr>
        <p:spPr>
          <a:xfrm flipH="1">
            <a:off x="9846054" y="-738831"/>
            <a:ext cx="5593344" cy="32342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8">
            <a:extLst>
              <a:ext uri="{FF2B5EF4-FFF2-40B4-BE49-F238E27FC236}">
                <a16:creationId xmlns:a16="http://schemas.microsoft.com/office/drawing/2014/main" id="{9ABC92F8-89AE-124B-A97D-60E6E80EE04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716465" y="4937919"/>
            <a:ext cx="2714275" cy="4313672"/>
            <a:chOff x="-12" y="3333"/>
            <a:chExt cx="2606" cy="4070"/>
          </a:xfrm>
        </p:grpSpPr>
        <p:sp>
          <p:nvSpPr>
            <p:cNvPr id="43" name="Line 29">
              <a:extLst>
                <a:ext uri="{FF2B5EF4-FFF2-40B4-BE49-F238E27FC236}">
                  <a16:creationId xmlns:a16="http://schemas.microsoft.com/office/drawing/2014/main" id="{67DC2A0C-5C3F-2C40-B003-90FECC4171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" y="357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4" name="Line 30">
              <a:extLst>
                <a:ext uri="{FF2B5EF4-FFF2-40B4-BE49-F238E27FC236}">
                  <a16:creationId xmlns:a16="http://schemas.microsoft.com/office/drawing/2014/main" id="{BB20E1CD-6696-D144-9EED-673D49CD1A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3688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5" name="Line 31">
              <a:extLst>
                <a:ext uri="{FF2B5EF4-FFF2-40B4-BE49-F238E27FC236}">
                  <a16:creationId xmlns:a16="http://schemas.microsoft.com/office/drawing/2014/main" id="{5E319C3E-F1DC-7A4E-B160-91339001D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" y="380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6" name="Line 32">
              <a:extLst>
                <a:ext uri="{FF2B5EF4-FFF2-40B4-BE49-F238E27FC236}">
                  <a16:creationId xmlns:a16="http://schemas.microsoft.com/office/drawing/2014/main" id="{F7ED6E84-E912-3140-A038-02F210045A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3333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7" name="Line 33">
              <a:extLst>
                <a:ext uri="{FF2B5EF4-FFF2-40B4-BE49-F238E27FC236}">
                  <a16:creationId xmlns:a16="http://schemas.microsoft.com/office/drawing/2014/main" id="{45330161-6917-F243-BC1D-C82229E49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7" y="4162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8" name="Line 34">
              <a:extLst>
                <a:ext uri="{FF2B5EF4-FFF2-40B4-BE49-F238E27FC236}">
                  <a16:creationId xmlns:a16="http://schemas.microsoft.com/office/drawing/2014/main" id="{3011B5CD-0F6D-8145-82A2-BC06DDA96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2" y="3925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49" name="Line 35">
              <a:extLst>
                <a:ext uri="{FF2B5EF4-FFF2-40B4-BE49-F238E27FC236}">
                  <a16:creationId xmlns:a16="http://schemas.microsoft.com/office/drawing/2014/main" id="{D148D094-1D68-F84C-98D9-1706E23D1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9" y="4043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50" name="Line 36">
              <a:extLst>
                <a:ext uri="{FF2B5EF4-FFF2-40B4-BE49-F238E27FC236}">
                  <a16:creationId xmlns:a16="http://schemas.microsoft.com/office/drawing/2014/main" id="{E49B335C-04FF-5746-BADD-E50B4D4651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" y="3451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51" name="Line 37">
              <a:extLst>
                <a:ext uri="{FF2B5EF4-FFF2-40B4-BE49-F238E27FC236}">
                  <a16:creationId xmlns:a16="http://schemas.microsoft.com/office/drawing/2014/main" id="{71EC37DF-C975-1747-BC2D-193750472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" y="5934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2" name="Line 38">
              <a:extLst>
                <a:ext uri="{FF2B5EF4-FFF2-40B4-BE49-F238E27FC236}">
                  <a16:creationId xmlns:a16="http://schemas.microsoft.com/office/drawing/2014/main" id="{01F4B6DC-D76E-FB40-A556-A2C877473E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" y="5816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82" name="Line 39">
              <a:extLst>
                <a:ext uri="{FF2B5EF4-FFF2-40B4-BE49-F238E27FC236}">
                  <a16:creationId xmlns:a16="http://schemas.microsoft.com/office/drawing/2014/main" id="{DA4B6E76-7B30-164E-88C7-0C7ABA475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" y="5579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83" name="Line 40">
              <a:extLst>
                <a:ext uri="{FF2B5EF4-FFF2-40B4-BE49-F238E27FC236}">
                  <a16:creationId xmlns:a16="http://schemas.microsoft.com/office/drawing/2014/main" id="{39EE7D36-305F-C944-85A9-6F4D401510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69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84" name="Line 41">
              <a:extLst>
                <a:ext uri="{FF2B5EF4-FFF2-40B4-BE49-F238E27FC236}">
                  <a16:creationId xmlns:a16="http://schemas.microsoft.com/office/drawing/2014/main" id="{2D6B1DEC-53D4-3C42-BB2B-DA4F6CEEE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279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/>
            </a:p>
          </p:txBody>
        </p:sp>
        <p:sp>
          <p:nvSpPr>
            <p:cNvPr id="85" name="Line 42">
              <a:extLst>
                <a:ext uri="{FF2B5EF4-FFF2-40B4-BE49-F238E27FC236}">
                  <a16:creationId xmlns:a16="http://schemas.microsoft.com/office/drawing/2014/main" id="{3067EB84-3C88-F045-923B-613538DC3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397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6" name="Line 43">
              <a:extLst>
                <a:ext uri="{FF2B5EF4-FFF2-40B4-BE49-F238E27FC236}">
                  <a16:creationId xmlns:a16="http://schemas.microsoft.com/office/drawing/2014/main" id="{5327AC89-851E-CE4C-88F1-E14D2518C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105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7" name="Line 44">
              <a:extLst>
                <a:ext uri="{FF2B5EF4-FFF2-40B4-BE49-F238E27FC236}">
                  <a16:creationId xmlns:a16="http://schemas.microsoft.com/office/drawing/2014/main" id="{BC94CCC9-C758-FD48-B3AA-C32000433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342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8" name="Line 45">
              <a:extLst>
                <a:ext uri="{FF2B5EF4-FFF2-40B4-BE49-F238E27FC236}">
                  <a16:creationId xmlns:a16="http://schemas.microsoft.com/office/drawing/2014/main" id="{F20C6608-C8C4-0D43-BA00-7B92825735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514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9" name="Line 46">
              <a:extLst>
                <a:ext uri="{FF2B5EF4-FFF2-40B4-BE49-F238E27FC236}">
                  <a16:creationId xmlns:a16="http://schemas.microsoft.com/office/drawing/2014/main" id="{B66E3A58-DE8C-1D45-B388-B3CECD8F3B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633"/>
              <a:ext cx="2581" cy="1469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0" name="Line 47">
              <a:extLst>
                <a:ext uri="{FF2B5EF4-FFF2-40B4-BE49-F238E27FC236}">
                  <a16:creationId xmlns:a16="http://schemas.microsoft.com/office/drawing/2014/main" id="{6132EF4C-3EAE-1748-9C3A-886870119B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75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1" name="Line 48">
              <a:extLst>
                <a:ext uri="{FF2B5EF4-FFF2-40B4-BE49-F238E27FC236}">
                  <a16:creationId xmlns:a16="http://schemas.microsoft.com/office/drawing/2014/main" id="{F25D126C-A3EC-B848-A333-4BC2F5023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868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2" name="Line 49">
              <a:extLst>
                <a:ext uri="{FF2B5EF4-FFF2-40B4-BE49-F238E27FC236}">
                  <a16:creationId xmlns:a16="http://schemas.microsoft.com/office/drawing/2014/main" id="{0A592D9B-2D16-FA4B-895E-5EC6FF99E6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4987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3" name="Line 50">
              <a:extLst>
                <a:ext uri="{FF2B5EF4-FFF2-40B4-BE49-F238E27FC236}">
                  <a16:creationId xmlns:a16="http://schemas.microsoft.com/office/drawing/2014/main" id="{FFEA977D-EC34-E34E-943F-0559402B17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224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4" name="Line 51">
              <a:extLst>
                <a:ext uri="{FF2B5EF4-FFF2-40B4-BE49-F238E27FC236}">
                  <a16:creationId xmlns:a16="http://schemas.microsoft.com/office/drawing/2014/main" id="{D2D2FE80-97A4-014A-B286-8CB5E3298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" y="5460"/>
              <a:ext cx="2581" cy="1470"/>
            </a:xfrm>
            <a:prstGeom prst="line">
              <a:avLst/>
            </a:prstGeom>
            <a:noFill/>
            <a:ln w="22225" cap="flat">
              <a:solidFill>
                <a:schemeClr val="bg1">
                  <a:alpha val="5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53058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 | INST | M1 TEM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248EAB0-840E-504E-AE78-BE87B9C9527F}"/>
              </a:ext>
            </a:extLst>
          </p:cNvPr>
          <p:cNvSpPr/>
          <p:nvPr userDrawn="1"/>
        </p:nvSpPr>
        <p:spPr>
          <a:xfrm rot="10800000">
            <a:off x="-2" y="0"/>
            <a:ext cx="17559340" cy="1246910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D5660D9-3346-4337-A3B4-74E7625F9979}"/>
              </a:ext>
            </a:extLst>
          </p:cNvPr>
          <p:cNvCxnSpPr>
            <a:cxnSpLocks/>
          </p:cNvCxnSpPr>
          <p:nvPr userDrawn="1"/>
        </p:nvCxnSpPr>
        <p:spPr>
          <a:xfrm flipV="1">
            <a:off x="-35170" y="327412"/>
            <a:ext cx="1299600" cy="9468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82AC81B2-2FE1-4408-BA7F-A4DFF6B5C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9624" y="252413"/>
            <a:ext cx="2267621" cy="735764"/>
          </a:xfrm>
          <a:prstGeom prst="rect">
            <a:avLst/>
          </a:prstGeom>
        </p:spPr>
      </p:pic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A9EF8BA8-BB71-40E9-BE51-B32E81019447}"/>
              </a:ext>
            </a:extLst>
          </p:cNvPr>
          <p:cNvSpPr/>
          <p:nvPr userDrawn="1"/>
        </p:nvSpPr>
        <p:spPr>
          <a:xfrm rot="16200000">
            <a:off x="16263609" y="8580107"/>
            <a:ext cx="1093308" cy="1498154"/>
          </a:xfrm>
          <a:prstGeom prst="rtTriangle">
            <a:avLst/>
          </a:prstGeom>
          <a:gradFill>
            <a:gsLst>
              <a:gs pos="80000">
                <a:srgbClr val="BE175A"/>
              </a:gs>
              <a:gs pos="99000">
                <a:srgbClr val="B81570"/>
              </a:gs>
              <a:gs pos="40000">
                <a:srgbClr val="CC092F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17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 | INST | M1 TEM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BEC7F82-0C7E-E941-8899-9F98A0FB6ABF}"/>
              </a:ext>
            </a:extLst>
          </p:cNvPr>
          <p:cNvSpPr/>
          <p:nvPr userDrawn="1"/>
        </p:nvSpPr>
        <p:spPr>
          <a:xfrm>
            <a:off x="-2" y="0"/>
            <a:ext cx="17559340" cy="9875838"/>
          </a:xfrm>
          <a:prstGeom prst="rect">
            <a:avLst/>
          </a:prstGeom>
          <a:gradFill>
            <a:gsLst>
              <a:gs pos="65000">
                <a:srgbClr val="CC092F"/>
              </a:gs>
              <a:gs pos="40000">
                <a:srgbClr val="CC092F"/>
              </a:gs>
              <a:gs pos="0">
                <a:srgbClr val="CC092F"/>
              </a:gs>
              <a:gs pos="90000">
                <a:srgbClr val="B8157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DCEA7B28-2A44-493F-9D62-564CA196DF30}"/>
              </a:ext>
            </a:extLst>
          </p:cNvPr>
          <p:cNvSpPr/>
          <p:nvPr userDrawn="1"/>
        </p:nvSpPr>
        <p:spPr>
          <a:xfrm rot="16200000">
            <a:off x="16263609" y="8580107"/>
            <a:ext cx="1093308" cy="149815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D8A1D7-06CD-47AC-A009-9EE2EF0830F7}"/>
              </a:ext>
            </a:extLst>
          </p:cNvPr>
          <p:cNvSpPr/>
          <p:nvPr userDrawn="1"/>
        </p:nvSpPr>
        <p:spPr>
          <a:xfrm flipH="1">
            <a:off x="0" y="0"/>
            <a:ext cx="17559338" cy="1246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D5660D9-3346-4337-A3B4-74E7625F9979}"/>
              </a:ext>
            </a:extLst>
          </p:cNvPr>
          <p:cNvCxnSpPr>
            <a:cxnSpLocks/>
          </p:cNvCxnSpPr>
          <p:nvPr userDrawn="1"/>
        </p:nvCxnSpPr>
        <p:spPr>
          <a:xfrm flipV="1">
            <a:off x="-35170" y="327412"/>
            <a:ext cx="1299600" cy="946800"/>
          </a:xfrm>
          <a:prstGeom prst="line">
            <a:avLst/>
          </a:prstGeom>
          <a:ln w="25400">
            <a:solidFill>
              <a:srgbClr val="C10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7EAD4D75-08F5-D34C-8975-B0C6B4BF69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707" y="248762"/>
            <a:ext cx="2303069" cy="74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9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63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7" r:id="rId2"/>
    <p:sldLayoutId id="2147483678" r:id="rId3"/>
    <p:sldLayoutId id="214748367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tângulo 63" hidden="1"/>
          <p:cNvSpPr/>
          <p:nvPr/>
        </p:nvSpPr>
        <p:spPr>
          <a:xfrm>
            <a:off x="17073562" y="9397206"/>
            <a:ext cx="485777" cy="4786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4777F401-A3BD-4171-AC3E-0964B92ABE0E}"/>
              </a:ext>
            </a:extLst>
          </p:cNvPr>
          <p:cNvSpPr txBox="1"/>
          <p:nvPr/>
        </p:nvSpPr>
        <p:spPr>
          <a:xfrm>
            <a:off x="4999863" y="3010355"/>
            <a:ext cx="112930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chemeClr val="bg1"/>
                </a:solidFill>
                <a:latin typeface="Bradesco Sans" panose="00000500000000000000" pitchFamily="2" charset="0"/>
              </a:rPr>
              <a:t>Evento Quitação com uso do FGTS</a:t>
            </a:r>
          </a:p>
        </p:txBody>
      </p:sp>
    </p:spTree>
    <p:extLst>
      <p:ext uri="{BB962C8B-B14F-4D97-AF65-F5344CB8AC3E}">
        <p14:creationId xmlns:p14="http://schemas.microsoft.com/office/powerpoint/2010/main" val="233622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C381F8F-2EE5-43FF-9028-810A8F153A4C}"/>
              </a:ext>
            </a:extLst>
          </p:cNvPr>
          <p:cNvGrpSpPr/>
          <p:nvPr/>
        </p:nvGrpSpPr>
        <p:grpSpPr>
          <a:xfrm>
            <a:off x="2618509" y="3658824"/>
            <a:ext cx="14447377" cy="2511932"/>
            <a:chOff x="-3246926" y="3408251"/>
            <a:chExt cx="14447377" cy="2511932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777F401-A3BD-4171-AC3E-0964B92ABE0E}"/>
                </a:ext>
              </a:extLst>
            </p:cNvPr>
            <p:cNvSpPr txBox="1"/>
            <p:nvPr/>
          </p:nvSpPr>
          <p:spPr>
            <a:xfrm>
              <a:off x="-3246926" y="3408251"/>
              <a:ext cx="144473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6000" b="1" dirty="0">
                  <a:solidFill>
                    <a:schemeClr val="bg1"/>
                  </a:solidFill>
                  <a:latin typeface="Bradesco Sans" panose="00000500000000000000" pitchFamily="2" charset="0"/>
                </a:rPr>
                <a:t>Ocorrência quitação com uso FGTS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F2EC9A3-6201-448B-8DFB-BC64FFBD83BB}"/>
                </a:ext>
              </a:extLst>
            </p:cNvPr>
            <p:cNvSpPr txBox="1"/>
            <p:nvPr/>
          </p:nvSpPr>
          <p:spPr>
            <a:xfrm>
              <a:off x="3403256" y="4830654"/>
              <a:ext cx="7797195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lang="pt-BR" sz="7200" b="1" dirty="0">
                  <a:solidFill>
                    <a:schemeClr val="bg1"/>
                  </a:solidFill>
                  <a:latin typeface="Bradesco Sans" panose="00000500000000000000" pitchFamily="2" charset="0"/>
                </a:rPr>
                <a:t>Estudo de Fluxo</a:t>
              </a:r>
            </a:p>
          </p:txBody>
        </p:sp>
      </p:grpSp>
      <p:sp>
        <p:nvSpPr>
          <p:cNvPr id="64" name="Retângulo 63" hidden="1"/>
          <p:cNvSpPr/>
          <p:nvPr/>
        </p:nvSpPr>
        <p:spPr>
          <a:xfrm>
            <a:off x="17073562" y="9397206"/>
            <a:ext cx="485777" cy="4786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00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>
            <a:extLst>
              <a:ext uri="{FF2B5EF4-FFF2-40B4-BE49-F238E27FC236}">
                <a16:creationId xmlns:a16="http://schemas.microsoft.com/office/drawing/2014/main" id="{96416730-0337-49F4-9C0F-4EBD818910CF}"/>
              </a:ext>
            </a:extLst>
          </p:cNvPr>
          <p:cNvSpPr txBox="1"/>
          <p:nvPr/>
        </p:nvSpPr>
        <p:spPr>
          <a:xfrm>
            <a:off x="12237321" y="286597"/>
            <a:ext cx="221008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pt-BR" sz="1800" dirty="0">
                <a:solidFill>
                  <a:schemeClr val="bg1"/>
                </a:solidFill>
                <a:latin typeface="Bradesco Sans Light" panose="00000400000000000000" pitchFamily="2" charset="0"/>
              </a:rPr>
              <a:t>Departamento</a:t>
            </a:r>
          </a:p>
          <a:p>
            <a:pPr algn="r">
              <a:lnSpc>
                <a:spcPct val="80000"/>
              </a:lnSpc>
            </a:pPr>
            <a:r>
              <a:rPr lang="pt-BR" sz="1800" dirty="0">
                <a:solidFill>
                  <a:schemeClr val="bg1"/>
                </a:solidFill>
                <a:latin typeface="Bradesco Sans Light" panose="00000400000000000000" pitchFamily="2" charset="0"/>
              </a:rPr>
              <a:t>Área</a:t>
            </a:r>
          </a:p>
          <a:p>
            <a:pPr algn="r">
              <a:lnSpc>
                <a:spcPct val="80000"/>
              </a:lnSpc>
            </a:pPr>
            <a:r>
              <a:rPr lang="pt-BR" sz="1800" dirty="0">
                <a:solidFill>
                  <a:schemeClr val="bg1"/>
                </a:solidFill>
                <a:latin typeface="Bradesco Sans Light" panose="00000400000000000000" pitchFamily="2" charset="0"/>
              </a:rPr>
              <a:t>Projeto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89EAC07-2EBF-4FCB-9513-3C2541C5D688}"/>
              </a:ext>
            </a:extLst>
          </p:cNvPr>
          <p:cNvSpPr txBox="1"/>
          <p:nvPr/>
        </p:nvSpPr>
        <p:spPr>
          <a:xfrm>
            <a:off x="16652779" y="9339042"/>
            <a:ext cx="737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>
                <a:solidFill>
                  <a:schemeClr val="bg1"/>
                </a:solidFill>
                <a:latin typeface="Bradesco Sans Light" panose="00000400000000000000" pitchFamily="2" charset="0"/>
              </a:rPr>
              <a:t>00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F52E923-EFF1-6A42-A147-F0C8E7BD963B}"/>
              </a:ext>
            </a:extLst>
          </p:cNvPr>
          <p:cNvSpPr txBox="1"/>
          <p:nvPr/>
        </p:nvSpPr>
        <p:spPr>
          <a:xfrm>
            <a:off x="1290403" y="296978"/>
            <a:ext cx="8241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Bradesco Sans" panose="00000500000000000000" pitchFamily="2" charset="0"/>
              </a:rPr>
              <a:t>Fluxo atual  do Quitação com FGTS 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C24717E-4C85-0F4B-B497-761F3300D543}"/>
              </a:ext>
            </a:extLst>
          </p:cNvPr>
          <p:cNvCxnSpPr>
            <a:cxnSpLocks/>
          </p:cNvCxnSpPr>
          <p:nvPr/>
        </p:nvCxnSpPr>
        <p:spPr>
          <a:xfrm>
            <a:off x="14811679" y="168006"/>
            <a:ext cx="0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m 13">
            <a:extLst>
              <a:ext uri="{FF2B5EF4-FFF2-40B4-BE49-F238E27FC236}">
                <a16:creationId xmlns:a16="http://schemas.microsoft.com/office/drawing/2014/main" id="{A7465C24-EE27-F584-C1AD-21B232430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287786"/>
            <a:ext cx="12468765" cy="764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9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AF265BD-57D8-7316-F3E2-10D1814B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83" y="1268766"/>
            <a:ext cx="9816772" cy="860707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7537CC7-04CD-C8B2-0493-60B0961A2ABA}"/>
              </a:ext>
            </a:extLst>
          </p:cNvPr>
          <p:cNvSpPr txBox="1"/>
          <p:nvPr/>
        </p:nvSpPr>
        <p:spPr>
          <a:xfrm>
            <a:off x="1290403" y="296978"/>
            <a:ext cx="8241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Bradesco Sans" panose="00000500000000000000" pitchFamily="2" charset="0"/>
              </a:rPr>
              <a:t>Fluxo proposto para a ocorrência</a:t>
            </a:r>
          </a:p>
        </p:txBody>
      </p:sp>
    </p:spTree>
    <p:extLst>
      <p:ext uri="{BB962C8B-B14F-4D97-AF65-F5344CB8AC3E}">
        <p14:creationId xmlns:p14="http://schemas.microsoft.com/office/powerpoint/2010/main" val="2215726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C566287-ACED-DD0B-7EC0-95F689A79411}"/>
              </a:ext>
            </a:extLst>
          </p:cNvPr>
          <p:cNvGrpSpPr/>
          <p:nvPr/>
        </p:nvGrpSpPr>
        <p:grpSpPr>
          <a:xfrm>
            <a:off x="642930" y="1555697"/>
            <a:ext cx="13773158" cy="6016668"/>
            <a:chOff x="900106" y="2828925"/>
            <a:chExt cx="15173326" cy="6650123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A436428C-5E54-4D1C-5E85-97E79CFBA0D1}"/>
                </a:ext>
              </a:extLst>
            </p:cNvPr>
            <p:cNvCxnSpPr>
              <a:cxnSpLocks/>
            </p:cNvCxnSpPr>
            <p:nvPr/>
          </p:nvCxnSpPr>
          <p:spPr>
            <a:xfrm>
              <a:off x="1885945" y="5314957"/>
              <a:ext cx="14187487" cy="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C4DFFFF5-DA5F-A9D3-07C5-8AB6208200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5945" y="4800600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EC5853E0-01DF-AF40-88FC-CD2CFCE93E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73432" y="4800600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C0E4999C-166A-5E08-220F-CFABA0E75B69}"/>
                </a:ext>
              </a:extLst>
            </p:cNvPr>
            <p:cNvSpPr txBox="1"/>
            <p:nvPr/>
          </p:nvSpPr>
          <p:spPr>
            <a:xfrm>
              <a:off x="900107" y="2828925"/>
              <a:ext cx="19716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Abertura </a:t>
              </a:r>
            </a:p>
            <a:p>
              <a:pPr algn="ctr"/>
              <a:r>
                <a:rPr lang="pt-BR" sz="1800" dirty="0"/>
                <a:t>do </a:t>
              </a:r>
            </a:p>
            <a:p>
              <a:pPr algn="ctr"/>
              <a:r>
                <a:rPr lang="pt-BR" sz="1800" dirty="0"/>
                <a:t>Evento 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80A2181-BA15-13D0-C1D7-8AEFC7A9F21D}"/>
                </a:ext>
              </a:extLst>
            </p:cNvPr>
            <p:cNvSpPr txBox="1"/>
            <p:nvPr/>
          </p:nvSpPr>
          <p:spPr>
            <a:xfrm>
              <a:off x="900106" y="5754252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06/01/25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EC177397-9B06-B8CA-AD7F-D34CD1589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4777" y="5053016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B5613A0-C13B-AE4C-F0D2-13E50B719286}"/>
                </a:ext>
              </a:extLst>
            </p:cNvPr>
            <p:cNvSpPr txBox="1"/>
            <p:nvPr/>
          </p:nvSpPr>
          <p:spPr>
            <a:xfrm>
              <a:off x="6638939" y="5872178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13/01/25</a:t>
              </a: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31216A90-ABAF-9282-C7F8-9ECB89FD2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8947" y="5300236"/>
              <a:ext cx="0" cy="46759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5D38AA70-9025-D136-7783-7E9266708738}"/>
                </a:ext>
              </a:extLst>
            </p:cNvPr>
            <p:cNvSpPr txBox="1"/>
            <p:nvPr/>
          </p:nvSpPr>
          <p:spPr>
            <a:xfrm>
              <a:off x="9463109" y="5896054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20/01/25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05C9DD79-50DE-A0CE-4E75-328A7B9F11F2}"/>
                </a:ext>
              </a:extLst>
            </p:cNvPr>
            <p:cNvSpPr txBox="1"/>
            <p:nvPr/>
          </p:nvSpPr>
          <p:spPr>
            <a:xfrm>
              <a:off x="6638939" y="3148611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Solicitação do saque 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3C9F3B56-8A63-A5F4-35EE-C84D7774E297}"/>
                </a:ext>
              </a:extLst>
            </p:cNvPr>
            <p:cNvSpPr txBox="1"/>
            <p:nvPr/>
          </p:nvSpPr>
          <p:spPr>
            <a:xfrm>
              <a:off x="9577409" y="4031265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Retorno  Saque 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DC5A17B4-54DD-1A82-1C85-D830F4AA7577}"/>
                </a:ext>
              </a:extLst>
            </p:cNvPr>
            <p:cNvSpPr txBox="1"/>
            <p:nvPr/>
          </p:nvSpPr>
          <p:spPr>
            <a:xfrm>
              <a:off x="6679404" y="3752144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Grava  saldo devedor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DB88E423-AA7E-7B35-1ADD-FADD7BED4693}"/>
                </a:ext>
              </a:extLst>
            </p:cNvPr>
            <p:cNvSpPr txBox="1"/>
            <p:nvPr/>
          </p:nvSpPr>
          <p:spPr>
            <a:xfrm>
              <a:off x="12730184" y="3105813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Efetivação da ocorrência</a:t>
              </a:r>
            </a:p>
          </p:txBody>
        </p: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B4A5F771-C490-9A12-BC87-B290AB0E0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3200" y="5352620"/>
              <a:ext cx="0" cy="46759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F72E9E1C-A3D7-63EE-F728-05C27473BB87}"/>
                </a:ext>
              </a:extLst>
            </p:cNvPr>
            <p:cNvSpPr txBox="1"/>
            <p:nvPr/>
          </p:nvSpPr>
          <p:spPr>
            <a:xfrm>
              <a:off x="12987362" y="5948438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20/01/25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77064EEE-D249-04D1-FD64-D9D0957BCEBE}"/>
                </a:ext>
              </a:extLst>
            </p:cNvPr>
            <p:cNvSpPr txBox="1"/>
            <p:nvPr/>
          </p:nvSpPr>
          <p:spPr>
            <a:xfrm>
              <a:off x="6638938" y="6546315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150 k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C668D03-2E5A-38DE-76A8-945E029A764B}"/>
                </a:ext>
              </a:extLst>
            </p:cNvPr>
            <p:cNvSpPr txBox="1"/>
            <p:nvPr/>
          </p:nvSpPr>
          <p:spPr>
            <a:xfrm>
              <a:off x="12987361" y="6546315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Novo saldo devedor 153 k</a:t>
              </a:r>
            </a:p>
          </p:txBody>
        </p:sp>
        <p:sp>
          <p:nvSpPr>
            <p:cNvPr id="27" name="Seta: Curva para Baixo 26">
              <a:extLst>
                <a:ext uri="{FF2B5EF4-FFF2-40B4-BE49-F238E27FC236}">
                  <a16:creationId xmlns:a16="http://schemas.microsoft.com/office/drawing/2014/main" id="{22E97BD4-C3CB-26CA-3854-5C01EBC6EA63}"/>
                </a:ext>
              </a:extLst>
            </p:cNvPr>
            <p:cNvSpPr/>
            <p:nvPr/>
          </p:nvSpPr>
          <p:spPr>
            <a:xfrm rot="10800000">
              <a:off x="7043737" y="7235243"/>
              <a:ext cx="7390245" cy="2243805"/>
            </a:xfrm>
            <a:prstGeom prst="curvedDownArrow">
              <a:avLst>
                <a:gd name="adj1" fmla="val 17478"/>
                <a:gd name="adj2" fmla="val 54801"/>
                <a:gd name="adj3" fmla="val 28821"/>
              </a:avLst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F790059E-DF3E-A791-855B-A099F1992B18}"/>
                </a:ext>
              </a:extLst>
            </p:cNvPr>
            <p:cNvSpPr txBox="1"/>
            <p:nvPr/>
          </p:nvSpPr>
          <p:spPr>
            <a:xfrm>
              <a:off x="9367841" y="8165221"/>
              <a:ext cx="28622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/>
                <a:t>Efetivar o evento na  data da gravação do saldo devedor</a:t>
              </a:r>
            </a:p>
          </p:txBody>
        </p: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E4C2F29-355F-1E1F-D841-F96A2A220F6B}"/>
              </a:ext>
            </a:extLst>
          </p:cNvPr>
          <p:cNvSpPr txBox="1"/>
          <p:nvPr/>
        </p:nvSpPr>
        <p:spPr>
          <a:xfrm>
            <a:off x="114292" y="8849926"/>
            <a:ext cx="17216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Nesse cenário, ideal será voltar a data da gravação do saldo e implantar a quitação, estornado a correção de  juros e CM.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24013E1-09C6-D30D-3842-34B92DACDA39}"/>
              </a:ext>
            </a:extLst>
          </p:cNvPr>
          <p:cNvSpPr txBox="1"/>
          <p:nvPr/>
        </p:nvSpPr>
        <p:spPr>
          <a:xfrm>
            <a:off x="1290403" y="296978"/>
            <a:ext cx="8241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Bradesco Sans" panose="00000500000000000000" pitchFamily="2" charset="0"/>
              </a:rPr>
              <a:t>Cenário 1 </a:t>
            </a:r>
          </a:p>
        </p:txBody>
      </p:sp>
    </p:spTree>
    <p:extLst>
      <p:ext uri="{BB962C8B-B14F-4D97-AF65-F5344CB8AC3E}">
        <p14:creationId xmlns:p14="http://schemas.microsoft.com/office/powerpoint/2010/main" val="1967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D6A5A772-AF23-C722-77C7-C045204369AC}"/>
              </a:ext>
            </a:extLst>
          </p:cNvPr>
          <p:cNvGrpSpPr/>
          <p:nvPr/>
        </p:nvGrpSpPr>
        <p:grpSpPr>
          <a:xfrm>
            <a:off x="2826886" y="1557200"/>
            <a:ext cx="10635383" cy="3365624"/>
            <a:chOff x="642930" y="1555697"/>
            <a:chExt cx="12499170" cy="4624315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A436428C-5E54-4D1C-5E85-97E79CFBA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9396" y="3727925"/>
              <a:ext cx="10746238" cy="7699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C4DFFFF5-DA5F-A9D3-07C5-8AB6208200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9396" y="3339561"/>
              <a:ext cx="0" cy="465362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EC5853E0-01DF-AF40-88FC-CD2CFCE93E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8024" y="3214300"/>
              <a:ext cx="0" cy="465362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C0E4999C-166A-5E08-220F-CFABA0E75B69}"/>
                </a:ext>
              </a:extLst>
            </p:cNvPr>
            <p:cNvSpPr txBox="1"/>
            <p:nvPr/>
          </p:nvSpPr>
          <p:spPr>
            <a:xfrm>
              <a:off x="642931" y="1555697"/>
              <a:ext cx="1752929" cy="114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Abertura </a:t>
              </a:r>
            </a:p>
            <a:p>
              <a:pPr algn="ctr"/>
              <a:r>
                <a:rPr lang="pt-BR" sz="1600" dirty="0"/>
                <a:t>do </a:t>
              </a:r>
            </a:p>
            <a:p>
              <a:pPr algn="ctr"/>
              <a:r>
                <a:rPr lang="pt-BR" sz="1600" dirty="0"/>
                <a:t>Evento 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80A2181-BA15-13D0-C1D7-8AEFC7A9F21D}"/>
                </a:ext>
              </a:extLst>
            </p:cNvPr>
            <p:cNvSpPr txBox="1"/>
            <p:nvPr/>
          </p:nvSpPr>
          <p:spPr>
            <a:xfrm>
              <a:off x="642930" y="4202373"/>
              <a:ext cx="1752929" cy="465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06/01/25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EC177397-9B06-B8CA-AD7F-D34CD1589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1536" y="3567933"/>
              <a:ext cx="0" cy="465362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B5613A0-C13B-AE4C-F0D2-13E50B719286}"/>
                </a:ext>
              </a:extLst>
            </p:cNvPr>
            <p:cNvSpPr txBox="1"/>
            <p:nvPr/>
          </p:nvSpPr>
          <p:spPr>
            <a:xfrm>
              <a:off x="5745071" y="4309067"/>
              <a:ext cx="1752929" cy="465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13/01/25</a:t>
              </a: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31216A90-ABAF-9282-C7F8-9ECB89FD2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2380" y="3791604"/>
              <a:ext cx="0" cy="423056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5D38AA70-9025-D136-7783-7E9266708738}"/>
                </a:ext>
              </a:extLst>
            </p:cNvPr>
            <p:cNvSpPr txBox="1"/>
            <p:nvPr/>
          </p:nvSpPr>
          <p:spPr>
            <a:xfrm>
              <a:off x="8255915" y="4330668"/>
              <a:ext cx="1752929" cy="465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20/01/25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05C9DD79-50DE-A0CE-4E75-328A7B9F11F2}"/>
                </a:ext>
              </a:extLst>
            </p:cNvPr>
            <p:cNvSpPr txBox="1"/>
            <p:nvPr/>
          </p:nvSpPr>
          <p:spPr>
            <a:xfrm>
              <a:off x="5745071" y="1844932"/>
              <a:ext cx="1752929" cy="803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Solicitação do saque 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3C9F3B56-8A63-A5F4-35EE-C84D7774E297}"/>
                </a:ext>
              </a:extLst>
            </p:cNvPr>
            <p:cNvSpPr txBox="1"/>
            <p:nvPr/>
          </p:nvSpPr>
          <p:spPr>
            <a:xfrm>
              <a:off x="8357534" y="2643509"/>
              <a:ext cx="1752929" cy="803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Retorno  Saque 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DC5A17B4-54DD-1A82-1C85-D830F4AA7577}"/>
                </a:ext>
              </a:extLst>
            </p:cNvPr>
            <p:cNvSpPr txBox="1"/>
            <p:nvPr/>
          </p:nvSpPr>
          <p:spPr>
            <a:xfrm>
              <a:off x="5897167" y="5376540"/>
              <a:ext cx="1752929" cy="803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Grava  saldo devedor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DB88E423-AA7E-7B35-1ADD-FADD7BED4693}"/>
                </a:ext>
              </a:extLst>
            </p:cNvPr>
            <p:cNvSpPr txBox="1"/>
            <p:nvPr/>
          </p:nvSpPr>
          <p:spPr>
            <a:xfrm>
              <a:off x="11160526" y="1806210"/>
              <a:ext cx="1752929" cy="803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Efetivação da ocorrência</a:t>
              </a:r>
            </a:p>
          </p:txBody>
        </p: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B4A5F771-C490-9A12-BC87-B290AB0E0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8024" y="3666185"/>
              <a:ext cx="0" cy="4230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F72E9E1C-A3D7-63EE-F728-05C27473BB87}"/>
                </a:ext>
              </a:extLst>
            </p:cNvPr>
            <p:cNvSpPr txBox="1"/>
            <p:nvPr/>
          </p:nvSpPr>
          <p:spPr>
            <a:xfrm>
              <a:off x="11389171" y="4378063"/>
              <a:ext cx="1752929" cy="465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20/01/25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77064EEE-D249-04D1-FD64-D9D0957BCEBE}"/>
                </a:ext>
              </a:extLst>
            </p:cNvPr>
            <p:cNvSpPr txBox="1"/>
            <p:nvPr/>
          </p:nvSpPr>
          <p:spPr>
            <a:xfrm>
              <a:off x="5745070" y="4918988"/>
              <a:ext cx="1752929" cy="465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150 k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C668D03-2E5A-38DE-76A8-945E029A764B}"/>
                </a:ext>
              </a:extLst>
            </p:cNvPr>
            <p:cNvSpPr txBox="1"/>
            <p:nvPr/>
          </p:nvSpPr>
          <p:spPr>
            <a:xfrm>
              <a:off x="11389171" y="4714030"/>
              <a:ext cx="1752929" cy="803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Efetivação da ocorrência</a:t>
              </a:r>
            </a:p>
          </p:txBody>
        </p:sp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24013E1-09C6-D30D-3842-34B92DACDA39}"/>
              </a:ext>
            </a:extLst>
          </p:cNvPr>
          <p:cNvSpPr txBox="1"/>
          <p:nvPr/>
        </p:nvSpPr>
        <p:spPr>
          <a:xfrm>
            <a:off x="1290402" y="296978"/>
            <a:ext cx="12939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Bradesco Sans" panose="00000500000000000000" pitchFamily="2" charset="0"/>
              </a:rPr>
              <a:t>Quitação com uso do FGTS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69BF757-30D0-1C9B-C913-DBA690DAC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354127"/>
              </p:ext>
            </p:extLst>
          </p:nvPr>
        </p:nvGraphicFramePr>
        <p:xfrm>
          <a:off x="114292" y="5321220"/>
          <a:ext cx="6743709" cy="2296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8">
                  <a:extLst>
                    <a:ext uri="{9D8B030D-6E8A-4147-A177-3AD203B41FA5}">
                      <a16:colId xmlns:a16="http://schemas.microsoft.com/office/drawing/2014/main" val="420588135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8036182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312841361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1244762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Saldo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13/01/25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Diferença a ser estornada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4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Saldo devedor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147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639025"/>
                  </a:ext>
                </a:extLst>
              </a:tr>
              <a:tr h="544034">
                <a:tc>
                  <a:txBody>
                    <a:bodyPr/>
                    <a:lstStyle/>
                    <a:p>
                      <a:r>
                        <a:rPr lang="pt-BR" dirty="0"/>
                        <a:t>Juros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11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14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Saldo </a:t>
                      </a:r>
                      <a:r>
                        <a:rPr lang="pt-BR" dirty="0" err="1"/>
                        <a:t>dev</a:t>
                      </a:r>
                      <a:r>
                        <a:rPr lang="pt-BR" dirty="0"/>
                        <a:t>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188635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F1DEDBE-5FC5-0C9C-B1A2-6C6B36D4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3568"/>
              </p:ext>
            </p:extLst>
          </p:nvPr>
        </p:nvGraphicFramePr>
        <p:xfrm>
          <a:off x="9788766" y="5653006"/>
          <a:ext cx="6385428" cy="2769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455">
                  <a:extLst>
                    <a:ext uri="{9D8B030D-6E8A-4147-A177-3AD203B41FA5}">
                      <a16:colId xmlns:a16="http://schemas.microsoft.com/office/drawing/2014/main" val="4205881355"/>
                    </a:ext>
                  </a:extLst>
                </a:gridCol>
                <a:gridCol w="1225283">
                  <a:extLst>
                    <a:ext uri="{9D8B030D-6E8A-4147-A177-3AD203B41FA5}">
                      <a16:colId xmlns:a16="http://schemas.microsoft.com/office/drawing/2014/main" val="2780361824"/>
                    </a:ext>
                  </a:extLst>
                </a:gridCol>
                <a:gridCol w="1230221">
                  <a:extLst>
                    <a:ext uri="{9D8B030D-6E8A-4147-A177-3AD203B41FA5}">
                      <a16:colId xmlns:a16="http://schemas.microsoft.com/office/drawing/2014/main" val="1312841361"/>
                    </a:ext>
                  </a:extLst>
                </a:gridCol>
                <a:gridCol w="2067469">
                  <a:extLst>
                    <a:ext uri="{9D8B030D-6E8A-4147-A177-3AD203B41FA5}">
                      <a16:colId xmlns:a16="http://schemas.microsoft.com/office/drawing/2014/main" val="1244762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Saldo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13/01/25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diferença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4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Saldo devedor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639025"/>
                  </a:ext>
                </a:extLst>
              </a:tr>
              <a:tr h="544034">
                <a:tc>
                  <a:txBody>
                    <a:bodyPr/>
                    <a:lstStyle/>
                    <a:p>
                      <a:r>
                        <a:rPr lang="pt-BR" dirty="0"/>
                        <a:t>Juros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11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14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Saldo </a:t>
                      </a:r>
                      <a:r>
                        <a:rPr lang="pt-BR" dirty="0" err="1"/>
                        <a:t>dev</a:t>
                      </a:r>
                      <a:r>
                        <a:rPr lang="pt-BR" dirty="0"/>
                        <a:t>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188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Saque FGTS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811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DIF</a:t>
                      </a:r>
                      <a:r>
                        <a:rPr lang="pt-BR" dirty="0"/>
                        <a:t> debita C/C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4274"/>
                  </a:ext>
                </a:extLst>
              </a:tr>
            </a:tbl>
          </a:graphicData>
        </a:graphic>
      </p:graphicFrame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C242F2AC-BA81-3C5C-4B7F-C9B76D171EB1}"/>
              </a:ext>
            </a:extLst>
          </p:cNvPr>
          <p:cNvCxnSpPr>
            <a:cxnSpLocks/>
          </p:cNvCxnSpPr>
          <p:nvPr/>
        </p:nvCxnSpPr>
        <p:spPr>
          <a:xfrm flipV="1">
            <a:off x="12754599" y="3138170"/>
            <a:ext cx="1123328" cy="825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69D7B79-8C9B-18E3-B359-EC387211671F}"/>
              </a:ext>
            </a:extLst>
          </p:cNvPr>
          <p:cNvSpPr txBox="1"/>
          <p:nvPr/>
        </p:nvSpPr>
        <p:spPr>
          <a:xfrm>
            <a:off x="12548232" y="2607696"/>
            <a:ext cx="2189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Integração e início dos estornos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2B6B748-E733-7B7E-E675-5814461BB032}"/>
              </a:ext>
            </a:extLst>
          </p:cNvPr>
          <p:cNvSpPr txBox="1"/>
          <p:nvPr/>
        </p:nvSpPr>
        <p:spPr>
          <a:xfrm>
            <a:off x="0" y="4917313"/>
            <a:ext cx="6385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000000"/>
                </a:solidFill>
              </a:rPr>
              <a:t>Cenário</a:t>
            </a:r>
            <a:r>
              <a:rPr lang="pt-BR" sz="1600" dirty="0"/>
              <a:t> 1 -  Cliente com  solicitação do saldo total para  quitação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270B258-4961-265A-0992-B066303BB0F2}"/>
              </a:ext>
            </a:extLst>
          </p:cNvPr>
          <p:cNvSpPr txBox="1"/>
          <p:nvPr/>
        </p:nvSpPr>
        <p:spPr>
          <a:xfrm>
            <a:off x="9788766" y="5271219"/>
            <a:ext cx="6385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000000"/>
                </a:solidFill>
              </a:rPr>
              <a:t>Cenário</a:t>
            </a:r>
            <a:r>
              <a:rPr lang="pt-BR" sz="1600" dirty="0"/>
              <a:t> 2 -  Cliente com  solicitação do saldo para saque parcial.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4002692-1085-F4FC-FB66-427A5922BA65}"/>
              </a:ext>
            </a:extLst>
          </p:cNvPr>
          <p:cNvSpPr txBox="1"/>
          <p:nvPr/>
        </p:nvSpPr>
        <p:spPr>
          <a:xfrm>
            <a:off x="114292" y="8634534"/>
            <a:ext cx="16059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Para os  casos onde  gerar </a:t>
            </a:r>
            <a:r>
              <a:rPr lang="pt-BR" sz="1600"/>
              <a:t>uma diferença entre </a:t>
            </a:r>
            <a:r>
              <a:rPr lang="pt-BR" sz="1600" dirty="0"/>
              <a:t>a data da solicitação e o encerramento do evento o valor  será  debitado direto da conta do cliente.</a:t>
            </a:r>
          </a:p>
        </p:txBody>
      </p:sp>
    </p:spTree>
    <p:extLst>
      <p:ext uri="{BB962C8B-B14F-4D97-AF65-F5344CB8AC3E}">
        <p14:creationId xmlns:p14="http://schemas.microsoft.com/office/powerpoint/2010/main" val="1096006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C566287-ACED-DD0B-7EC0-95F689A79411}"/>
              </a:ext>
            </a:extLst>
          </p:cNvPr>
          <p:cNvGrpSpPr/>
          <p:nvPr/>
        </p:nvGrpSpPr>
        <p:grpSpPr>
          <a:xfrm>
            <a:off x="642930" y="1555696"/>
            <a:ext cx="15759120" cy="4522780"/>
            <a:chOff x="900106" y="2828925"/>
            <a:chExt cx="15173326" cy="4086722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A436428C-5E54-4D1C-5E85-97E79CFBA0D1}"/>
                </a:ext>
              </a:extLst>
            </p:cNvPr>
            <p:cNvCxnSpPr>
              <a:cxnSpLocks/>
            </p:cNvCxnSpPr>
            <p:nvPr/>
          </p:nvCxnSpPr>
          <p:spPr>
            <a:xfrm>
              <a:off x="1885945" y="5314957"/>
              <a:ext cx="14187487" cy="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C4DFFFF5-DA5F-A9D3-07C5-8AB6208200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5945" y="4800600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EC5853E0-01DF-AF40-88FC-CD2CFCE93E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73432" y="4800600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C0E4999C-166A-5E08-220F-CFABA0E75B69}"/>
                </a:ext>
              </a:extLst>
            </p:cNvPr>
            <p:cNvSpPr txBox="1"/>
            <p:nvPr/>
          </p:nvSpPr>
          <p:spPr>
            <a:xfrm>
              <a:off x="900107" y="2828925"/>
              <a:ext cx="19716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Abertura </a:t>
              </a:r>
            </a:p>
            <a:p>
              <a:pPr algn="ctr"/>
              <a:r>
                <a:rPr lang="pt-BR" sz="1800" dirty="0"/>
                <a:t>do </a:t>
              </a:r>
            </a:p>
            <a:p>
              <a:pPr algn="ctr"/>
              <a:r>
                <a:rPr lang="pt-BR" sz="1800" dirty="0"/>
                <a:t>Evento 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80A2181-BA15-13D0-C1D7-8AEFC7A9F21D}"/>
                </a:ext>
              </a:extLst>
            </p:cNvPr>
            <p:cNvSpPr txBox="1"/>
            <p:nvPr/>
          </p:nvSpPr>
          <p:spPr>
            <a:xfrm>
              <a:off x="900106" y="5754252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06/01/25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EC177397-9B06-B8CA-AD7F-D34CD1589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4777" y="5053016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B5613A0-C13B-AE4C-F0D2-13E50B719286}"/>
                </a:ext>
              </a:extLst>
            </p:cNvPr>
            <p:cNvSpPr txBox="1"/>
            <p:nvPr/>
          </p:nvSpPr>
          <p:spPr>
            <a:xfrm>
              <a:off x="6638939" y="5872178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13/01/25</a:t>
              </a: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31216A90-ABAF-9282-C7F8-9ECB89FD2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18249" y="5300236"/>
              <a:ext cx="0" cy="46759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5D38AA70-9025-D136-7783-7E9266708738}"/>
                </a:ext>
              </a:extLst>
            </p:cNvPr>
            <p:cNvSpPr txBox="1"/>
            <p:nvPr/>
          </p:nvSpPr>
          <p:spPr>
            <a:xfrm>
              <a:off x="10632411" y="5896054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20/01/25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05C9DD79-50DE-A0CE-4E75-328A7B9F11F2}"/>
                </a:ext>
              </a:extLst>
            </p:cNvPr>
            <p:cNvSpPr txBox="1"/>
            <p:nvPr/>
          </p:nvSpPr>
          <p:spPr>
            <a:xfrm>
              <a:off x="6638939" y="3148611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Solicitação do saque 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3C9F3B56-8A63-A5F4-35EE-C84D7774E297}"/>
                </a:ext>
              </a:extLst>
            </p:cNvPr>
            <p:cNvSpPr txBox="1"/>
            <p:nvPr/>
          </p:nvSpPr>
          <p:spPr>
            <a:xfrm>
              <a:off x="10834766" y="3870949"/>
              <a:ext cx="1568569" cy="584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Retorno  Saque 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DC5A17B4-54DD-1A82-1C85-D830F4AA7577}"/>
                </a:ext>
              </a:extLst>
            </p:cNvPr>
            <p:cNvSpPr txBox="1"/>
            <p:nvPr/>
          </p:nvSpPr>
          <p:spPr>
            <a:xfrm>
              <a:off x="6679404" y="3752144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Grava  saldo devedor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DB88E423-AA7E-7B35-1ADD-FADD7BED4693}"/>
                </a:ext>
              </a:extLst>
            </p:cNvPr>
            <p:cNvSpPr txBox="1"/>
            <p:nvPr/>
          </p:nvSpPr>
          <p:spPr>
            <a:xfrm>
              <a:off x="13188915" y="3868402"/>
              <a:ext cx="1568569" cy="584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Efetivação da ocorrência</a:t>
              </a:r>
            </a:p>
          </p:txBody>
        </p: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B4A5F771-C490-9A12-BC87-B290AB0E0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3200" y="5352620"/>
              <a:ext cx="0" cy="46759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F72E9E1C-A3D7-63EE-F728-05C27473BB87}"/>
                </a:ext>
              </a:extLst>
            </p:cNvPr>
            <p:cNvSpPr txBox="1"/>
            <p:nvPr/>
          </p:nvSpPr>
          <p:spPr>
            <a:xfrm>
              <a:off x="12987362" y="5948438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20/01/25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77064EEE-D249-04D1-FD64-D9D0957BCEBE}"/>
                </a:ext>
              </a:extLst>
            </p:cNvPr>
            <p:cNvSpPr txBox="1"/>
            <p:nvPr/>
          </p:nvSpPr>
          <p:spPr>
            <a:xfrm>
              <a:off x="6638938" y="6546315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150 k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C668D03-2E5A-38DE-76A8-945E029A764B}"/>
                </a:ext>
              </a:extLst>
            </p:cNvPr>
            <p:cNvSpPr txBox="1"/>
            <p:nvPr/>
          </p:nvSpPr>
          <p:spPr>
            <a:xfrm>
              <a:off x="12812590" y="6288108"/>
              <a:ext cx="2421695" cy="584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Novo saldo devedor 145 k diferença de -</a:t>
              </a:r>
              <a:r>
                <a:rPr lang="pt-BR" sz="1800" dirty="0" err="1"/>
                <a:t>5k</a:t>
              </a:r>
              <a:endParaRPr lang="pt-BR" sz="1800" dirty="0"/>
            </a:p>
          </p:txBody>
        </p:sp>
      </p:grp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F7A53260-DC1D-920A-B52E-1A7AD6D0C58A}"/>
              </a:ext>
            </a:extLst>
          </p:cNvPr>
          <p:cNvCxnSpPr>
            <a:cxnSpLocks/>
          </p:cNvCxnSpPr>
          <p:nvPr/>
        </p:nvCxnSpPr>
        <p:spPr>
          <a:xfrm flipV="1">
            <a:off x="9541247" y="4185916"/>
            <a:ext cx="0" cy="5174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71BD32-054E-A4E8-5E4C-28C7B33335C1}"/>
              </a:ext>
            </a:extLst>
          </p:cNvPr>
          <p:cNvSpPr txBox="1"/>
          <p:nvPr/>
        </p:nvSpPr>
        <p:spPr>
          <a:xfrm>
            <a:off x="8517349" y="4845309"/>
            <a:ext cx="2047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/>
              <a:t>15/01/25</a:t>
            </a:r>
          </a:p>
          <a:p>
            <a:pPr algn="ctr"/>
            <a:r>
              <a:rPr lang="pt-BR" sz="1800" dirty="0" err="1"/>
              <a:t>PMT</a:t>
            </a:r>
            <a:r>
              <a:rPr lang="pt-BR" sz="1800" dirty="0"/>
              <a:t> -5 k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349B00-9E8B-EC2E-ECBB-6B30B0A9C216}"/>
              </a:ext>
            </a:extLst>
          </p:cNvPr>
          <p:cNvSpPr txBox="1"/>
          <p:nvPr/>
        </p:nvSpPr>
        <p:spPr>
          <a:xfrm>
            <a:off x="115867" y="8320142"/>
            <a:ext cx="115871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Nesse cenário,  será  implementada  um  trava via parâmetro para impedir a solicitação do saque em contratos com intervalo menos  que 5 dias  uteis. Para impedir a uma eventual amortização seja realizada redução no saldo devedor após a solicitação do saque.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22C248-0D35-327E-9956-1E3DA4361554}"/>
              </a:ext>
            </a:extLst>
          </p:cNvPr>
          <p:cNvSpPr txBox="1"/>
          <p:nvPr/>
        </p:nvSpPr>
        <p:spPr>
          <a:xfrm>
            <a:off x="1290403" y="296978"/>
            <a:ext cx="8241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Bradesco Sans" panose="00000500000000000000" pitchFamily="2" charset="0"/>
              </a:rPr>
              <a:t>Cenário 2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0A793C4-CCD5-6405-C830-59A659155E01}"/>
              </a:ext>
            </a:extLst>
          </p:cNvPr>
          <p:cNvSpPr txBox="1"/>
          <p:nvPr/>
        </p:nvSpPr>
        <p:spPr>
          <a:xfrm>
            <a:off x="5129218" y="4428067"/>
            <a:ext cx="1983816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75000"/>
                  </a:schemeClr>
                </a:solidFill>
              </a:rPr>
              <a:t>Impedir a solicitação do saque com prazo de vencimento menor que 5 dias Uteis 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2AB6C25-BF13-67C0-E82A-D2F3A9AFA140}"/>
              </a:ext>
            </a:extLst>
          </p:cNvPr>
          <p:cNvCxnSpPr>
            <a:cxnSpLocks/>
          </p:cNvCxnSpPr>
          <p:nvPr/>
        </p:nvCxnSpPr>
        <p:spPr>
          <a:xfrm flipV="1">
            <a:off x="5909449" y="3733312"/>
            <a:ext cx="0" cy="694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ABA74AC9-0322-FA23-6262-7AF90B9A4C2A}"/>
              </a:ext>
            </a:extLst>
          </p:cNvPr>
          <p:cNvCxnSpPr>
            <a:cxnSpLocks/>
          </p:cNvCxnSpPr>
          <p:nvPr/>
        </p:nvCxnSpPr>
        <p:spPr>
          <a:xfrm>
            <a:off x="5909449" y="3733312"/>
            <a:ext cx="36146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0A540A86-CF6D-96CA-27B9-31C07C970F5E}"/>
              </a:ext>
            </a:extLst>
          </p:cNvPr>
          <p:cNvCxnSpPr>
            <a:cxnSpLocks/>
          </p:cNvCxnSpPr>
          <p:nvPr/>
        </p:nvCxnSpPr>
        <p:spPr>
          <a:xfrm flipV="1">
            <a:off x="9524052" y="3733312"/>
            <a:ext cx="0" cy="45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37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C566287-ACED-DD0B-7EC0-95F689A79411}"/>
              </a:ext>
            </a:extLst>
          </p:cNvPr>
          <p:cNvGrpSpPr/>
          <p:nvPr/>
        </p:nvGrpSpPr>
        <p:grpSpPr>
          <a:xfrm>
            <a:off x="642930" y="1555696"/>
            <a:ext cx="15759120" cy="7073943"/>
            <a:chOff x="900106" y="2828925"/>
            <a:chExt cx="15173326" cy="6391918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A436428C-5E54-4D1C-5E85-97E79CFBA0D1}"/>
                </a:ext>
              </a:extLst>
            </p:cNvPr>
            <p:cNvCxnSpPr>
              <a:cxnSpLocks/>
            </p:cNvCxnSpPr>
            <p:nvPr/>
          </p:nvCxnSpPr>
          <p:spPr>
            <a:xfrm>
              <a:off x="1885945" y="5314957"/>
              <a:ext cx="14187487" cy="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C4DFFFF5-DA5F-A9D3-07C5-8AB6208200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5945" y="4800600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EC5853E0-01DF-AF40-88FC-CD2CFCE93E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73432" y="4800600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C0E4999C-166A-5E08-220F-CFABA0E75B69}"/>
                </a:ext>
              </a:extLst>
            </p:cNvPr>
            <p:cNvSpPr txBox="1"/>
            <p:nvPr/>
          </p:nvSpPr>
          <p:spPr>
            <a:xfrm>
              <a:off x="900107" y="2828925"/>
              <a:ext cx="19716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Abertura </a:t>
              </a:r>
            </a:p>
            <a:p>
              <a:pPr algn="ctr"/>
              <a:r>
                <a:rPr lang="pt-BR" sz="1800" dirty="0"/>
                <a:t>do </a:t>
              </a:r>
            </a:p>
            <a:p>
              <a:pPr algn="ctr"/>
              <a:r>
                <a:rPr lang="pt-BR" sz="1800" dirty="0"/>
                <a:t>Evento 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80A2181-BA15-13D0-C1D7-8AEFC7A9F21D}"/>
                </a:ext>
              </a:extLst>
            </p:cNvPr>
            <p:cNvSpPr txBox="1"/>
            <p:nvPr/>
          </p:nvSpPr>
          <p:spPr>
            <a:xfrm>
              <a:off x="900106" y="5754252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06/01/25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EC177397-9B06-B8CA-AD7F-D34CD1589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4777" y="5053016"/>
              <a:ext cx="0" cy="51435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B5613A0-C13B-AE4C-F0D2-13E50B719286}"/>
                </a:ext>
              </a:extLst>
            </p:cNvPr>
            <p:cNvSpPr txBox="1"/>
            <p:nvPr/>
          </p:nvSpPr>
          <p:spPr>
            <a:xfrm>
              <a:off x="6638939" y="5872178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13/01/25</a:t>
              </a: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31216A90-ABAF-9282-C7F8-9ECB89FD2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18249" y="5300236"/>
              <a:ext cx="0" cy="46759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5D38AA70-9025-D136-7783-7E9266708738}"/>
                </a:ext>
              </a:extLst>
            </p:cNvPr>
            <p:cNvSpPr txBox="1"/>
            <p:nvPr/>
          </p:nvSpPr>
          <p:spPr>
            <a:xfrm>
              <a:off x="10632411" y="5896054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20/01/25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05C9DD79-50DE-A0CE-4E75-328A7B9F11F2}"/>
                </a:ext>
              </a:extLst>
            </p:cNvPr>
            <p:cNvSpPr txBox="1"/>
            <p:nvPr/>
          </p:nvSpPr>
          <p:spPr>
            <a:xfrm>
              <a:off x="6638939" y="3148611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Solicitação do saque 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3C9F3B56-8A63-A5F4-35EE-C84D7774E297}"/>
                </a:ext>
              </a:extLst>
            </p:cNvPr>
            <p:cNvSpPr txBox="1"/>
            <p:nvPr/>
          </p:nvSpPr>
          <p:spPr>
            <a:xfrm>
              <a:off x="9577409" y="4031265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Retorno  Saque 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DC5A17B4-54DD-1A82-1C85-D830F4AA7577}"/>
                </a:ext>
              </a:extLst>
            </p:cNvPr>
            <p:cNvSpPr txBox="1"/>
            <p:nvPr/>
          </p:nvSpPr>
          <p:spPr>
            <a:xfrm>
              <a:off x="6679404" y="3752144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Grava  saldo devedor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DB88E423-AA7E-7B35-1ADD-FADD7BED4693}"/>
                </a:ext>
              </a:extLst>
            </p:cNvPr>
            <p:cNvSpPr txBox="1"/>
            <p:nvPr/>
          </p:nvSpPr>
          <p:spPr>
            <a:xfrm>
              <a:off x="12730184" y="3105813"/>
              <a:ext cx="1971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Efetivação da ocorrência</a:t>
              </a:r>
            </a:p>
          </p:txBody>
        </p: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B4A5F771-C490-9A12-BC87-B290AB0E0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3200" y="5352620"/>
              <a:ext cx="0" cy="46759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F72E9E1C-A3D7-63EE-F728-05C27473BB87}"/>
                </a:ext>
              </a:extLst>
            </p:cNvPr>
            <p:cNvSpPr txBox="1"/>
            <p:nvPr/>
          </p:nvSpPr>
          <p:spPr>
            <a:xfrm>
              <a:off x="12987362" y="5948438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20/01/25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77064EEE-D249-04D1-FD64-D9D0957BCEBE}"/>
                </a:ext>
              </a:extLst>
            </p:cNvPr>
            <p:cNvSpPr txBox="1"/>
            <p:nvPr/>
          </p:nvSpPr>
          <p:spPr>
            <a:xfrm>
              <a:off x="6638938" y="6546315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150 k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C668D03-2E5A-38DE-76A8-945E029A764B}"/>
                </a:ext>
              </a:extLst>
            </p:cNvPr>
            <p:cNvSpPr txBox="1"/>
            <p:nvPr/>
          </p:nvSpPr>
          <p:spPr>
            <a:xfrm>
              <a:off x="12812590" y="6288108"/>
              <a:ext cx="2421695" cy="584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800" dirty="0"/>
                <a:t>Novo saldo devedor 145 k diferença de -</a:t>
              </a:r>
              <a:r>
                <a:rPr lang="pt-BR" sz="1800" dirty="0" err="1"/>
                <a:t>5k</a:t>
              </a:r>
              <a:endParaRPr lang="pt-BR" sz="1800" dirty="0"/>
            </a:p>
          </p:txBody>
        </p:sp>
        <p:sp>
          <p:nvSpPr>
            <p:cNvPr id="27" name="Seta: Curva para Baixo 26">
              <a:extLst>
                <a:ext uri="{FF2B5EF4-FFF2-40B4-BE49-F238E27FC236}">
                  <a16:creationId xmlns:a16="http://schemas.microsoft.com/office/drawing/2014/main" id="{22E97BD4-C3CB-26CA-3854-5C01EBC6EA63}"/>
                </a:ext>
              </a:extLst>
            </p:cNvPr>
            <p:cNvSpPr/>
            <p:nvPr/>
          </p:nvSpPr>
          <p:spPr>
            <a:xfrm rot="10800000">
              <a:off x="7043737" y="6977038"/>
              <a:ext cx="7390245" cy="2243805"/>
            </a:xfrm>
            <a:prstGeom prst="curvedDownArrow">
              <a:avLst>
                <a:gd name="adj1" fmla="val 17478"/>
                <a:gd name="adj2" fmla="val 54801"/>
                <a:gd name="adj3" fmla="val 28821"/>
              </a:avLst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F790059E-DF3E-A791-855B-A099F1992B18}"/>
                </a:ext>
              </a:extLst>
            </p:cNvPr>
            <p:cNvSpPr txBox="1"/>
            <p:nvPr/>
          </p:nvSpPr>
          <p:spPr>
            <a:xfrm>
              <a:off x="9367841" y="8165221"/>
              <a:ext cx="28622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/>
                <a:t>Efetivar o evento na  data da gravação do saldo devedor</a:t>
              </a:r>
            </a:p>
          </p:txBody>
        </p:sp>
      </p:grp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F7A53260-DC1D-920A-B52E-1A7AD6D0C58A}"/>
              </a:ext>
            </a:extLst>
          </p:cNvPr>
          <p:cNvCxnSpPr>
            <a:cxnSpLocks/>
          </p:cNvCxnSpPr>
          <p:nvPr/>
        </p:nvCxnSpPr>
        <p:spPr>
          <a:xfrm flipV="1">
            <a:off x="9541247" y="4185916"/>
            <a:ext cx="0" cy="5174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71BD32-054E-A4E8-5E4C-28C7B33335C1}"/>
              </a:ext>
            </a:extLst>
          </p:cNvPr>
          <p:cNvSpPr txBox="1"/>
          <p:nvPr/>
        </p:nvSpPr>
        <p:spPr>
          <a:xfrm>
            <a:off x="8517349" y="4845309"/>
            <a:ext cx="2047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/>
              <a:t>15/01/25</a:t>
            </a:r>
          </a:p>
          <a:p>
            <a:pPr algn="ctr"/>
            <a:r>
              <a:rPr lang="pt-BR" sz="1800" dirty="0" err="1"/>
              <a:t>PMT</a:t>
            </a:r>
            <a:r>
              <a:rPr lang="pt-BR" sz="1800" dirty="0"/>
              <a:t> -5 k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349B00-9E8B-EC2E-ECBB-6B30B0A9C216}"/>
              </a:ext>
            </a:extLst>
          </p:cNvPr>
          <p:cNvSpPr txBox="1"/>
          <p:nvPr/>
        </p:nvSpPr>
        <p:spPr>
          <a:xfrm>
            <a:off x="115868" y="9031506"/>
            <a:ext cx="11587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Nesse cenário, ideal será voltar a data da gravação do saldo, para utilizar  o valor sacado e implantar a quitação, estornado ao cliente o valor pago para o cliente,  bem como o juros e CM.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22C248-0D35-327E-9956-1E3DA4361554}"/>
              </a:ext>
            </a:extLst>
          </p:cNvPr>
          <p:cNvSpPr txBox="1"/>
          <p:nvPr/>
        </p:nvSpPr>
        <p:spPr>
          <a:xfrm>
            <a:off x="1290403" y="296978"/>
            <a:ext cx="8241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Bradesco Sans" panose="00000500000000000000" pitchFamily="2" charset="0"/>
              </a:rPr>
              <a:t>Cenário 2 </a:t>
            </a:r>
          </a:p>
        </p:txBody>
      </p:sp>
      <p:sp>
        <p:nvSpPr>
          <p:cNvPr id="18" name="Chave Direita 17">
            <a:extLst>
              <a:ext uri="{FF2B5EF4-FFF2-40B4-BE49-F238E27FC236}">
                <a16:creationId xmlns:a16="http://schemas.microsoft.com/office/drawing/2014/main" id="{54C62428-801E-13D6-4A72-707050F57E54}"/>
              </a:ext>
            </a:extLst>
          </p:cNvPr>
          <p:cNvSpPr/>
          <p:nvPr/>
        </p:nvSpPr>
        <p:spPr>
          <a:xfrm rot="16200000">
            <a:off x="7856489" y="2579225"/>
            <a:ext cx="520261" cy="2849253"/>
          </a:xfrm>
          <a:prstGeom prst="rightBrace">
            <a:avLst>
              <a:gd name="adj1" fmla="val 8333"/>
              <a:gd name="adj2" fmla="val 24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0A793C4-CCD5-6405-C830-59A659155E01}"/>
              </a:ext>
            </a:extLst>
          </p:cNvPr>
          <p:cNvSpPr txBox="1"/>
          <p:nvPr/>
        </p:nvSpPr>
        <p:spPr>
          <a:xfrm>
            <a:off x="3987053" y="3322478"/>
            <a:ext cx="34522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75000"/>
                  </a:schemeClr>
                </a:solidFill>
              </a:rPr>
              <a:t>Impedir a solicitação do saque com prazo de vencimento menor que 5 dias Uteis </a:t>
            </a:r>
          </a:p>
        </p:txBody>
      </p:sp>
    </p:spTree>
    <p:extLst>
      <p:ext uri="{BB962C8B-B14F-4D97-AF65-F5344CB8AC3E}">
        <p14:creationId xmlns:p14="http://schemas.microsoft.com/office/powerpoint/2010/main" val="456335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56A00B0-9660-C5F7-AF9F-840FE43C0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" y="0"/>
            <a:ext cx="17557045" cy="987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8EC548A-B6C4-2D4F-4998-956679B5F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9" y="1273764"/>
            <a:ext cx="8917101" cy="532099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54A6073-3805-FD16-43A3-706B6F41A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29" y="6594763"/>
            <a:ext cx="8859411" cy="29531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E7BB53A-A672-5156-797C-902CDE491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726" y="1405710"/>
            <a:ext cx="5572903" cy="238158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F39191E-464A-BD10-EC57-4CDA54C9D8B2}"/>
              </a:ext>
            </a:extLst>
          </p:cNvPr>
          <p:cNvSpPr txBox="1"/>
          <p:nvPr/>
        </p:nvSpPr>
        <p:spPr>
          <a:xfrm>
            <a:off x="9373726" y="3934263"/>
            <a:ext cx="173528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9143543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226153"/>
      </p:ext>
    </p:extLst>
  </p:cSld>
  <p:clrMapOvr>
    <a:masterClrMapping/>
  </p:clrMapOvr>
</p:sld>
</file>

<file path=ppt/theme/theme1.xml><?xml version="1.0" encoding="utf-8"?>
<a:theme xmlns:a="http://schemas.openxmlformats.org/drawingml/2006/main" name="Bradesco | INST">
  <a:themeElements>
    <a:clrScheme name="Personalizar 1">
      <a:dk1>
        <a:srgbClr val="6D6E71"/>
      </a:dk1>
      <a:lt1>
        <a:srgbClr val="FFFFFF"/>
      </a:lt1>
      <a:dk2>
        <a:srgbClr val="6D6E71"/>
      </a:dk2>
      <a:lt2>
        <a:srgbClr val="FFFFFF"/>
      </a:lt2>
      <a:accent1>
        <a:srgbClr val="CC092F"/>
      </a:accent1>
      <a:accent2>
        <a:srgbClr val="B81570"/>
      </a:accent2>
      <a:accent3>
        <a:srgbClr val="333B8F"/>
      </a:accent3>
      <a:accent4>
        <a:srgbClr val="9D0D20"/>
      </a:accent4>
      <a:accent5>
        <a:srgbClr val="BEBEBE"/>
      </a:accent5>
      <a:accent6>
        <a:srgbClr val="7E7E7E"/>
      </a:accent6>
      <a:hlink>
        <a:srgbClr val="3F3F3F"/>
      </a:hlink>
      <a:folHlink>
        <a:srgbClr val="3F3F3F"/>
      </a:folHlink>
    </a:clrScheme>
    <a:fontScheme name="Bradesco">
      <a:majorFont>
        <a:latin typeface="Bradesco Sans"/>
        <a:ea typeface=""/>
        <a:cs typeface=""/>
      </a:majorFont>
      <a:minorFont>
        <a:latin typeface="Bradesc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TITUCIONAL_CAPA_TRANSICAO_CONTEUDO_MOD_1" id="{039BDCAA-0E85-4849-B459-F27CB4E3B84D}" vid="{97B2DB3B-1C74-C74E-8543-CC93FEC763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1019</TotalTime>
  <Words>433</Words>
  <Application>Microsoft Office PowerPoint</Application>
  <PresentationFormat>Personalizar</PresentationFormat>
  <Paragraphs>132</Paragraphs>
  <Slides>10</Slides>
  <Notes>3</Notes>
  <HiddenSlides>2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Bradesco Sans</vt:lpstr>
      <vt:lpstr>Bradesco Sans Light</vt:lpstr>
      <vt:lpstr>Calibri</vt:lpstr>
      <vt:lpstr>Verdana</vt:lpstr>
      <vt:lpstr>Bradesco | INST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CLEBERTON MOLICO RODRIGUES</dc:creator>
  <cp:keywords/>
  <dc:description/>
  <cp:lastModifiedBy>CLEBERTON MOLICO RODRIGUES</cp:lastModifiedBy>
  <cp:revision>1</cp:revision>
  <dcterms:created xsi:type="dcterms:W3CDTF">2025-01-21T11:47:50Z</dcterms:created>
  <dcterms:modified xsi:type="dcterms:W3CDTF">2025-01-30T12:19:27Z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744d47-054c-4a5b-a8cc-ce8d6aa1d270_Enabled">
    <vt:lpwstr>true</vt:lpwstr>
  </property>
  <property fmtid="{D5CDD505-2E9C-101B-9397-08002B2CF9AE}" pid="3" name="MSIP_Label_2a744d47-054c-4a5b-a8cc-ce8d6aa1d270_SetDate">
    <vt:lpwstr>2022-02-16T11:57:06Z</vt:lpwstr>
  </property>
  <property fmtid="{D5CDD505-2E9C-101B-9397-08002B2CF9AE}" pid="4" name="MSIP_Label_2a744d47-054c-4a5b-a8cc-ce8d6aa1d270_Method">
    <vt:lpwstr>Privileged</vt:lpwstr>
  </property>
  <property fmtid="{D5CDD505-2E9C-101B-9397-08002B2CF9AE}" pid="5" name="MSIP_Label_2a744d47-054c-4a5b-a8cc-ce8d6aa1d270_Name">
    <vt:lpwstr>2a744d47-054c-4a5b-a8cc-ce8d6aa1d270</vt:lpwstr>
  </property>
  <property fmtid="{D5CDD505-2E9C-101B-9397-08002B2CF9AE}" pid="6" name="MSIP_Label_2a744d47-054c-4a5b-a8cc-ce8d6aa1d270_SiteId">
    <vt:lpwstr>ccd25372-eb59-436a-ad74-78a49d784cf3</vt:lpwstr>
  </property>
  <property fmtid="{D5CDD505-2E9C-101B-9397-08002B2CF9AE}" pid="7" name="MSIP_Label_2a744d47-054c-4a5b-a8cc-ce8d6aa1d270_ActionId">
    <vt:lpwstr>971fef28-8579-4137-93a0-7f4b51308a3b</vt:lpwstr>
  </property>
  <property fmtid="{D5CDD505-2E9C-101B-9397-08002B2CF9AE}" pid="8" name="MSIP_Label_2a744d47-054c-4a5b-a8cc-ce8d6aa1d270_ContentBits">
    <vt:lpwstr>0</vt:lpwstr>
  </property>
</Properties>
</file>