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3" r:id="rId4"/>
    <p:sldId id="277" r:id="rId5"/>
    <p:sldId id="276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63A21-378D-4FC9-A078-21439803C0E4}" v="271" dt="2025-01-23T14:48:12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3" autoAdjust="0"/>
    <p:restoredTop sz="94660"/>
  </p:normalViewPr>
  <p:slideViewPr>
    <p:cSldViewPr snapToGrid="0">
      <p:cViewPr varScale="1">
        <p:scale>
          <a:sx n="85" d="100"/>
          <a:sy n="85" d="100"/>
        </p:scale>
        <p:origin x="610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BERTON MOLICO RODRIGUES" userId="05ca6aa5-1e9a-41e8-a4a8-3e6e080ab2da" providerId="ADAL" clId="{B9663A21-378D-4FC9-A078-21439803C0E4}"/>
    <pc:docChg chg="undo custSel addSld modSld sldOrd">
      <pc:chgData name="CLEBERTON MOLICO RODRIGUES" userId="05ca6aa5-1e9a-41e8-a4a8-3e6e080ab2da" providerId="ADAL" clId="{B9663A21-378D-4FC9-A078-21439803C0E4}" dt="2025-01-23T14:49:46.824" v="1255" actId="14100"/>
      <pc:docMkLst>
        <pc:docMk/>
      </pc:docMkLst>
      <pc:sldChg chg="addSp delSp modSp mod">
        <pc:chgData name="CLEBERTON MOLICO RODRIGUES" userId="05ca6aa5-1e9a-41e8-a4a8-3e6e080ab2da" providerId="ADAL" clId="{B9663A21-378D-4FC9-A078-21439803C0E4}" dt="2025-01-17T18:28:20.931" v="291" actId="313"/>
        <pc:sldMkLst>
          <pc:docMk/>
          <pc:sldMk cId="2888687321" sldId="273"/>
        </pc:sldMkLst>
        <pc:spChg chg="mod">
          <ac:chgData name="CLEBERTON MOLICO RODRIGUES" userId="05ca6aa5-1e9a-41e8-a4a8-3e6e080ab2da" providerId="ADAL" clId="{B9663A21-378D-4FC9-A078-21439803C0E4}" dt="2025-01-17T18:25:22.515" v="290" actId="20577"/>
          <ac:spMkLst>
            <pc:docMk/>
            <pc:sldMk cId="2888687321" sldId="273"/>
            <ac:spMk id="3" creationId="{1A692E14-67EA-A43A-EA34-CB030718925E}"/>
          </ac:spMkLst>
        </pc:spChg>
        <pc:spChg chg="mod">
          <ac:chgData name="CLEBERTON MOLICO RODRIGUES" userId="05ca6aa5-1e9a-41e8-a4a8-3e6e080ab2da" providerId="ADAL" clId="{B9663A21-378D-4FC9-A078-21439803C0E4}" dt="2025-01-17T18:28:20.931" v="291" actId="313"/>
          <ac:spMkLst>
            <pc:docMk/>
            <pc:sldMk cId="2888687321" sldId="273"/>
            <ac:spMk id="10" creationId="{49FB61A2-233A-2763-19CF-554FB2E1F280}"/>
          </ac:spMkLst>
        </pc:spChg>
        <pc:spChg chg="mod">
          <ac:chgData name="CLEBERTON MOLICO RODRIGUES" userId="05ca6aa5-1e9a-41e8-a4a8-3e6e080ab2da" providerId="ADAL" clId="{B9663A21-378D-4FC9-A078-21439803C0E4}" dt="2025-01-17T18:09:36.160" v="233" actId="1037"/>
          <ac:spMkLst>
            <pc:docMk/>
            <pc:sldMk cId="2888687321" sldId="273"/>
            <ac:spMk id="26" creationId="{108A356C-0256-2587-B927-A41DCE5F3529}"/>
          </ac:spMkLst>
        </pc:spChg>
        <pc:spChg chg="mod">
          <ac:chgData name="CLEBERTON MOLICO RODRIGUES" userId="05ca6aa5-1e9a-41e8-a4a8-3e6e080ab2da" providerId="ADAL" clId="{B9663A21-378D-4FC9-A078-21439803C0E4}" dt="2025-01-17T18:11:56.037" v="273" actId="20577"/>
          <ac:spMkLst>
            <pc:docMk/>
            <pc:sldMk cId="2888687321" sldId="273"/>
            <ac:spMk id="32" creationId="{75657ACF-77A9-A641-3042-73AEDAC3E929}"/>
          </ac:spMkLst>
        </pc:spChg>
        <pc:spChg chg="mod">
          <ac:chgData name="CLEBERTON MOLICO RODRIGUES" userId="05ca6aa5-1e9a-41e8-a4a8-3e6e080ab2da" providerId="ADAL" clId="{B9663A21-378D-4FC9-A078-21439803C0E4}" dt="2025-01-17T18:08:09.268" v="193" actId="14100"/>
          <ac:spMkLst>
            <pc:docMk/>
            <pc:sldMk cId="2888687321" sldId="273"/>
            <ac:spMk id="43" creationId="{919A9099-3F6D-9B68-6042-5BE263F42218}"/>
          </ac:spMkLst>
        </pc:spChg>
        <pc:spChg chg="mod">
          <ac:chgData name="CLEBERTON MOLICO RODRIGUES" userId="05ca6aa5-1e9a-41e8-a4a8-3e6e080ab2da" providerId="ADAL" clId="{B9663A21-378D-4FC9-A078-21439803C0E4}" dt="2025-01-17T18:08:24.501" v="216" actId="1036"/>
          <ac:spMkLst>
            <pc:docMk/>
            <pc:sldMk cId="2888687321" sldId="273"/>
            <ac:spMk id="62" creationId="{0BB344B5-4126-96AF-05BE-A9B0A9D6B865}"/>
          </ac:spMkLst>
        </pc:spChg>
        <pc:cxnChg chg="add mod">
          <ac:chgData name="CLEBERTON MOLICO RODRIGUES" userId="05ca6aa5-1e9a-41e8-a4a8-3e6e080ab2da" providerId="ADAL" clId="{B9663A21-378D-4FC9-A078-21439803C0E4}" dt="2025-01-17T18:08:48.523" v="218" actId="208"/>
          <ac:cxnSpMkLst>
            <pc:docMk/>
            <pc:sldMk cId="2888687321" sldId="273"/>
            <ac:cxnSpMk id="14" creationId="{29E96E25-54BC-1E60-34F4-707A853305BF}"/>
          </ac:cxnSpMkLst>
        </pc:cxnChg>
        <pc:cxnChg chg="mod">
          <ac:chgData name="CLEBERTON MOLICO RODRIGUES" userId="05ca6aa5-1e9a-41e8-a4a8-3e6e080ab2da" providerId="ADAL" clId="{B9663A21-378D-4FC9-A078-21439803C0E4}" dt="2025-01-17T18:08:56.206" v="219" actId="14100"/>
          <ac:cxnSpMkLst>
            <pc:docMk/>
            <pc:sldMk cId="2888687321" sldId="273"/>
            <ac:cxnSpMk id="15" creationId="{1A3C6BAF-EB2A-AC86-C0B9-9871821B2DAB}"/>
          </ac:cxnSpMkLst>
        </pc:cxnChg>
        <pc:cxnChg chg="mod">
          <ac:chgData name="CLEBERTON MOLICO RODRIGUES" userId="05ca6aa5-1e9a-41e8-a4a8-3e6e080ab2da" providerId="ADAL" clId="{B9663A21-378D-4FC9-A078-21439803C0E4}" dt="2025-01-17T18:09:45.438" v="234" actId="14100"/>
          <ac:cxnSpMkLst>
            <pc:docMk/>
            <pc:sldMk cId="2888687321" sldId="273"/>
            <ac:cxnSpMk id="39" creationId="{58CA9EC0-F3B7-CFE9-51FA-0415E1A83054}"/>
          </ac:cxnSpMkLst>
        </pc:cxnChg>
        <pc:cxnChg chg="del mod">
          <ac:chgData name="CLEBERTON MOLICO RODRIGUES" userId="05ca6aa5-1e9a-41e8-a4a8-3e6e080ab2da" providerId="ADAL" clId="{B9663A21-378D-4FC9-A078-21439803C0E4}" dt="2025-01-17T18:07:46.907" v="191" actId="478"/>
          <ac:cxnSpMkLst>
            <pc:docMk/>
            <pc:sldMk cId="2888687321" sldId="273"/>
            <ac:cxnSpMk id="48" creationId="{145FD2E0-EC92-6118-FEA5-1A9D21EE76FA}"/>
          </ac:cxnSpMkLst>
        </pc:cxnChg>
        <pc:cxnChg chg="mod">
          <ac:chgData name="CLEBERTON MOLICO RODRIGUES" userId="05ca6aa5-1e9a-41e8-a4a8-3e6e080ab2da" providerId="ADAL" clId="{B9663A21-378D-4FC9-A078-21439803C0E4}" dt="2025-01-17T18:10:37.106" v="240" actId="1582"/>
          <ac:cxnSpMkLst>
            <pc:docMk/>
            <pc:sldMk cId="2888687321" sldId="273"/>
            <ac:cxnSpMk id="60" creationId="{0E4926A6-070F-EB81-8442-4088528E7BF5}"/>
          </ac:cxnSpMkLst>
        </pc:cxnChg>
        <pc:cxnChg chg="mod">
          <ac:chgData name="CLEBERTON MOLICO RODRIGUES" userId="05ca6aa5-1e9a-41e8-a4a8-3e6e080ab2da" providerId="ADAL" clId="{B9663A21-378D-4FC9-A078-21439803C0E4}" dt="2025-01-17T18:10:17.512" v="236" actId="208"/>
          <ac:cxnSpMkLst>
            <pc:docMk/>
            <pc:sldMk cId="2888687321" sldId="273"/>
            <ac:cxnSpMk id="70" creationId="{AF42699E-59BE-58EE-76C5-213A27E2178B}"/>
          </ac:cxnSpMkLst>
        </pc:cxnChg>
        <pc:cxnChg chg="mod">
          <ac:chgData name="CLEBERTON MOLICO RODRIGUES" userId="05ca6aa5-1e9a-41e8-a4a8-3e6e080ab2da" providerId="ADAL" clId="{B9663A21-378D-4FC9-A078-21439803C0E4}" dt="2025-01-17T18:08:24.501" v="216" actId="1036"/>
          <ac:cxnSpMkLst>
            <pc:docMk/>
            <pc:sldMk cId="2888687321" sldId="273"/>
            <ac:cxnSpMk id="71" creationId="{9252E074-C522-AD2A-2FD9-ABD6E329B55B}"/>
          </ac:cxnSpMkLst>
        </pc:cxnChg>
      </pc:sldChg>
      <pc:sldChg chg="addSp delSp modSp add mod ord">
        <pc:chgData name="CLEBERTON MOLICO RODRIGUES" userId="05ca6aa5-1e9a-41e8-a4a8-3e6e080ab2da" providerId="ADAL" clId="{B9663A21-378D-4FC9-A078-21439803C0E4}" dt="2025-01-21T11:18:23.108" v="1225" actId="1037"/>
        <pc:sldMkLst>
          <pc:docMk/>
          <pc:sldMk cId="4229053759" sldId="274"/>
        </pc:sldMkLst>
        <pc:spChg chg="mod">
          <ac:chgData name="CLEBERTON MOLICO RODRIGUES" userId="05ca6aa5-1e9a-41e8-a4a8-3e6e080ab2da" providerId="ADAL" clId="{B9663A21-378D-4FC9-A078-21439803C0E4}" dt="2025-01-20T13:02:20.881" v="1006" actId="1076"/>
          <ac:spMkLst>
            <pc:docMk/>
            <pc:sldMk cId="4229053759" sldId="274"/>
            <ac:spMk id="3" creationId="{1A692E14-67EA-A43A-EA34-CB030718925E}"/>
          </ac:spMkLst>
        </pc:spChg>
        <pc:spChg chg="mod">
          <ac:chgData name="CLEBERTON MOLICO RODRIGUES" userId="05ca6aa5-1e9a-41e8-a4a8-3e6e080ab2da" providerId="ADAL" clId="{B9663A21-378D-4FC9-A078-21439803C0E4}" dt="2025-01-21T11:18:09.084" v="1223" actId="1076"/>
          <ac:spMkLst>
            <pc:docMk/>
            <pc:sldMk cId="4229053759" sldId="274"/>
            <ac:spMk id="5" creationId="{57434194-15E1-DCC8-3961-6A5653100F8A}"/>
          </ac:spMkLst>
        </pc:spChg>
        <pc:spChg chg="mod">
          <ac:chgData name="CLEBERTON MOLICO RODRIGUES" userId="05ca6aa5-1e9a-41e8-a4a8-3e6e080ab2da" providerId="ADAL" clId="{B9663A21-378D-4FC9-A078-21439803C0E4}" dt="2025-01-21T11:18:09.084" v="1223" actId="1076"/>
          <ac:spMkLst>
            <pc:docMk/>
            <pc:sldMk cId="4229053759" sldId="274"/>
            <ac:spMk id="6" creationId="{B04512DD-A2FB-F1E0-2F2A-EE276E432E89}"/>
          </ac:spMkLst>
        </pc:spChg>
        <pc:spChg chg="mod">
          <ac:chgData name="CLEBERTON MOLICO RODRIGUES" userId="05ca6aa5-1e9a-41e8-a4a8-3e6e080ab2da" providerId="ADAL" clId="{B9663A21-378D-4FC9-A078-21439803C0E4}" dt="2025-01-21T11:18:09.084" v="1223" actId="1076"/>
          <ac:spMkLst>
            <pc:docMk/>
            <pc:sldMk cId="4229053759" sldId="274"/>
            <ac:spMk id="7" creationId="{6B5DE98B-E76C-15DF-4E87-35F76E2AF236}"/>
          </ac:spMkLst>
        </pc:spChg>
        <pc:spChg chg="del mod">
          <ac:chgData name="CLEBERTON MOLICO RODRIGUES" userId="05ca6aa5-1e9a-41e8-a4a8-3e6e080ab2da" providerId="ADAL" clId="{B9663A21-378D-4FC9-A078-21439803C0E4}" dt="2025-01-17T17:20:01.927" v="75" actId="478"/>
          <ac:spMkLst>
            <pc:docMk/>
            <pc:sldMk cId="4229053759" sldId="274"/>
            <ac:spMk id="8" creationId="{5E893431-19CF-B1B0-BE10-16DBE8754254}"/>
          </ac:spMkLst>
        </pc:spChg>
        <pc:spChg chg="add del mod">
          <ac:chgData name="CLEBERTON MOLICO RODRIGUES" userId="05ca6aa5-1e9a-41e8-a4a8-3e6e080ab2da" providerId="ADAL" clId="{B9663A21-378D-4FC9-A078-21439803C0E4}" dt="2025-01-21T11:18:09.084" v="1223" actId="1076"/>
          <ac:spMkLst>
            <pc:docMk/>
            <pc:sldMk cId="4229053759" sldId="274"/>
            <ac:spMk id="10" creationId="{49FB61A2-233A-2763-19CF-554FB2E1F280}"/>
          </ac:spMkLst>
        </pc:spChg>
        <pc:spChg chg="mod">
          <ac:chgData name="CLEBERTON MOLICO RODRIGUES" userId="05ca6aa5-1e9a-41e8-a4a8-3e6e080ab2da" providerId="ADAL" clId="{B9663A21-378D-4FC9-A078-21439803C0E4}" dt="2025-01-21T11:18:09.084" v="1223" actId="1076"/>
          <ac:spMkLst>
            <pc:docMk/>
            <pc:sldMk cId="4229053759" sldId="274"/>
            <ac:spMk id="13" creationId="{97EC1DDD-E684-F7B0-BB23-EFD5CC265966}"/>
          </ac:spMkLst>
        </pc:spChg>
        <pc:spChg chg="mod">
          <ac:chgData name="CLEBERTON MOLICO RODRIGUES" userId="05ca6aa5-1e9a-41e8-a4a8-3e6e080ab2da" providerId="ADAL" clId="{B9663A21-378D-4FC9-A078-21439803C0E4}" dt="2025-01-21T11:18:23.108" v="1225" actId="1037"/>
          <ac:spMkLst>
            <pc:docMk/>
            <pc:sldMk cId="4229053759" sldId="274"/>
            <ac:spMk id="26" creationId="{108A356C-0256-2587-B927-A41DCE5F3529}"/>
          </ac:spMkLst>
        </pc:spChg>
        <pc:spChg chg="del">
          <ac:chgData name="CLEBERTON MOLICO RODRIGUES" userId="05ca6aa5-1e9a-41e8-a4a8-3e6e080ab2da" providerId="ADAL" clId="{B9663A21-378D-4FC9-A078-21439803C0E4}" dt="2025-01-17T17:18:28.242" v="3" actId="478"/>
          <ac:spMkLst>
            <pc:docMk/>
            <pc:sldMk cId="4229053759" sldId="274"/>
            <ac:spMk id="32" creationId="{75657ACF-77A9-A641-3042-73AEDAC3E929}"/>
          </ac:spMkLst>
        </pc:spChg>
        <pc:spChg chg="del mod">
          <ac:chgData name="CLEBERTON MOLICO RODRIGUES" userId="05ca6aa5-1e9a-41e8-a4a8-3e6e080ab2da" providerId="ADAL" clId="{B9663A21-378D-4FC9-A078-21439803C0E4}" dt="2025-01-17T17:19:09.179" v="12" actId="478"/>
          <ac:spMkLst>
            <pc:docMk/>
            <pc:sldMk cId="4229053759" sldId="274"/>
            <ac:spMk id="43" creationId="{919A9099-3F6D-9B68-6042-5BE263F42218}"/>
          </ac:spMkLst>
        </pc:spChg>
        <pc:spChg chg="del mod">
          <ac:chgData name="CLEBERTON MOLICO RODRIGUES" userId="05ca6aa5-1e9a-41e8-a4a8-3e6e080ab2da" providerId="ADAL" clId="{B9663A21-378D-4FC9-A078-21439803C0E4}" dt="2025-01-17T17:18:52.504" v="8" actId="478"/>
          <ac:spMkLst>
            <pc:docMk/>
            <pc:sldMk cId="4229053759" sldId="274"/>
            <ac:spMk id="62" creationId="{0BB344B5-4126-96AF-05BE-A9B0A9D6B865}"/>
          </ac:spMkLst>
        </pc:spChg>
        <pc:spChg chg="del mod">
          <ac:chgData name="CLEBERTON MOLICO RODRIGUES" userId="05ca6aa5-1e9a-41e8-a4a8-3e6e080ab2da" providerId="ADAL" clId="{B9663A21-378D-4FC9-A078-21439803C0E4}" dt="2025-01-17T17:18:33.007" v="5" actId="478"/>
          <ac:spMkLst>
            <pc:docMk/>
            <pc:sldMk cId="4229053759" sldId="274"/>
            <ac:spMk id="82" creationId="{2397F79C-622D-7D2C-12ED-32140D4CBB14}"/>
          </ac:spMkLst>
        </pc:spChg>
        <pc:cxnChg chg="del mod">
          <ac:chgData name="CLEBERTON MOLICO RODRIGUES" userId="05ca6aa5-1e9a-41e8-a4a8-3e6e080ab2da" providerId="ADAL" clId="{B9663A21-378D-4FC9-A078-21439803C0E4}" dt="2025-01-17T17:19:26.330" v="16" actId="478"/>
          <ac:cxnSpMkLst>
            <pc:docMk/>
            <pc:sldMk cId="4229053759" sldId="274"/>
            <ac:cxnSpMk id="15" creationId="{1A3C6BAF-EB2A-AC86-C0B9-9871821B2DAB}"/>
          </ac:cxnSpMkLst>
        </pc:cxnChg>
        <pc:cxnChg chg="mod">
          <ac:chgData name="CLEBERTON MOLICO RODRIGUES" userId="05ca6aa5-1e9a-41e8-a4a8-3e6e080ab2da" providerId="ADAL" clId="{B9663A21-378D-4FC9-A078-21439803C0E4}" dt="2025-01-21T11:18:09.084" v="1223" actId="1076"/>
          <ac:cxnSpMkLst>
            <pc:docMk/>
            <pc:sldMk cId="4229053759" sldId="274"/>
            <ac:cxnSpMk id="19" creationId="{BFD24A4B-39E9-C286-4BAB-1A715C09B061}"/>
          </ac:cxnSpMkLst>
        </pc:cxnChg>
        <pc:cxnChg chg="mod">
          <ac:chgData name="CLEBERTON MOLICO RODRIGUES" userId="05ca6aa5-1e9a-41e8-a4a8-3e6e080ab2da" providerId="ADAL" clId="{B9663A21-378D-4FC9-A078-21439803C0E4}" dt="2025-01-21T11:18:09.084" v="1223" actId="1076"/>
          <ac:cxnSpMkLst>
            <pc:docMk/>
            <pc:sldMk cId="4229053759" sldId="274"/>
            <ac:cxnSpMk id="21" creationId="{DCA3830B-EC2E-6EF4-87E3-0B275C93CF6E}"/>
          </ac:cxnSpMkLst>
        </pc:cxnChg>
        <pc:cxnChg chg="mod">
          <ac:chgData name="CLEBERTON MOLICO RODRIGUES" userId="05ca6aa5-1e9a-41e8-a4a8-3e6e080ab2da" providerId="ADAL" clId="{B9663A21-378D-4FC9-A078-21439803C0E4}" dt="2025-01-21T11:18:09.084" v="1223" actId="1076"/>
          <ac:cxnSpMkLst>
            <pc:docMk/>
            <pc:sldMk cId="4229053759" sldId="274"/>
            <ac:cxnSpMk id="22" creationId="{E8D42A4D-C8C7-3100-A867-15F00548B137}"/>
          </ac:cxnSpMkLst>
        </pc:cxnChg>
        <pc:cxnChg chg="mod">
          <ac:chgData name="CLEBERTON MOLICO RODRIGUES" userId="05ca6aa5-1e9a-41e8-a4a8-3e6e080ab2da" providerId="ADAL" clId="{B9663A21-378D-4FC9-A078-21439803C0E4}" dt="2025-01-21T11:18:09.084" v="1223" actId="1076"/>
          <ac:cxnSpMkLst>
            <pc:docMk/>
            <pc:sldMk cId="4229053759" sldId="274"/>
            <ac:cxnSpMk id="31" creationId="{4E4564DA-DA8E-BC55-7602-262930119537}"/>
          </ac:cxnSpMkLst>
        </pc:cxnChg>
        <pc:cxnChg chg="del">
          <ac:chgData name="CLEBERTON MOLICO RODRIGUES" userId="05ca6aa5-1e9a-41e8-a4a8-3e6e080ab2da" providerId="ADAL" clId="{B9663A21-378D-4FC9-A078-21439803C0E4}" dt="2025-01-17T17:20:29.291" v="169" actId="478"/>
          <ac:cxnSpMkLst>
            <pc:docMk/>
            <pc:sldMk cId="4229053759" sldId="274"/>
            <ac:cxnSpMk id="39" creationId="{58CA9EC0-F3B7-CFE9-51FA-0415E1A83054}"/>
          </ac:cxnSpMkLst>
        </pc:cxnChg>
        <pc:cxnChg chg="del">
          <ac:chgData name="CLEBERTON MOLICO RODRIGUES" userId="05ca6aa5-1e9a-41e8-a4a8-3e6e080ab2da" providerId="ADAL" clId="{B9663A21-378D-4FC9-A078-21439803C0E4}" dt="2025-01-17T17:18:58.714" v="10" actId="478"/>
          <ac:cxnSpMkLst>
            <pc:docMk/>
            <pc:sldMk cId="4229053759" sldId="274"/>
            <ac:cxnSpMk id="48" creationId="{145FD2E0-EC92-6118-FEA5-1A9D21EE76FA}"/>
          </ac:cxnSpMkLst>
        </pc:cxnChg>
        <pc:cxnChg chg="del mod">
          <ac:chgData name="CLEBERTON MOLICO RODRIGUES" userId="05ca6aa5-1e9a-41e8-a4a8-3e6e080ab2da" providerId="ADAL" clId="{B9663A21-378D-4FC9-A078-21439803C0E4}" dt="2025-01-17T17:20:32.928" v="170" actId="478"/>
          <ac:cxnSpMkLst>
            <pc:docMk/>
            <pc:sldMk cId="4229053759" sldId="274"/>
            <ac:cxnSpMk id="60" creationId="{0E4926A6-070F-EB81-8442-4088528E7BF5}"/>
          </ac:cxnSpMkLst>
        </pc:cxnChg>
        <pc:cxnChg chg="del mod">
          <ac:chgData name="CLEBERTON MOLICO RODRIGUES" userId="05ca6aa5-1e9a-41e8-a4a8-3e6e080ab2da" providerId="ADAL" clId="{B9663A21-378D-4FC9-A078-21439803C0E4}" dt="2025-01-17T17:18:55.669" v="9" actId="478"/>
          <ac:cxnSpMkLst>
            <pc:docMk/>
            <pc:sldMk cId="4229053759" sldId="274"/>
            <ac:cxnSpMk id="70" creationId="{AF42699E-59BE-58EE-76C5-213A27E2178B}"/>
          </ac:cxnSpMkLst>
        </pc:cxnChg>
        <pc:cxnChg chg="del mod">
          <ac:chgData name="CLEBERTON MOLICO RODRIGUES" userId="05ca6aa5-1e9a-41e8-a4a8-3e6e080ab2da" providerId="ADAL" clId="{B9663A21-378D-4FC9-A078-21439803C0E4}" dt="2025-01-17T17:18:44.232" v="6" actId="478"/>
          <ac:cxnSpMkLst>
            <pc:docMk/>
            <pc:sldMk cId="4229053759" sldId="274"/>
            <ac:cxnSpMk id="71" creationId="{9252E074-C522-AD2A-2FD9-ABD6E329B55B}"/>
          </ac:cxnSpMkLst>
        </pc:cxnChg>
      </pc:sldChg>
      <pc:sldChg chg="addSp delSp modSp add mod">
        <pc:chgData name="CLEBERTON MOLICO RODRIGUES" userId="05ca6aa5-1e9a-41e8-a4a8-3e6e080ab2da" providerId="ADAL" clId="{B9663A21-378D-4FC9-A078-21439803C0E4}" dt="2025-01-23T14:49:46.824" v="1255" actId="14100"/>
        <pc:sldMkLst>
          <pc:docMk/>
          <pc:sldMk cId="929725245" sldId="275"/>
        </pc:sldMkLst>
        <pc:spChg chg="add mod">
          <ac:chgData name="CLEBERTON MOLICO RODRIGUES" userId="05ca6aa5-1e9a-41e8-a4a8-3e6e080ab2da" providerId="ADAL" clId="{B9663A21-378D-4FC9-A078-21439803C0E4}" dt="2025-01-21T11:04:30.378" v="1007" actId="1076"/>
          <ac:spMkLst>
            <pc:docMk/>
            <pc:sldMk cId="929725245" sldId="275"/>
            <ac:spMk id="2" creationId="{F16953B8-1F6D-A04F-D179-2F42538B0316}"/>
          </ac:spMkLst>
        </pc:spChg>
        <pc:spChg chg="mod">
          <ac:chgData name="CLEBERTON MOLICO RODRIGUES" userId="05ca6aa5-1e9a-41e8-a4a8-3e6e080ab2da" providerId="ADAL" clId="{B9663A21-378D-4FC9-A078-21439803C0E4}" dt="2025-01-20T13:02:11.678" v="1005" actId="1076"/>
          <ac:spMkLst>
            <pc:docMk/>
            <pc:sldMk cId="929725245" sldId="275"/>
            <ac:spMk id="3" creationId="{1A692E14-67EA-A43A-EA34-CB030718925E}"/>
          </ac:spMkLst>
        </pc:spChg>
        <pc:spChg chg="add mod">
          <ac:chgData name="CLEBERTON MOLICO RODRIGUES" userId="05ca6aa5-1e9a-41e8-a4a8-3e6e080ab2da" providerId="ADAL" clId="{B9663A21-378D-4FC9-A078-21439803C0E4}" dt="2025-01-21T11:12:41.950" v="1222" actId="1076"/>
          <ac:spMkLst>
            <pc:docMk/>
            <pc:sldMk cId="929725245" sldId="275"/>
            <ac:spMk id="4" creationId="{8BB463A9-5958-775F-C5AE-C6ACC33A6DD3}"/>
          </ac:spMkLst>
        </pc:spChg>
        <pc:spChg chg="add mod">
          <ac:chgData name="CLEBERTON MOLICO RODRIGUES" userId="05ca6aa5-1e9a-41e8-a4a8-3e6e080ab2da" providerId="ADAL" clId="{B9663A21-378D-4FC9-A078-21439803C0E4}" dt="2025-01-20T12:53:30.276" v="465"/>
          <ac:spMkLst>
            <pc:docMk/>
            <pc:sldMk cId="929725245" sldId="275"/>
            <ac:spMk id="4" creationId="{DEBF74FF-A38A-2627-39C4-92E8BA3ACB91}"/>
          </ac:spMkLst>
        </pc:spChg>
        <pc:spChg chg="add mod">
          <ac:chgData name="CLEBERTON MOLICO RODRIGUES" userId="05ca6aa5-1e9a-41e8-a4a8-3e6e080ab2da" providerId="ADAL" clId="{B9663A21-378D-4FC9-A078-21439803C0E4}" dt="2025-01-23T14:49:24.051" v="1251" actId="1076"/>
          <ac:spMkLst>
            <pc:docMk/>
            <pc:sldMk cId="929725245" sldId="275"/>
            <ac:spMk id="9" creationId="{80D93304-CBA9-3C32-DBFB-8DA706FEBCB6}"/>
          </ac:spMkLst>
        </pc:spChg>
        <pc:spChg chg="del">
          <ac:chgData name="CLEBERTON MOLICO RODRIGUES" userId="05ca6aa5-1e9a-41e8-a4a8-3e6e080ab2da" providerId="ADAL" clId="{B9663A21-378D-4FC9-A078-21439803C0E4}" dt="2025-01-20T12:46:18.038" v="293" actId="478"/>
          <ac:spMkLst>
            <pc:docMk/>
            <pc:sldMk cId="929725245" sldId="275"/>
            <ac:spMk id="32" creationId="{75657ACF-77A9-A641-3042-73AEDAC3E929}"/>
          </ac:spMkLst>
        </pc:spChg>
        <pc:spChg chg="del">
          <ac:chgData name="CLEBERTON MOLICO RODRIGUES" userId="05ca6aa5-1e9a-41e8-a4a8-3e6e080ab2da" providerId="ADAL" clId="{B9663A21-378D-4FC9-A078-21439803C0E4}" dt="2025-01-20T12:46:20.851" v="294" actId="478"/>
          <ac:spMkLst>
            <pc:docMk/>
            <pc:sldMk cId="929725245" sldId="275"/>
            <ac:spMk id="82" creationId="{2397F79C-622D-7D2C-12ED-32140D4CBB14}"/>
          </ac:spMkLst>
        </pc:spChg>
        <pc:cxnChg chg="add mod">
          <ac:chgData name="CLEBERTON MOLICO RODRIGUES" userId="05ca6aa5-1e9a-41e8-a4a8-3e6e080ab2da" providerId="ADAL" clId="{B9663A21-378D-4FC9-A078-21439803C0E4}" dt="2025-01-23T14:49:46.824" v="1255" actId="14100"/>
          <ac:cxnSpMkLst>
            <pc:docMk/>
            <pc:sldMk cId="929725245" sldId="275"/>
            <ac:cxnSpMk id="12" creationId="{B579060C-6A82-F523-FFC6-16CB562BE95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1E5F9-0388-8319-217C-14A8F2AC7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980417-FC24-5416-E94B-D97A11FC3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2CAE68-C68A-EB13-14B2-9A90585B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E20653-7EE8-C777-20E8-83A7CEB7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8ECC2A-0DDA-D117-F530-ED4FF654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63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F134B-FE43-4E9D-DFFD-897F3ACE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D9BE9D-9B4C-3038-2B61-B488B7C67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DEE09F-6697-CA4F-213A-1F53303A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C4C46D-4DCE-9EA1-C613-2BB25025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522A76-EB59-9DA3-353A-1C73A1CA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96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8A3D0-5189-37F0-5D9D-318470A0E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2FEB19-733C-A02F-5BD3-585602F68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C795AD-36BC-6E6A-E4EE-64697316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50847E-E249-6722-5F35-0810401A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C94506-23D9-9E02-4E6D-390F3C15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72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A9841-0DDA-6B77-EFAE-C28A6320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AD904C-C18B-D835-CA00-F3EFFACC6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E48420-326B-8A0C-E227-E0BC68B1F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D18368-4F8B-0D74-9A19-F7294C63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A67C8-151E-B5EE-0F24-F35F12C3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E098E2-64EB-111F-BB5E-50ED7BB6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87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359F3-8763-5281-18C9-C802F3E6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81246-7AD8-9E9A-5F0D-9B89C85C8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B8AC77-071F-6275-3011-D69044F9B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40DC9F-00C4-60C1-52B7-EAE1A64DE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C4AA35-A6C0-9B64-4C78-5F5AC6E68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C73332-83BF-E54C-8DE7-30397443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C19BE4-9DD2-E42A-C758-3538C2CB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EF2D545-D877-E829-8285-414189C6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08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8C2D2-BB3B-2978-68A1-62CE8F442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41D503E-A792-EEFA-3B59-64E87AA2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244D6A-8C0C-C1CF-EB96-ED95CA2D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3A875D6-001C-EB63-30B6-F6397AD4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46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522152-919C-BAB0-82F8-36C2E172E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EC0376-2F58-8AE6-0040-8ACB74D9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22C328-DA07-64BA-F63C-26C24E55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56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FB8E0-2746-260D-5302-01CCD1C4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BAB96-BC3E-64F3-A7A5-E83453679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795626-DF82-5FA9-83C9-C4D2C8B58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80B175-187E-4C97-2144-348958D7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D7254B-D97C-B09A-402E-0779C54F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462C40-96F0-63F0-CD15-FDCEC506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03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86B1-0813-FCBF-9B9F-0ED9C6F9C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131732-0D9F-3362-72D7-7AC53B0FA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20ADD1-2877-E0C5-822A-4EE98F703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7113DE-7231-856E-C52F-EDD206B8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6143CD-B8C3-E882-08B5-0283B8DF9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3675AE-DA73-7E89-D11E-496E8CA80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92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B5442-327E-FCD6-B4C1-50D56D80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FAEFC6-130E-FED4-4DF3-D1542E6DC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F9BC91-C90C-57AE-6DE4-5FD72CE0C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29A42A-A812-93DD-6B99-ECF6150C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9AF9DF-F357-E7BB-DD34-1F426752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9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2AF2C5-D911-D41A-58B7-178A16328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7BAEB2-EE1A-4187-0E8F-D849431A8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A57540-B29D-CF5D-2E4A-49D489F9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34F565-3E7A-C30B-AEEC-3C3ECA8B6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CA6BC2-2CAB-E758-840B-E6715918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777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4BD1DBD-2BC7-79DF-40CC-7EB765E7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521F8-AAEE-116D-1CEC-0B17AF357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0D5662-6B74-ADCE-2716-861AAADBB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15A66-6FFB-47C4-A42A-6BAADC5522F9}" type="datetimeFigureOut">
              <a:rPr lang="pt-BR" smtClean="0"/>
              <a:t>16/06/2025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C6AE06-C686-2FEA-E0F1-F2602CFB2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B88DAF-2527-95A3-FE7C-64D6DC581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2537D-A219-48F3-8DCC-3EA7824891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140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A692E14-67EA-A43A-EA34-CB030718925E}"/>
              </a:ext>
            </a:extLst>
          </p:cNvPr>
          <p:cNvSpPr txBox="1"/>
          <p:nvPr/>
        </p:nvSpPr>
        <p:spPr>
          <a:xfrm>
            <a:off x="4294027" y="106635"/>
            <a:ext cx="239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Fluxo atual  do </a:t>
            </a:r>
            <a:r>
              <a:rPr lang="pt-BR" dirty="0" err="1"/>
              <a:t>DampIII</a:t>
            </a:r>
            <a:r>
              <a:rPr lang="pt-BR" dirty="0"/>
              <a:t>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434194-15E1-DCC8-3961-6A5653100F8A}"/>
              </a:ext>
            </a:extLst>
          </p:cNvPr>
          <p:cNvSpPr/>
          <p:nvPr/>
        </p:nvSpPr>
        <p:spPr>
          <a:xfrm>
            <a:off x="1507553" y="982153"/>
            <a:ext cx="1339481" cy="811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SOLICITAÇÃO ABATIMENTO MENSAL FGTS </a:t>
            </a:r>
          </a:p>
          <a:p>
            <a:pPr algn="ctr"/>
            <a:endParaRPr lang="pt-BR" sz="11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04512DD-A2FB-F1E0-2F2A-EE276E432E89}"/>
              </a:ext>
            </a:extLst>
          </p:cNvPr>
          <p:cNvSpPr/>
          <p:nvPr/>
        </p:nvSpPr>
        <p:spPr>
          <a:xfrm>
            <a:off x="3652634" y="982153"/>
            <a:ext cx="1339481" cy="811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DIGITALIZAÇÃO E REGULARIZAÇÃO </a:t>
            </a:r>
            <a:r>
              <a:rPr lang="pt-BR" sz="1100" dirty="0" err="1"/>
              <a:t>DOCTOS</a:t>
            </a:r>
            <a:endParaRPr lang="pt-BR" sz="1100" dirty="0"/>
          </a:p>
          <a:p>
            <a:pPr algn="ctr"/>
            <a:endParaRPr lang="pt-BR" sz="11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5DE98B-E76C-15DF-4E87-35F76E2AF236}"/>
              </a:ext>
            </a:extLst>
          </p:cNvPr>
          <p:cNvSpPr/>
          <p:nvPr/>
        </p:nvSpPr>
        <p:spPr>
          <a:xfrm>
            <a:off x="5852048" y="962346"/>
            <a:ext cx="1339481" cy="830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 ANALISE DOCS X ENQUADRAMENTO ABATIMENTO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BFD24A4B-39E9-C286-4BAB-1A715C09B06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847034" y="1387670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DCA3830B-EC2E-6EF4-87E3-0B275C93CF6E}"/>
              </a:ext>
            </a:extLst>
          </p:cNvPr>
          <p:cNvCxnSpPr>
            <a:cxnSpLocks/>
          </p:cNvCxnSpPr>
          <p:nvPr/>
        </p:nvCxnSpPr>
        <p:spPr>
          <a:xfrm>
            <a:off x="4992115" y="1382370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E8D42A4D-C8C7-3100-A867-15F00548B137}"/>
              </a:ext>
            </a:extLst>
          </p:cNvPr>
          <p:cNvCxnSpPr>
            <a:cxnSpLocks/>
          </p:cNvCxnSpPr>
          <p:nvPr/>
        </p:nvCxnSpPr>
        <p:spPr>
          <a:xfrm>
            <a:off x="6530868" y="1753062"/>
            <a:ext cx="0" cy="5858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108A356C-0256-2587-B927-A41DCE5F3529}"/>
              </a:ext>
            </a:extLst>
          </p:cNvPr>
          <p:cNvSpPr/>
          <p:nvPr/>
        </p:nvSpPr>
        <p:spPr>
          <a:xfrm>
            <a:off x="8050572" y="996923"/>
            <a:ext cx="988052" cy="781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Deixa pendente integração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9FB61A2-233A-2763-19CF-554FB2E1F280}"/>
              </a:ext>
            </a:extLst>
          </p:cNvPr>
          <p:cNvSpPr/>
          <p:nvPr/>
        </p:nvSpPr>
        <p:spPr>
          <a:xfrm>
            <a:off x="5848827" y="2338878"/>
            <a:ext cx="1339481" cy="81103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AGUARDANDO RESSARCIMENTO CEF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EC1DDD-E684-F7B0-BB23-EFD5CC265966}"/>
              </a:ext>
            </a:extLst>
          </p:cNvPr>
          <p:cNvSpPr txBox="1"/>
          <p:nvPr/>
        </p:nvSpPr>
        <p:spPr>
          <a:xfrm>
            <a:off x="7195713" y="1146673"/>
            <a:ext cx="788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Aprovado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E4564DA-DA8E-BC55-7602-262930119537}"/>
              </a:ext>
            </a:extLst>
          </p:cNvPr>
          <p:cNvCxnSpPr>
            <a:cxnSpLocks/>
          </p:cNvCxnSpPr>
          <p:nvPr/>
        </p:nvCxnSpPr>
        <p:spPr>
          <a:xfrm>
            <a:off x="7191270" y="1402991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053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A692E14-67EA-A43A-EA34-CB030718925E}"/>
              </a:ext>
            </a:extLst>
          </p:cNvPr>
          <p:cNvSpPr txBox="1"/>
          <p:nvPr/>
        </p:nvSpPr>
        <p:spPr>
          <a:xfrm>
            <a:off x="4276128" y="59777"/>
            <a:ext cx="276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Fluxo proposto  do </a:t>
            </a:r>
            <a:r>
              <a:rPr lang="pt-BR" dirty="0" err="1"/>
              <a:t>DampIII</a:t>
            </a:r>
            <a:r>
              <a:rPr lang="pt-BR" dirty="0"/>
              <a:t>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434194-15E1-DCC8-3961-6A5653100F8A}"/>
              </a:ext>
            </a:extLst>
          </p:cNvPr>
          <p:cNvSpPr/>
          <p:nvPr/>
        </p:nvSpPr>
        <p:spPr>
          <a:xfrm>
            <a:off x="478853" y="772603"/>
            <a:ext cx="1339481" cy="811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SOLICITAÇÃO ABATIMENTO MENSAL FGTS </a:t>
            </a:r>
          </a:p>
          <a:p>
            <a:pPr algn="ctr"/>
            <a:endParaRPr lang="pt-BR" sz="11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04512DD-A2FB-F1E0-2F2A-EE276E432E89}"/>
              </a:ext>
            </a:extLst>
          </p:cNvPr>
          <p:cNvSpPr/>
          <p:nvPr/>
        </p:nvSpPr>
        <p:spPr>
          <a:xfrm>
            <a:off x="2623934" y="772603"/>
            <a:ext cx="1339481" cy="811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DIGITALIZAÇÃO E REGULARIZAÇÃO </a:t>
            </a:r>
            <a:r>
              <a:rPr lang="pt-BR" sz="1100" dirty="0" err="1"/>
              <a:t>DOCTOS</a:t>
            </a:r>
            <a:endParaRPr lang="pt-BR" sz="1100" dirty="0"/>
          </a:p>
          <a:p>
            <a:pPr algn="ctr"/>
            <a:endParaRPr lang="pt-BR" sz="11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5DE98B-E76C-15DF-4E87-35F76E2AF236}"/>
              </a:ext>
            </a:extLst>
          </p:cNvPr>
          <p:cNvSpPr/>
          <p:nvPr/>
        </p:nvSpPr>
        <p:spPr>
          <a:xfrm>
            <a:off x="4823348" y="752796"/>
            <a:ext cx="1339481" cy="830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 ANALISE DOCS X ENQUADRAMENTO ABATIMENTO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E893431-19CF-B1B0-BE10-16DBE8754254}"/>
              </a:ext>
            </a:extLst>
          </p:cNvPr>
          <p:cNvSpPr/>
          <p:nvPr/>
        </p:nvSpPr>
        <p:spPr>
          <a:xfrm>
            <a:off x="9158034" y="772603"/>
            <a:ext cx="1339481" cy="8110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Aprovação do </a:t>
            </a:r>
            <a:r>
              <a:rPr lang="pt-BR" sz="1100" dirty="0" err="1"/>
              <a:t>DAMPIII</a:t>
            </a:r>
            <a:r>
              <a:rPr lang="pt-BR" sz="1100" dirty="0"/>
              <a:t> 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BFD24A4B-39E9-C286-4BAB-1A715C09B06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18334" y="1178120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DCA3830B-EC2E-6EF4-87E3-0B275C93CF6E}"/>
              </a:ext>
            </a:extLst>
          </p:cNvPr>
          <p:cNvCxnSpPr>
            <a:cxnSpLocks/>
          </p:cNvCxnSpPr>
          <p:nvPr/>
        </p:nvCxnSpPr>
        <p:spPr>
          <a:xfrm>
            <a:off x="3963415" y="1172820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E8D42A4D-C8C7-3100-A867-15F00548B137}"/>
              </a:ext>
            </a:extLst>
          </p:cNvPr>
          <p:cNvCxnSpPr>
            <a:cxnSpLocks/>
          </p:cNvCxnSpPr>
          <p:nvPr/>
        </p:nvCxnSpPr>
        <p:spPr>
          <a:xfrm>
            <a:off x="6159608" y="1158309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108A356C-0256-2587-B927-A41DCE5F3529}"/>
              </a:ext>
            </a:extLst>
          </p:cNvPr>
          <p:cNvSpPr/>
          <p:nvPr/>
        </p:nvSpPr>
        <p:spPr>
          <a:xfrm>
            <a:off x="9467128" y="2158869"/>
            <a:ext cx="988052" cy="781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Deixa pendente integração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9FB61A2-233A-2763-19CF-554FB2E1F280}"/>
              </a:ext>
            </a:extLst>
          </p:cNvPr>
          <p:cNvSpPr/>
          <p:nvPr/>
        </p:nvSpPr>
        <p:spPr>
          <a:xfrm>
            <a:off x="6961987" y="772603"/>
            <a:ext cx="1339481" cy="81103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AGUARDANDO RESSARCIMENTO CEF </a:t>
            </a:r>
          </a:p>
          <a:p>
            <a:pPr algn="ctr"/>
            <a:r>
              <a:rPr lang="pt-BR" sz="1100" dirty="0"/>
              <a:t>Transformar  fase automática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EC1DDD-E684-F7B0-BB23-EFD5CC265966}"/>
              </a:ext>
            </a:extLst>
          </p:cNvPr>
          <p:cNvSpPr txBox="1"/>
          <p:nvPr/>
        </p:nvSpPr>
        <p:spPr>
          <a:xfrm>
            <a:off x="8305913" y="937123"/>
            <a:ext cx="788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Aprovado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A3C6BAF-EB2A-AC86-C0B9-9871821B2DAB}"/>
              </a:ext>
            </a:extLst>
          </p:cNvPr>
          <p:cNvCxnSpPr>
            <a:cxnSpLocks/>
            <a:stCxn id="10" idx="2"/>
            <a:endCxn id="43" idx="0"/>
          </p:cNvCxnSpPr>
          <p:nvPr/>
        </p:nvCxnSpPr>
        <p:spPr>
          <a:xfrm>
            <a:off x="7631728" y="1583636"/>
            <a:ext cx="0" cy="8326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E4564DA-DA8E-BC55-7602-262930119537}"/>
              </a:ext>
            </a:extLst>
          </p:cNvPr>
          <p:cNvCxnSpPr>
            <a:cxnSpLocks/>
          </p:cNvCxnSpPr>
          <p:nvPr/>
        </p:nvCxnSpPr>
        <p:spPr>
          <a:xfrm>
            <a:off x="8301468" y="1193441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58CA9EC0-F3B7-CFE9-51FA-0415E1A83054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961154" y="1578086"/>
            <a:ext cx="0" cy="5807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ângulo 42">
            <a:extLst>
              <a:ext uri="{FF2B5EF4-FFF2-40B4-BE49-F238E27FC236}">
                <a16:creationId xmlns:a16="http://schemas.microsoft.com/office/drawing/2014/main" id="{919A9099-3F6D-9B68-6042-5BE263F42218}"/>
              </a:ext>
            </a:extLst>
          </p:cNvPr>
          <p:cNvSpPr/>
          <p:nvPr/>
        </p:nvSpPr>
        <p:spPr>
          <a:xfrm>
            <a:off x="6961987" y="2416314"/>
            <a:ext cx="1339481" cy="68698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 Reanalise  saque Recusado e Reenvio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0E4926A6-070F-EB81-8442-4088528E7BF5}"/>
              </a:ext>
            </a:extLst>
          </p:cNvPr>
          <p:cNvCxnSpPr>
            <a:cxnSpLocks/>
            <a:stCxn id="43" idx="3"/>
          </p:cNvCxnSpPr>
          <p:nvPr/>
        </p:nvCxnSpPr>
        <p:spPr>
          <a:xfrm flipH="1" flipV="1">
            <a:off x="8128621" y="1578086"/>
            <a:ext cx="172847" cy="1181723"/>
          </a:xfrm>
          <a:prstGeom prst="bentConnector4">
            <a:avLst>
              <a:gd name="adj1" fmla="val -132256"/>
              <a:gd name="adj2" fmla="val 64534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ângulo 61">
            <a:extLst>
              <a:ext uri="{FF2B5EF4-FFF2-40B4-BE49-F238E27FC236}">
                <a16:creationId xmlns:a16="http://schemas.microsoft.com/office/drawing/2014/main" id="{0BB344B5-4126-96AF-05BE-A9B0A9D6B865}"/>
              </a:ext>
            </a:extLst>
          </p:cNvPr>
          <p:cNvSpPr/>
          <p:nvPr/>
        </p:nvSpPr>
        <p:spPr>
          <a:xfrm>
            <a:off x="4276128" y="2359497"/>
            <a:ext cx="1339481" cy="8110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DIGITALIZAÇÃO E REGULARIZAÇÃO </a:t>
            </a:r>
            <a:r>
              <a:rPr lang="pt-BR" sz="1100" dirty="0" err="1"/>
              <a:t>DOCTOS</a:t>
            </a:r>
            <a:r>
              <a:rPr lang="pt-BR" sz="1100" dirty="0"/>
              <a:t> PENDENTES</a:t>
            </a:r>
          </a:p>
          <a:p>
            <a:pPr algn="ctr"/>
            <a:endParaRPr lang="pt-BR" sz="1100" dirty="0"/>
          </a:p>
        </p:txBody>
      </p: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AF42699E-59BE-58EE-76C5-213A27E2178B}"/>
              </a:ext>
            </a:extLst>
          </p:cNvPr>
          <p:cNvCxnSpPr>
            <a:cxnSpLocks/>
            <a:stCxn id="62" idx="2"/>
            <a:endCxn id="43" idx="2"/>
          </p:cNvCxnSpPr>
          <p:nvPr/>
        </p:nvCxnSpPr>
        <p:spPr>
          <a:xfrm rot="5400000" flipH="1" flipV="1">
            <a:off x="6255184" y="1793987"/>
            <a:ext cx="67227" cy="2685859"/>
          </a:xfrm>
          <a:prstGeom prst="bentConnector3">
            <a:avLst>
              <a:gd name="adj1" fmla="val -340042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9252E074-C522-AD2A-2FD9-ABD6E329B55B}"/>
              </a:ext>
            </a:extLst>
          </p:cNvPr>
          <p:cNvCxnSpPr>
            <a:cxnSpLocks/>
            <a:stCxn id="62" idx="1"/>
            <a:endCxn id="5" idx="2"/>
          </p:cNvCxnSpPr>
          <p:nvPr/>
        </p:nvCxnSpPr>
        <p:spPr>
          <a:xfrm rot="10800000">
            <a:off x="1148594" y="1583636"/>
            <a:ext cx="3127534" cy="1181378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29E96E25-54BC-1E60-34F4-707A853305BF}"/>
              </a:ext>
            </a:extLst>
          </p:cNvPr>
          <p:cNvCxnSpPr>
            <a:cxnSpLocks/>
            <a:stCxn id="43" idx="1"/>
            <a:endCxn id="62" idx="3"/>
          </p:cNvCxnSpPr>
          <p:nvPr/>
        </p:nvCxnSpPr>
        <p:spPr>
          <a:xfrm flipH="1">
            <a:off x="5615609" y="2759809"/>
            <a:ext cx="1346378" cy="52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F16953B8-1F6D-A04F-D179-2F42538B0316}"/>
              </a:ext>
            </a:extLst>
          </p:cNvPr>
          <p:cNvSpPr/>
          <p:nvPr/>
        </p:nvSpPr>
        <p:spPr>
          <a:xfrm>
            <a:off x="103290" y="3754698"/>
            <a:ext cx="7882456" cy="17386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/>
                </a:solidFill>
              </a:rPr>
              <a:t>Fase  de aprovação </a:t>
            </a:r>
            <a:r>
              <a:rPr lang="pt-BR" sz="1200" b="1" dirty="0" err="1">
                <a:solidFill>
                  <a:schemeClr val="tx1"/>
                </a:solidFill>
              </a:rPr>
              <a:t>DAMPIII</a:t>
            </a:r>
            <a:r>
              <a:rPr lang="pt-BR" sz="1200" b="1" dirty="0">
                <a:solidFill>
                  <a:schemeClr val="tx1"/>
                </a:solidFill>
              </a:rPr>
              <a:t>: </a:t>
            </a:r>
            <a:r>
              <a:rPr lang="pt-BR" sz="1200" dirty="0">
                <a:solidFill>
                  <a:schemeClr val="tx1"/>
                </a:solidFill>
              </a:rPr>
              <a:t>Fase para  atualização da  data base bem como executar o recalculo do fluxo  das  parcela.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/>
                </a:solidFill>
              </a:rPr>
              <a:t>Fase Reanalise Saque Recusado e Reenvio:  </a:t>
            </a:r>
            <a:r>
              <a:rPr lang="pt-BR" sz="1200" dirty="0">
                <a:solidFill>
                  <a:schemeClr val="tx1"/>
                </a:solidFill>
              </a:rPr>
              <a:t>Fase criada  para a </a:t>
            </a:r>
            <a:r>
              <a:rPr lang="pt-BR" sz="1200" dirty="0" err="1">
                <a:solidFill>
                  <a:schemeClr val="tx1"/>
                </a:solidFill>
              </a:rPr>
              <a:t>BPO</a:t>
            </a:r>
            <a:r>
              <a:rPr lang="pt-BR" sz="1200" dirty="0">
                <a:solidFill>
                  <a:schemeClr val="tx1"/>
                </a:solidFill>
              </a:rPr>
              <a:t> atuar na operações  onde a solicitação do saque  foram recusadas. Nessa etapa será  possível corrigir as informações bem com realizar o novo envio para o saque.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/>
                </a:solidFill>
              </a:rPr>
              <a:t>Fase Digitalização e Regularização de documentos pendentes: </a:t>
            </a:r>
            <a:r>
              <a:rPr lang="pt-BR" sz="1200" dirty="0">
                <a:solidFill>
                  <a:schemeClr val="tx1"/>
                </a:solidFill>
              </a:rPr>
              <a:t>A fase  irá possibilitar a inclusão dos novos documentos conforme as solicitações.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B463A9-5958-775F-C5AE-C6ACC33A6DD3}"/>
              </a:ext>
            </a:extLst>
          </p:cNvPr>
          <p:cNvSpPr txBox="1"/>
          <p:nvPr/>
        </p:nvSpPr>
        <p:spPr>
          <a:xfrm>
            <a:off x="478853" y="5920877"/>
            <a:ext cx="10764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Pontos  de Entendimento:</a:t>
            </a:r>
          </a:p>
          <a:p>
            <a:r>
              <a:rPr lang="pt-BR" sz="1600" dirty="0"/>
              <a:t>Como deve ser tratado no fluxo os contratos que tem alteração das  informações no processo de retorno do saque do FGTS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0D93304-CBA9-3C32-DBFB-8DA706FEBCB6}"/>
              </a:ext>
            </a:extLst>
          </p:cNvPr>
          <p:cNvSpPr/>
          <p:nvPr/>
        </p:nvSpPr>
        <p:spPr>
          <a:xfrm>
            <a:off x="66480" y="1836807"/>
            <a:ext cx="817850" cy="725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Primeira utilização</a:t>
            </a:r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B579060C-6A82-F523-FFC6-16CB562BE95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158649" y="1178120"/>
            <a:ext cx="320205" cy="5487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25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A692E14-67EA-A43A-EA34-CB030718925E}"/>
              </a:ext>
            </a:extLst>
          </p:cNvPr>
          <p:cNvSpPr txBox="1"/>
          <p:nvPr/>
        </p:nvSpPr>
        <p:spPr>
          <a:xfrm>
            <a:off x="2035534" y="23854"/>
            <a:ext cx="2768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Fluxo proposto  do </a:t>
            </a:r>
            <a:r>
              <a:rPr lang="pt-BR" dirty="0" err="1"/>
              <a:t>DampIII</a:t>
            </a:r>
            <a:r>
              <a:rPr lang="pt-BR" dirty="0"/>
              <a:t>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434194-15E1-DCC8-3961-6A5653100F8A}"/>
              </a:ext>
            </a:extLst>
          </p:cNvPr>
          <p:cNvSpPr/>
          <p:nvPr/>
        </p:nvSpPr>
        <p:spPr>
          <a:xfrm>
            <a:off x="478853" y="772603"/>
            <a:ext cx="1339481" cy="811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SOLICITAÇÃO ABATIMENTO MENSAL FGTS </a:t>
            </a:r>
          </a:p>
          <a:p>
            <a:pPr algn="ctr"/>
            <a:endParaRPr lang="pt-BR" sz="11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04512DD-A2FB-F1E0-2F2A-EE276E432E89}"/>
              </a:ext>
            </a:extLst>
          </p:cNvPr>
          <p:cNvSpPr/>
          <p:nvPr/>
        </p:nvSpPr>
        <p:spPr>
          <a:xfrm>
            <a:off x="2623934" y="772603"/>
            <a:ext cx="1339481" cy="8110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DIGITALIZAÇÃO E REGULARIZAÇÃO </a:t>
            </a:r>
            <a:r>
              <a:rPr lang="pt-BR" sz="1100" dirty="0" err="1"/>
              <a:t>DOCTOS</a:t>
            </a:r>
            <a:endParaRPr lang="pt-BR" sz="1100" dirty="0"/>
          </a:p>
          <a:p>
            <a:pPr algn="ctr"/>
            <a:endParaRPr lang="pt-BR" sz="11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5DE98B-E76C-15DF-4E87-35F76E2AF236}"/>
              </a:ext>
            </a:extLst>
          </p:cNvPr>
          <p:cNvSpPr/>
          <p:nvPr/>
        </p:nvSpPr>
        <p:spPr>
          <a:xfrm>
            <a:off x="4823348" y="752796"/>
            <a:ext cx="1339481" cy="830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 ANALISE DOCS X ENQUADRAMENTO ABATIMENTO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E893431-19CF-B1B0-BE10-16DBE8754254}"/>
              </a:ext>
            </a:extLst>
          </p:cNvPr>
          <p:cNvSpPr/>
          <p:nvPr/>
        </p:nvSpPr>
        <p:spPr>
          <a:xfrm>
            <a:off x="9158034" y="772603"/>
            <a:ext cx="1339481" cy="8110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Aprovação do </a:t>
            </a:r>
            <a:r>
              <a:rPr lang="pt-BR" sz="1100" dirty="0" err="1"/>
              <a:t>DAMPIII</a:t>
            </a:r>
            <a:r>
              <a:rPr lang="pt-BR" sz="1100" dirty="0"/>
              <a:t> 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BFD24A4B-39E9-C286-4BAB-1A715C09B06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818334" y="1178120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DCA3830B-EC2E-6EF4-87E3-0B275C93CF6E}"/>
              </a:ext>
            </a:extLst>
          </p:cNvPr>
          <p:cNvCxnSpPr>
            <a:cxnSpLocks/>
          </p:cNvCxnSpPr>
          <p:nvPr/>
        </p:nvCxnSpPr>
        <p:spPr>
          <a:xfrm>
            <a:off x="3963415" y="1172820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E8D42A4D-C8C7-3100-A867-15F00548B137}"/>
              </a:ext>
            </a:extLst>
          </p:cNvPr>
          <p:cNvCxnSpPr>
            <a:cxnSpLocks/>
          </p:cNvCxnSpPr>
          <p:nvPr/>
        </p:nvCxnSpPr>
        <p:spPr>
          <a:xfrm>
            <a:off x="6159608" y="1158309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108A356C-0256-2587-B927-A41DCE5F3529}"/>
              </a:ext>
            </a:extLst>
          </p:cNvPr>
          <p:cNvSpPr/>
          <p:nvPr/>
        </p:nvSpPr>
        <p:spPr>
          <a:xfrm>
            <a:off x="9467128" y="2158869"/>
            <a:ext cx="988052" cy="781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Deixa pendente integração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9FB61A2-233A-2763-19CF-554FB2E1F280}"/>
              </a:ext>
            </a:extLst>
          </p:cNvPr>
          <p:cNvSpPr/>
          <p:nvPr/>
        </p:nvSpPr>
        <p:spPr>
          <a:xfrm>
            <a:off x="6961987" y="772603"/>
            <a:ext cx="1339481" cy="81103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AGUARDANDO RESSARCIMENTO CEF </a:t>
            </a:r>
          </a:p>
          <a:p>
            <a:pPr algn="ctr"/>
            <a:r>
              <a:rPr lang="pt-BR" sz="1100" dirty="0"/>
              <a:t>Transformar  fase automática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EC1DDD-E684-F7B0-BB23-EFD5CC265966}"/>
              </a:ext>
            </a:extLst>
          </p:cNvPr>
          <p:cNvSpPr txBox="1"/>
          <p:nvPr/>
        </p:nvSpPr>
        <p:spPr>
          <a:xfrm>
            <a:off x="8305913" y="937123"/>
            <a:ext cx="788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Aprovado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A3C6BAF-EB2A-AC86-C0B9-9871821B2DAB}"/>
              </a:ext>
            </a:extLst>
          </p:cNvPr>
          <p:cNvCxnSpPr>
            <a:cxnSpLocks/>
            <a:stCxn id="10" idx="2"/>
            <a:endCxn id="43" idx="0"/>
          </p:cNvCxnSpPr>
          <p:nvPr/>
        </p:nvCxnSpPr>
        <p:spPr>
          <a:xfrm>
            <a:off x="7631728" y="1583636"/>
            <a:ext cx="0" cy="8326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E4564DA-DA8E-BC55-7602-262930119537}"/>
              </a:ext>
            </a:extLst>
          </p:cNvPr>
          <p:cNvCxnSpPr>
            <a:cxnSpLocks/>
          </p:cNvCxnSpPr>
          <p:nvPr/>
        </p:nvCxnSpPr>
        <p:spPr>
          <a:xfrm>
            <a:off x="8301468" y="1193441"/>
            <a:ext cx="8056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5657ACF-77A9-A641-3042-73AEDAC3E929}"/>
              </a:ext>
            </a:extLst>
          </p:cNvPr>
          <p:cNvSpPr txBox="1"/>
          <p:nvPr/>
        </p:nvSpPr>
        <p:spPr>
          <a:xfrm>
            <a:off x="109644" y="3402028"/>
            <a:ext cx="95021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</a:rPr>
              <a:t>Épico = Evoluir a ocorrência de abatimento mensal FGTS (</a:t>
            </a:r>
            <a:r>
              <a:rPr lang="pt-BR" sz="1800" dirty="0" err="1">
                <a:effectLst/>
                <a:latin typeface="Calibri" panose="020F0502020204030204" pitchFamily="34" charset="0"/>
              </a:rPr>
              <a:t>DAMPIII</a:t>
            </a:r>
            <a:r>
              <a:rPr lang="pt-BR" sz="1800" dirty="0">
                <a:effectLst/>
                <a:latin typeface="Calibri" panose="020F0502020204030204" pitchFamily="34" charset="0"/>
              </a:rPr>
              <a:t>), para encerramento após o saque do FGTS.</a:t>
            </a:r>
          </a:p>
          <a:p>
            <a:r>
              <a:rPr lang="pt-BR" sz="1800" dirty="0">
                <a:effectLst/>
                <a:latin typeface="Calibri" panose="020F0502020204030204" pitchFamily="34" charset="0"/>
              </a:rPr>
              <a:t>Feature - Adequar a ocorrência de Abatimento mensal com uso do FGTS, para solicitação do saque do FGTS antes do encerramento do evento.</a:t>
            </a:r>
          </a:p>
          <a:p>
            <a:r>
              <a:rPr lang="pt-BR" dirty="0">
                <a:latin typeface="Calibri" panose="020F0502020204030204" pitchFamily="34" charset="0"/>
              </a:rPr>
              <a:t>Historias</a:t>
            </a:r>
            <a:endParaRPr lang="pt-BR" dirty="0"/>
          </a:p>
          <a:p>
            <a:r>
              <a:rPr lang="pt-BR" dirty="0"/>
              <a:t>1 Adequar a fase Aguardando ressarcimento CEF, para encerramento automática. v/</a:t>
            </a:r>
            <a:r>
              <a:rPr lang="pt-BR" dirty="0" err="1"/>
              <a:t>gui</a:t>
            </a:r>
            <a:endParaRPr lang="pt-BR" dirty="0"/>
          </a:p>
          <a:p>
            <a:r>
              <a:rPr lang="pt-BR" dirty="0"/>
              <a:t>2 Criar  fase Aprovação </a:t>
            </a:r>
            <a:r>
              <a:rPr lang="pt-BR" dirty="0" err="1"/>
              <a:t>DampIII</a:t>
            </a:r>
            <a:r>
              <a:rPr lang="pt-BR" dirty="0"/>
              <a:t> para encerramento do </a:t>
            </a:r>
            <a:r>
              <a:rPr lang="pt-BR" dirty="0" err="1"/>
              <a:t>fluxo.v</a:t>
            </a:r>
            <a:endParaRPr lang="pt-BR" dirty="0"/>
          </a:p>
          <a:p>
            <a:r>
              <a:rPr lang="pt-BR" dirty="0"/>
              <a:t>3 Criar a fase Reanalise saque </a:t>
            </a:r>
            <a:r>
              <a:rPr lang="pt-BR" dirty="0" err="1"/>
              <a:t>Recusado.v</a:t>
            </a:r>
            <a:endParaRPr lang="pt-BR" dirty="0"/>
          </a:p>
          <a:p>
            <a:r>
              <a:rPr lang="pt-BR" dirty="0"/>
              <a:t>4 Adequar  a fase Digitalização e regularização </a:t>
            </a:r>
            <a:r>
              <a:rPr lang="pt-BR" dirty="0" err="1"/>
              <a:t>doc</a:t>
            </a:r>
            <a:r>
              <a:rPr lang="pt-BR" dirty="0"/>
              <a:t> </a:t>
            </a:r>
            <a:r>
              <a:rPr lang="pt-BR" dirty="0" err="1"/>
              <a:t>Pendentes.v</a:t>
            </a:r>
            <a:endParaRPr lang="pt-BR" dirty="0"/>
          </a:p>
          <a:p>
            <a:r>
              <a:rPr lang="pt-BR" dirty="0"/>
              <a:t>5 Criar  funcionalidade para apresentação da tela Situação do </a:t>
            </a:r>
            <a:r>
              <a:rPr lang="pt-BR" dirty="0" err="1"/>
              <a:t>FGTs</a:t>
            </a:r>
            <a:r>
              <a:rPr lang="pt-BR" dirty="0"/>
              <a:t>,  para consulta. </a:t>
            </a:r>
            <a:r>
              <a:rPr lang="pt-BR" dirty="0" err="1"/>
              <a:t>gui</a:t>
            </a:r>
            <a:endParaRPr lang="pt-BR" dirty="0"/>
          </a:p>
          <a:p>
            <a:r>
              <a:rPr lang="pt-BR" dirty="0"/>
              <a:t>6 Criar regras de inconsistência para encerramento das fases. </a:t>
            </a:r>
            <a:r>
              <a:rPr lang="pt-BR" dirty="0" err="1"/>
              <a:t>gui</a:t>
            </a:r>
            <a:endParaRPr lang="pt-BR" dirty="0"/>
          </a:p>
          <a:p>
            <a:r>
              <a:rPr lang="pt-BR" dirty="0"/>
              <a:t>7 Criar regar para implementação do novo fluxo de acordo com a data. </a:t>
            </a:r>
            <a:r>
              <a:rPr lang="pt-BR" dirty="0" err="1"/>
              <a:t>gui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58CA9EC0-F3B7-CFE9-51FA-0415E1A83054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961154" y="1578086"/>
            <a:ext cx="0" cy="5807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ângulo 42">
            <a:extLst>
              <a:ext uri="{FF2B5EF4-FFF2-40B4-BE49-F238E27FC236}">
                <a16:creationId xmlns:a16="http://schemas.microsoft.com/office/drawing/2014/main" id="{919A9099-3F6D-9B68-6042-5BE263F42218}"/>
              </a:ext>
            </a:extLst>
          </p:cNvPr>
          <p:cNvSpPr/>
          <p:nvPr/>
        </p:nvSpPr>
        <p:spPr>
          <a:xfrm>
            <a:off x="6961987" y="2416314"/>
            <a:ext cx="1339481" cy="68698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 Reanalise  saque Recusado e Reenvio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0E4926A6-070F-EB81-8442-4088528E7BF5}"/>
              </a:ext>
            </a:extLst>
          </p:cNvPr>
          <p:cNvCxnSpPr>
            <a:cxnSpLocks/>
            <a:stCxn id="43" idx="3"/>
          </p:cNvCxnSpPr>
          <p:nvPr/>
        </p:nvCxnSpPr>
        <p:spPr>
          <a:xfrm flipH="1" flipV="1">
            <a:off x="8128621" y="1578086"/>
            <a:ext cx="172847" cy="1181723"/>
          </a:xfrm>
          <a:prstGeom prst="bentConnector4">
            <a:avLst>
              <a:gd name="adj1" fmla="val -132256"/>
              <a:gd name="adj2" fmla="val 64534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ângulo 61">
            <a:extLst>
              <a:ext uri="{FF2B5EF4-FFF2-40B4-BE49-F238E27FC236}">
                <a16:creationId xmlns:a16="http://schemas.microsoft.com/office/drawing/2014/main" id="{0BB344B5-4126-96AF-05BE-A9B0A9D6B865}"/>
              </a:ext>
            </a:extLst>
          </p:cNvPr>
          <p:cNvSpPr/>
          <p:nvPr/>
        </p:nvSpPr>
        <p:spPr>
          <a:xfrm>
            <a:off x="4276128" y="2359497"/>
            <a:ext cx="1339481" cy="8110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DIGITALIZAÇÃO E REGULARIZAÇÃO </a:t>
            </a:r>
            <a:r>
              <a:rPr lang="pt-BR" sz="1100" dirty="0" err="1"/>
              <a:t>DOCTOS</a:t>
            </a:r>
            <a:r>
              <a:rPr lang="pt-BR" sz="1100" dirty="0"/>
              <a:t> PENDENTES</a:t>
            </a:r>
          </a:p>
          <a:p>
            <a:pPr algn="ctr"/>
            <a:endParaRPr lang="pt-BR" sz="1100" dirty="0"/>
          </a:p>
        </p:txBody>
      </p: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AF42699E-59BE-58EE-76C5-213A27E2178B}"/>
              </a:ext>
            </a:extLst>
          </p:cNvPr>
          <p:cNvCxnSpPr>
            <a:cxnSpLocks/>
            <a:stCxn id="62" idx="2"/>
            <a:endCxn id="43" idx="2"/>
          </p:cNvCxnSpPr>
          <p:nvPr/>
        </p:nvCxnSpPr>
        <p:spPr>
          <a:xfrm rot="5400000" flipH="1" flipV="1">
            <a:off x="6255184" y="1793987"/>
            <a:ext cx="67227" cy="2685859"/>
          </a:xfrm>
          <a:prstGeom prst="bentConnector3">
            <a:avLst>
              <a:gd name="adj1" fmla="val -340042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9252E074-C522-AD2A-2FD9-ABD6E329B55B}"/>
              </a:ext>
            </a:extLst>
          </p:cNvPr>
          <p:cNvCxnSpPr>
            <a:cxnSpLocks/>
            <a:stCxn id="62" idx="1"/>
            <a:endCxn id="5" idx="2"/>
          </p:cNvCxnSpPr>
          <p:nvPr/>
        </p:nvCxnSpPr>
        <p:spPr>
          <a:xfrm rot="10800000">
            <a:off x="1148594" y="1583636"/>
            <a:ext cx="3127534" cy="1181378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2397F79C-622D-7D2C-12ED-32140D4CBB14}"/>
              </a:ext>
            </a:extLst>
          </p:cNvPr>
          <p:cNvSpPr txBox="1"/>
          <p:nvPr/>
        </p:nvSpPr>
        <p:spPr>
          <a:xfrm>
            <a:off x="9589579" y="4837043"/>
            <a:ext cx="2671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Risco </a:t>
            </a:r>
          </a:p>
          <a:p>
            <a:r>
              <a:rPr lang="pt-BR" dirty="0"/>
              <a:t>Instabilidade dos ambiente de TU e TI, que apresenta lentidão na navegação e geração dos teste. 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29E96E25-54BC-1E60-34F4-707A853305BF}"/>
              </a:ext>
            </a:extLst>
          </p:cNvPr>
          <p:cNvCxnSpPr>
            <a:cxnSpLocks/>
            <a:stCxn id="43" idx="1"/>
            <a:endCxn id="62" idx="3"/>
          </p:cNvCxnSpPr>
          <p:nvPr/>
        </p:nvCxnSpPr>
        <p:spPr>
          <a:xfrm flipH="1">
            <a:off x="5615609" y="2759809"/>
            <a:ext cx="1346378" cy="52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68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12" y="121132"/>
            <a:ext cx="11822587" cy="662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4" y="54313"/>
            <a:ext cx="12019430" cy="674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5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362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CLEBERTON MOLICO RODRIGUES</dc:creator>
  <cp:lastModifiedBy>Alessandro Lisboa de lyra</cp:lastModifiedBy>
  <cp:revision>4</cp:revision>
  <dcterms:created xsi:type="dcterms:W3CDTF">2025-01-15T17:18:13Z</dcterms:created>
  <dcterms:modified xsi:type="dcterms:W3CDTF">2025-06-16T14:12:00Z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fed9c9-9e02-402c-91c6-79672c367b2e_Enabled">
    <vt:lpwstr>true</vt:lpwstr>
  </property>
  <property fmtid="{D5CDD505-2E9C-101B-9397-08002B2CF9AE}" pid="3" name="MSIP_Label_d3fed9c9-9e02-402c-91c6-79672c367b2e_SetDate">
    <vt:lpwstr>2025-01-15T20:03:14Z</vt:lpwstr>
  </property>
  <property fmtid="{D5CDD505-2E9C-101B-9397-08002B2CF9AE}" pid="4" name="MSIP_Label_d3fed9c9-9e02-402c-91c6-79672c367b2e_Method">
    <vt:lpwstr>Standard</vt:lpwstr>
  </property>
  <property fmtid="{D5CDD505-2E9C-101B-9397-08002B2CF9AE}" pid="5" name="MSIP_Label_d3fed9c9-9e02-402c-91c6-79672c367b2e_Name">
    <vt:lpwstr>d3fed9c9-9e02-402c-91c6-79672c367b2e</vt:lpwstr>
  </property>
  <property fmtid="{D5CDD505-2E9C-101B-9397-08002B2CF9AE}" pid="6" name="MSIP_Label_d3fed9c9-9e02-402c-91c6-79672c367b2e_SiteId">
    <vt:lpwstr>ccd25372-eb59-436a-ad74-78a49d784cf3</vt:lpwstr>
  </property>
  <property fmtid="{D5CDD505-2E9C-101B-9397-08002B2CF9AE}" pid="7" name="MSIP_Label_d3fed9c9-9e02-402c-91c6-79672c367b2e_ActionId">
    <vt:lpwstr>2660a164-5b35-4279-874c-abfa55f938c3</vt:lpwstr>
  </property>
  <property fmtid="{D5CDD505-2E9C-101B-9397-08002B2CF9AE}" pid="8" name="MSIP_Label_d3fed9c9-9e02-402c-91c6-79672c367b2e_ContentBits">
    <vt:lpwstr>0</vt:lpwstr>
  </property>
</Properties>
</file>