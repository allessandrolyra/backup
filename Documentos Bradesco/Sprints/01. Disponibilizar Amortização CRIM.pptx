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01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80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03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478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4986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15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384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046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364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40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21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92E38-03A5-4A60-AB30-A64740F29500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19192-4D12-4005-B7FC-81B0932663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7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" y="89327"/>
            <a:ext cx="11859014" cy="666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686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3</cp:revision>
  <dcterms:created xsi:type="dcterms:W3CDTF">2025-06-05T13:02:36Z</dcterms:created>
  <dcterms:modified xsi:type="dcterms:W3CDTF">2025-06-05T23:56:57Z</dcterms:modified>
</cp:coreProperties>
</file>